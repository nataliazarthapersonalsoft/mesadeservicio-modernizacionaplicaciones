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C805A4FB.xml" ContentType="application/vnd.openxmlformats-officedocument.presentationml.slideMaster+xml"/>
  <Override PartName="/ppt/slides/slide_A01_4ADA40A5.xml" ContentType="application/vnd.openxmlformats-officedocument.presentationml.slide+xml"/>
  <Override PartName="/ppt/slides/slide_A02_A787B6B1.xml" ContentType="application/vnd.openxmlformats-officedocument.presentationml.slide+xml"/>
  <Override PartName="/ppt/slides/slide_A03_FA90922E.xml" ContentType="application/vnd.openxmlformats-officedocument.presentationml.slide+xml"/>
  <Override PartName="/ppt/slides/slide_A04_A2DA47FE.xml" ContentType="application/vnd.openxmlformats-officedocument.presentationml.slide+xml"/>
  <Override PartName="/ppt/slides/slide_A05_C4361938.xml" ContentType="application/vnd.openxmlformats-officedocument.presentationml.slide+xml"/>
  <Override PartName="/ppt/slides/slide_A06_A691A380.xml" ContentType="application/vnd.openxmlformats-officedocument.presentationml.slide+xml"/>
  <Override PartName="/ppt/slides/slide_A07_852B21CE.xml" ContentType="application/vnd.openxmlformats-officedocument.presentationml.slide+xml"/>
  <Override PartName="/ppt/slides/slide_A08_9C6C7F7F.xml" ContentType="application/vnd.openxmlformats-officedocument.presentationml.slide+xml"/>
  <Override PartName="/ppt/slides/slide_A09_14F4961B.xml" ContentType="application/vnd.openxmlformats-officedocument.presentationml.slide+xml"/>
  <Override PartName="/ppt/slides/slide_A0A_BA54DC64.xml" ContentType="application/vnd.openxmlformats-officedocument.presentationml.slide+xml"/>
  <Override PartName="/ppt/slides/slide_A0B_57FC73F2.xml" ContentType="application/vnd.openxmlformats-officedocument.presentationml.slide+xml"/>
  <Override PartName="/ppt/notesMasters/notesMaster_0_79725430.xml" ContentType="application/vnd.openxmlformats-officedocument.presentationml.notesMaster+xml"/>
  <Override PartName="/ppt/presProps.xml" ContentType="application/vnd.openxmlformats-officedocument.presentationml.presProps+xml"/>
  <Override PartName="/ppt/theme/theme_80000000_C805A4FB.xml" ContentType="application/vnd.openxmlformats-officedocument.theme+xml"/>
  <Override PartName="/ppt/tableStyles.xml" ContentType="application/vnd.openxmlformats-officedocument.presentationml.tableStyles+xml"/>
  <Override PartName="/ppt/slideLayouts/slideLayout_80000001_86CC85D.xml" ContentType="application/vnd.openxmlformats-officedocument.presentationml.slideLayout+xml"/>
  <Override PartName="/ppt/slideLayouts/slideLayout_80000002_6F764B11.xml" ContentType="application/vnd.openxmlformats-officedocument.presentationml.slideLayout+xml"/>
  <Override PartName="/ppt/slideLayouts/slideLayout_80000003_5E6157D8.xml" ContentType="application/vnd.openxmlformats-officedocument.presentationml.slideLayout+xml"/>
  <Override PartName="/ppt/slideLayouts/slideLayout_80000004_6C272CBD.xml" ContentType="application/vnd.openxmlformats-officedocument.presentationml.slideLayout+xml"/>
  <Override PartName="/ppt/slideLayouts/slideLayout_80000005_E3E67467.xml" ContentType="application/vnd.openxmlformats-officedocument.presentationml.slideLayout+xml"/>
  <Override PartName="/ppt/slideLayouts/slideLayout_80000006_629450EF.xml" ContentType="application/vnd.openxmlformats-officedocument.presentationml.slideLayout+xml"/>
  <Override PartName="/ppt/slideLayouts/slideLayout_80000007_8935A95.xml" ContentType="application/vnd.openxmlformats-officedocument.presentationml.slideLayout+xml"/>
  <Override PartName="/ppt/slideLayouts/slideLayout_80000008_7230BBC0.xml" ContentType="application/vnd.openxmlformats-officedocument.presentationml.slideLayout+xml"/>
  <Override PartName="/ppt/slideLayouts/slideLayout_80000009_8073B9B7.xml" ContentType="application/vnd.openxmlformats-officedocument.presentationml.slideLayout+xml"/>
  <Override PartName="/ppt/slideLayouts/slideLayout_8000000A_7F29AB4D.xml" ContentType="application/vnd.openxmlformats-officedocument.presentationml.slideLayout+xml"/>
  <Override PartName="/ppt/slideLayouts/slideLayout_8000000B_1BFC255D.xml" ContentType="application/vnd.openxmlformats-officedocument.presentationml.slideLayout+xml"/>
  <Override PartName="/ppt/slideLayouts/slideLayout_80000018_555663C3.xml" ContentType="application/vnd.openxmlformats-officedocument.presentationml.slideLayout+xml"/>
  <Override PartName="/ppt/slideLayouts/slideLayout_80000019_D48EC461.xml" ContentType="application/vnd.openxmlformats-officedocument.presentationml.slideLayout+xml"/>
  <Override PartName="/ppt/slideLayouts/slideLayout_8000001A_8E25020B.xml" ContentType="application/vnd.openxmlformats-officedocument.presentationml.slideLayout+xml"/>
  <Override PartName="/ppt/slideLayouts/slideLayout_8000001B_3E7FCD9A.xml" ContentType="application/vnd.openxmlformats-officedocument.presentationml.slideLayout+xml"/>
  <Override PartName="/ppt/slideLayouts/slideLayout_8000001C_DDE26DA2.xml" ContentType="application/vnd.openxmlformats-officedocument.presentationml.slideLayout+xml"/>
  <Override PartName="/ppt/slideLayouts/slideLayout_8000001D_A19BD630.xml" ContentType="application/vnd.openxmlformats-officedocument.presentationml.slideLayout+xml"/>
  <Override PartName="/ppt/slideLayouts/slideLayout_8000001E_2A75EAE1.xml" ContentType="application/vnd.openxmlformats-officedocument.presentationml.slideLayout+xml"/>
  <Override PartName="/ppt/slideLayouts/slideLayout_8000001F_2A2DDFCE.xml" ContentType="application/vnd.openxmlformats-officedocument.presentationml.slideLayout+xml"/>
  <Override PartName="/ppt/slideLayouts/slideLayout_80000020_5B62D0CF.xml" ContentType="application/vnd.openxmlformats-officedocument.presentationml.slideLayout+xml"/>
  <Override PartName="/ppt/slideLayouts/slideLayout_80000021_8A992D1A.xml" ContentType="application/vnd.openxmlformats-officedocument.presentationml.slideLayout+xml"/>
  <Override PartName="/ppt/slideLayouts/slideLayout_80000022_6D7ADF36.xml" ContentType="application/vnd.openxmlformats-officedocument.presentationml.slideLayout+xml"/>
  <Override PartName="/ppt/slideLayouts/slideLayout_80000023_A4D223FE.xml" ContentType="application/vnd.openxmlformats-officedocument.presentationml.slideLayout+xml"/>
  <Override PartName="/ppt/slideLayouts/slideLayout_80000024_3206CC84.xml" ContentType="application/vnd.openxmlformats-officedocument.presentationml.slideLayout+xml"/>
  <Override PartName="/ppt/slideLayouts/slideLayout_80000025_256A8599.xml" ContentType="application/vnd.openxmlformats-officedocument.presentationml.slideLayout+xml"/>
  <Override PartName="/ppt/slideLayouts/slideLayout_80000026_A852D0CD.xml" ContentType="application/vnd.openxmlformats-officedocument.presentationml.slideLayout+xml"/>
  <Override PartName="/ppt/slideLayouts/slideLayout_80000027_341CAC76.xml" ContentType="application/vnd.openxmlformats-officedocument.presentationml.slideLayout+xml"/>
  <Override PartName="/ppt/slideLayouts/slideLayout_80000028_1E25313D.xml" ContentType="application/vnd.openxmlformats-officedocument.presentationml.slideLayout+xml"/>
  <Override PartName="/ppt/slideLayouts/slideLayout_80000029_BD0BFB25.xml" ContentType="application/vnd.openxmlformats-officedocument.presentationml.slideLayout+xml"/>
  <Override PartName="/ppt/slideLayouts/slideLayout_8000002A_ABBB2B41.xml" ContentType="application/vnd.openxmlformats-officedocument.presentationml.slideLayout+xml"/>
  <Override PartName="/ppt/slideLayouts/slideLayout_8000002B_41BD62A1.xml" ContentType="application/vnd.openxmlformats-officedocument.presentationml.slideLayout+xml"/>
  <Override PartName="/ppt/slideLayouts/slideLayout_8000002C_683B8A58.xml" ContentType="application/vnd.openxmlformats-officedocument.presentationml.slideLayout+xml"/>
  <Override PartName="/ppt/slideLayouts/slideLayout_8000002D_CE2149F8.xml" ContentType="application/vnd.openxmlformats-officedocument.presentationml.slideLayout+xml"/>
  <Override PartName="/ppt/slideLayouts/slideLayout_8000002E_7D576F93.xml" ContentType="application/vnd.openxmlformats-officedocument.presentationml.slideLayout+xml"/>
  <Override PartName="/ppt/slideLayouts/slideLayout_8000002F_F5227901.xml" ContentType="application/vnd.openxmlformats-officedocument.presentationml.slideLayout+xml"/>
  <Override PartName="/ppt/slideLayouts/slideLayout_80000030_498EB81E.xml" ContentType="application/vnd.openxmlformats-officedocument.presentationml.slideLayout+xml"/>
  <Override PartName="/ppt/slideLayouts/slideLayout_80000031_269CFE2.xml" ContentType="application/vnd.openxmlformats-officedocument.presentationml.slideLayout+xml"/>
  <Override PartName="/ppt/slideLayouts/slideLayout_80000032_1558978E.xml" ContentType="application/vnd.openxmlformats-officedocument.presentationml.slideLayout+xml"/>
  <Override PartName="/ppt/slideLayouts/slideLayout_80000033_8C8710A9.xml" ContentType="application/vnd.openxmlformats-officedocument.presentationml.slideLayout+xml"/>
  <Override PartName="/ppt/slideLayouts/slideLayout_80000034_F856F540.xml" ContentType="application/vnd.openxmlformats-officedocument.presentationml.slideLayout+xml"/>
  <Override PartName="/ppt/slideLayouts/slideLayout_80000035_2A723CB0.xml" ContentType="application/vnd.openxmlformats-officedocument.presentationml.slideLayout+xml"/>
  <Override PartName="/ppt/slideLayouts/slideLayout_80000036_556CCC01.xml" ContentType="application/vnd.openxmlformats-officedocument.presentationml.slideLayout+xml"/>
  <Override PartName="/ppt/slideLayouts/slideLayout_80000037_8C551827.xml" ContentType="application/vnd.openxmlformats-officedocument.presentationml.slideLayout+xml"/>
  <Override PartName="/ppt/slideLayouts/slideLayout_80000038_73E10866.xml" ContentType="application/vnd.openxmlformats-officedocument.presentationml.slideLayout+xml"/>
  <Override PartName="/ppt/slideLayouts/slideLayout_80000039_DDA9B340.xml" ContentType="application/vnd.openxmlformats-officedocument.presentationml.slideLayout+xml"/>
  <Override PartName="/ppt/slideLayouts/slideLayout_8000003A_697DF336.xml" ContentType="application/vnd.openxmlformats-officedocument.presentationml.slideLayout+xml"/>
  <Override PartName="/ppt/slideLayouts/slideLayout_8000003B_85ECF30B.xml" ContentType="application/vnd.openxmlformats-officedocument.presentationml.slideLayout+xml"/>
  <Override PartName="/ppt/slideLayouts/slideLayout_8000003C_37CB154C.xml" ContentType="application/vnd.openxmlformats-officedocument.presentationml.slideLayout+xml"/>
  <Override PartName="/ppt/slideLayouts/slideLayout_8000003D_5BECB569.xml" ContentType="application/vnd.openxmlformats-officedocument.presentationml.slideLayout+xml"/>
  <Override PartName="/ppt/slideLayouts/slideLayout_8000003E_D8BA9020.xml" ContentType="application/vnd.openxmlformats-officedocument.presentationml.slideLayout+xml"/>
  <Override PartName="/ppt/slideLayouts/slideLayout_8000003F_A267B389.xml" ContentType="application/vnd.openxmlformats-officedocument.presentationml.slideLayout+xml"/>
  <Override PartName="/ppt/slideLayouts/slideLayout_80000040_E95A0730.xml" ContentType="application/vnd.openxmlformats-officedocument.presentationml.slideLayout+xml"/>
  <Override PartName="/ppt/slideLayouts/slideLayout_80000041_FC7B905A.xml" ContentType="application/vnd.openxmlformats-officedocument.presentationml.slideLayout+xml"/>
  <Override PartName="/ppt/slideLayouts/slideLayout_80000042_D9E6BE25.xml" ContentType="application/vnd.openxmlformats-officedocument.presentationml.slideLayout+xml"/>
  <Override PartName="/ppt/slideLayouts/slideLayout_80000043_FDA769A6.xml" ContentType="application/vnd.openxmlformats-officedocument.presentationml.slideLayout+xml"/>
  <Override PartName="/ppt/slideLayouts/slideLayout_80000044_5AD973AC.xml" ContentType="application/vnd.openxmlformats-officedocument.presentationml.slideLayout+xml"/>
  <Override PartName="/ppt/slideLayouts/slideLayout_80000045_9FD3DCC.xml" ContentType="application/vnd.openxmlformats-officedocument.presentationml.slideLayout+xml"/>
  <Override PartName="/ppt/slideLayouts/slideLayout_80000046_ABA9011B.xml" ContentType="application/vnd.openxmlformats-officedocument.presentationml.slideLayout+xml"/>
  <Override PartName="/ppt/theme/theme_0_79725430.xml" ContentType="application/vnd.openxmlformats-officedocument.theme+xml"/>
  <Override PartName="/ppt/notesSlides/notesSlide_A01_4ADA40A5.xml" ContentType="application/vnd.openxmlformats-officedocument.presentationml.notesSlide+xml"/>
  <Override PartName="/ppt/notesSlides/notesSlide_A02_A787B6B1.xml" ContentType="application/vnd.openxmlformats-officedocument.presentationml.notesSlide+xml"/>
  <Override PartName="/ppt/notesSlides/notesSlide_A03_FA90922E.xml" ContentType="application/vnd.openxmlformats-officedocument.presentationml.notesSlide+xml"/>
  <Override PartName="/ppt/notesSlides/notesSlide_A04_A2DA47FE.xml" ContentType="application/vnd.openxmlformats-officedocument.presentationml.notesSlide+xml"/>
  <Override PartName="/ppt/notesSlides/notesSlide_A05_C4361938.xml" ContentType="application/vnd.openxmlformats-officedocument.presentationml.notesSlide+xml"/>
  <Override PartName="/ppt/notesSlides/notesSlide_A06_A691A380.xml" ContentType="application/vnd.openxmlformats-officedocument.presentationml.notesSlide+xml"/>
  <Override PartName="/ppt/notesSlides/notesSlide_A07_852B21CE.xml" ContentType="application/vnd.openxmlformats-officedocument.presentationml.notesSlide+xml"/>
  <Override PartName="/ppt/notesSlides/notesSlide_A08_9C6C7F7F.xml" ContentType="application/vnd.openxmlformats-officedocument.presentationml.notesSlide+xml"/>
  <Override PartName="/ppt/notesSlides/notesSlide_A09_14F4961B.xml" ContentType="application/vnd.openxmlformats-officedocument.presentationml.notesSlide+xml"/>
  <Override PartName="/ppt/notesSlides/notesSlide_A0A_BA54DC64.xml" ContentType="application/vnd.openxmlformats-officedocument.presentationml.notesSlide+xml"/>
  <Override PartName="/ppt/notesSlides/notesSlide_A0B_57FC73F2.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sa de Servicio de Nueva Generación – Propuesta Ejecutiva" id="{E4E2B70D-AE87-4929-BBFF-07B22932010B}">
          <p14:sldIdLst>
            <p14:sldId id="2561"/>
          </p14:sldIdLst>
        </p14:section>
        <p14:section name="Propuesta de Valor del Servicio" id="{C73B9B60-4A6A-4289-B8A1-17EF8F815347}">
          <p14:sldIdLst>
            <p14:sldId id="2562"/>
            <p14:sldId id="2563"/>
          </p14:sldIdLst>
        </p14:section>
        <p14:section name="Componentes del Servicio" id="{D81E7537-63CD-4048-AF8C-C7D56667D00B}">
          <p14:sldIdLst>
            <p14:sldId id="2564"/>
            <p14:sldId id="2565"/>
          </p14:sldIdLst>
        </p14:section>
        <p14:section name="Impacto Esperado" id="{0A028C74-C965-4EA7-B8BF-7EAB30CE864C}">
          <p14:sldIdLst>
            <p14:sldId id="2566"/>
            <p14:sldId id="2567"/>
          </p14:sldIdLst>
        </p14:section>
        <p14:section name="Diferenciación Competitiva" id="{73B9166D-1A87-4E2C-9C44-47DDE43085B3}">
          <p14:sldIdLst>
            <p14:sldId id="2568"/>
            <p14:sldId id="2569"/>
          </p14:sldIdLst>
        </p14:section>
        <p14:section name="Propuesta Estratégica de Cierre" id="{1B1710FF-D6D3-45F2-B5CB-9346529C66ED}">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852B21CE.xml"/><Relationship Id="rId13" Type="http://schemas.openxmlformats.org/officeDocument/2006/relationships/notesMaster" Target="notesMasters/notesMaster_0_79725430.xml"/><Relationship Id="rId3" Type="http://schemas.openxmlformats.org/officeDocument/2006/relationships/slide" Target="slides/slide_A02_A787B6B1.xml"/><Relationship Id="rId7" Type="http://schemas.openxmlformats.org/officeDocument/2006/relationships/slide" Target="slides/slide_A06_A691A380.xml"/><Relationship Id="rId12" Type="http://schemas.openxmlformats.org/officeDocument/2006/relationships/slide" Target="slides/slide_A0B_57FC73F2.xml"/><Relationship Id="rId2" Type="http://schemas.openxmlformats.org/officeDocument/2006/relationships/slide" Target="slides/slide_A01_4ADA40A5.xml"/><Relationship Id="rId16" Type="http://schemas.openxmlformats.org/officeDocument/2006/relationships/tableStyles" Target="tableStyles.xml"/><Relationship Id="rId1" Type="http://schemas.openxmlformats.org/officeDocument/2006/relationships/slideMaster" Target="slideMasters/slideMaster_80000000_C805A4FB.xml"/><Relationship Id="rId6" Type="http://schemas.openxmlformats.org/officeDocument/2006/relationships/slide" Target="slides/slide_A05_C4361938.xml"/><Relationship Id="rId11" Type="http://schemas.openxmlformats.org/officeDocument/2006/relationships/slide" Target="slides/slide_A0A_BA54DC64.xml"/><Relationship Id="rId5" Type="http://schemas.openxmlformats.org/officeDocument/2006/relationships/slide" Target="slides/slide_A04_A2DA47FE.xml"/><Relationship Id="rId15" Type="http://schemas.openxmlformats.org/officeDocument/2006/relationships/theme" Target="theme/theme_80000000_C805A4FB.xml"/><Relationship Id="rId10" Type="http://schemas.openxmlformats.org/officeDocument/2006/relationships/slide" Target="slides/slide_A09_14F4961B.xml"/><Relationship Id="rId4" Type="http://schemas.openxmlformats.org/officeDocument/2006/relationships/slide" Target="slides/slide_A03_FA90922E.xml"/><Relationship Id="rId9" Type="http://schemas.openxmlformats.org/officeDocument/2006/relationships/slide" Target="slides/slide_A08_9C6C7F7F.xml"/><Relationship Id="rId14" Type="http://schemas.openxmlformats.org/officeDocument/2006/relationships/presProps" Target="presProps.xml"/></Relationships>
</file>

<file path=ppt/notesMasters/_rels/notesMaster_0_79725430.xml.rels><?xml version="1.0" encoding="UTF-8" standalone="yes"?>
<Relationships xmlns="http://schemas.openxmlformats.org/package/2006/relationships"><Relationship Id="rId1" Type="http://schemas.openxmlformats.org/officeDocument/2006/relationships/theme" Target="../theme/theme_0_79725430.xml"/></Relationships>
</file>

<file path=ppt/notesMasters/notesMaster_0_7972543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613CE-D206-412F-A892-05EF1491740F}"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06793F-CA45-4E70-BE7F-C87B05BA2B92}" type="slidenum">
              <a:t/>
            </a:fld>
            <a:endParaRPr lang="en-US"/>
          </a:p>
        </p:txBody>
      </p:sp>
    </p:spTree>
    <p:extLst>
      <p:ext uri="{BB962C8B-B14F-4D97-AF65-F5344CB8AC3E}">
        <p14:creationId xmlns:p14="http://schemas.microsoft.com/office/powerpoint/2010/main" val="2037535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BA54DC64.xml.rels><?xml version="1.0" encoding="UTF-8" standalone="yes"?>
<Relationships xmlns="http://schemas.openxmlformats.org/package/2006/relationships"><Relationship Id="rId2" Type="http://schemas.openxmlformats.org/officeDocument/2006/relationships/slide" Target="../slides/slide_A0A_BA54DC64.xml"/><Relationship Id="rId1" Type="http://schemas.openxmlformats.org/officeDocument/2006/relationships/notesMaster" Target="../notesMasters/notesMaster_0_79725430.xml"/></Relationships>
</file>

<file path=ppt/notesSlides/_rels/notesSlide_A0B_57FC73F2.xml.rels><?xml version="1.0" encoding="UTF-8" standalone="yes"?>
<Relationships xmlns="http://schemas.openxmlformats.org/package/2006/relationships"><Relationship Id="rId2" Type="http://schemas.openxmlformats.org/officeDocument/2006/relationships/slide" Target="../slides/slide_A0B_57FC73F2.xml"/><Relationship Id="rId1" Type="http://schemas.openxmlformats.org/officeDocument/2006/relationships/notesMaster" Target="../notesMasters/notesMaster_0_79725430.xml"/></Relationships>
</file>

<file path=ppt/notesSlides/_rels/notesSlide_A01_4ADA40A5.xml.rels><?xml version="1.0" encoding="UTF-8" standalone="yes"?>
<Relationships xmlns="http://schemas.openxmlformats.org/package/2006/relationships"><Relationship Id="rId2" Type="http://schemas.openxmlformats.org/officeDocument/2006/relationships/slide" Target="../slides/slide_A01_4ADA40A5.xml"/><Relationship Id="rId1" Type="http://schemas.openxmlformats.org/officeDocument/2006/relationships/notesMaster" Target="../notesMasters/notesMaster_0_79725430.xml"/></Relationships>
</file>

<file path=ppt/notesSlides/_rels/notesSlide_A02_A787B6B1.xml.rels><?xml version="1.0" encoding="UTF-8" standalone="yes"?>
<Relationships xmlns="http://schemas.openxmlformats.org/package/2006/relationships"><Relationship Id="rId2" Type="http://schemas.openxmlformats.org/officeDocument/2006/relationships/slide" Target="../slides/slide_A02_A787B6B1.xml"/><Relationship Id="rId1" Type="http://schemas.openxmlformats.org/officeDocument/2006/relationships/notesMaster" Target="../notesMasters/notesMaster_0_79725430.xml"/></Relationships>
</file>

<file path=ppt/notesSlides/_rels/notesSlide_A03_FA90922E.xml.rels><?xml version="1.0" encoding="UTF-8" standalone="yes"?>
<Relationships xmlns="http://schemas.openxmlformats.org/package/2006/relationships"><Relationship Id="rId2" Type="http://schemas.openxmlformats.org/officeDocument/2006/relationships/slide" Target="../slides/slide_A03_FA90922E.xml"/><Relationship Id="rId1" Type="http://schemas.openxmlformats.org/officeDocument/2006/relationships/notesMaster" Target="../notesMasters/notesMaster_0_79725430.xml"/></Relationships>
</file>

<file path=ppt/notesSlides/_rels/notesSlide_A04_A2DA47FE.xml.rels><?xml version="1.0" encoding="UTF-8" standalone="yes"?>
<Relationships xmlns="http://schemas.openxmlformats.org/package/2006/relationships"><Relationship Id="rId2" Type="http://schemas.openxmlformats.org/officeDocument/2006/relationships/slide" Target="../slides/slide_A04_A2DA47FE.xml"/><Relationship Id="rId1" Type="http://schemas.openxmlformats.org/officeDocument/2006/relationships/notesMaster" Target="../notesMasters/notesMaster_0_79725430.xml"/></Relationships>
</file>

<file path=ppt/notesSlides/_rels/notesSlide_A05_C4361938.xml.rels><?xml version="1.0" encoding="UTF-8" standalone="yes"?>
<Relationships xmlns="http://schemas.openxmlformats.org/package/2006/relationships"><Relationship Id="rId2" Type="http://schemas.openxmlformats.org/officeDocument/2006/relationships/slide" Target="../slides/slide_A05_C4361938.xml"/><Relationship Id="rId1" Type="http://schemas.openxmlformats.org/officeDocument/2006/relationships/notesMaster" Target="../notesMasters/notesMaster_0_79725430.xml"/></Relationships>
</file>

<file path=ppt/notesSlides/_rels/notesSlide_A06_A691A380.xml.rels><?xml version="1.0" encoding="UTF-8" standalone="yes"?>
<Relationships xmlns="http://schemas.openxmlformats.org/package/2006/relationships"><Relationship Id="rId2" Type="http://schemas.openxmlformats.org/officeDocument/2006/relationships/slide" Target="../slides/slide_A06_A691A380.xml"/><Relationship Id="rId1" Type="http://schemas.openxmlformats.org/officeDocument/2006/relationships/notesMaster" Target="../notesMasters/notesMaster_0_79725430.xml"/></Relationships>
</file>

<file path=ppt/notesSlides/_rels/notesSlide_A07_852B21CE.xml.rels><?xml version="1.0" encoding="UTF-8" standalone="yes"?>
<Relationships xmlns="http://schemas.openxmlformats.org/package/2006/relationships"><Relationship Id="rId2" Type="http://schemas.openxmlformats.org/officeDocument/2006/relationships/slide" Target="../slides/slide_A07_852B21CE.xml"/><Relationship Id="rId1" Type="http://schemas.openxmlformats.org/officeDocument/2006/relationships/notesMaster" Target="../notesMasters/notesMaster_0_79725430.xml"/></Relationships>
</file>

<file path=ppt/notesSlides/_rels/notesSlide_A08_9C6C7F7F.xml.rels><?xml version="1.0" encoding="UTF-8" standalone="yes"?>
<Relationships xmlns="http://schemas.openxmlformats.org/package/2006/relationships"><Relationship Id="rId2" Type="http://schemas.openxmlformats.org/officeDocument/2006/relationships/slide" Target="../slides/slide_A08_9C6C7F7F.xml"/><Relationship Id="rId1" Type="http://schemas.openxmlformats.org/officeDocument/2006/relationships/notesMaster" Target="../notesMasters/notesMaster_0_79725430.xml"/></Relationships>
</file>

<file path=ppt/notesSlides/_rels/notesSlide_A09_14F4961B.xml.rels><?xml version="1.0" encoding="UTF-8" standalone="yes"?>
<Relationships xmlns="http://schemas.openxmlformats.org/package/2006/relationships"><Relationship Id="rId2" Type="http://schemas.openxmlformats.org/officeDocument/2006/relationships/slide" Target="../slides/slide_A09_14F4961B.xml"/><Relationship Id="rId1" Type="http://schemas.openxmlformats.org/officeDocument/2006/relationships/notesMaster" Target="../notesMasters/notesMaster_0_79725430.xml"/></Relationships>
</file>

<file path=ppt/notesSlides/notesSlide_A0A_BA54DC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Posicionamiento del servicio en el mercado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1007135403"/>
      </p:ext>
    </p:extLst>
  </p:cSld>
  <p:clrMapOvr>
    <a:masterClrMapping/>
  </p:clrMapOvr>
</p:notes>
</file>

<file path=ppt/notesSlides/notesSlide_A0B_57FC73F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La propuesta de Mesa de Servicio de Nueva Generación se posiciona como una oportunidad estratégica para capitalizar un mercado en rápida evolución, impulsado por tendencias como inteligencia artificial, automatización, observabilidad y modelos de experiencia. El mercado ITSM ha experimentado un cambio significativo, donde la diferenciación ya no se encuentra en la plataforma tecnológica, sino en el modelo de operación, gobierno e inteligencia que la soporta. Este cambio ha sido evidenciado por firmas analistas como Gartner, que han desplazado su enfoque hacia aplicaciones de IA en ITSM. En este contexto, la propuesta de PersonalSoft se enfoca en ofrecer un modelo integral que combina diagnóstico, evolución, implementación y operación bajo un marco estructurado. Además, el timing del mercado es óptimo, especialmente en regiones como Colombia, donde la adopción de IA y la presión regulatoria están impulsando la necesidad de modernización. El verdadero diferencial del servicio radica en su capacidad de conectar operación tecnológica con resultados de negocio, permitiendo a las organizaciones no solo mejorar su eficiencia, sino también ganar ventajas competitivas sostenibles. En resumen, mientras el mercado vende herramientas, esta propuesta vende transformación real del servicio, posicionándose como una oferta única y altamente relevante.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2196098633"/>
      </p:ext>
    </p:extLst>
  </p:cSld>
  <p:clrMapOvr>
    <a:masterClrMapping/>
  </p:clrMapOvr>
</p:notes>
</file>

<file path=ppt/notesSlides/notesSlide_A01_4ADA40A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3785676435"/>
      </p:ext>
    </p:extLst>
  </p:cSld>
  <p:clrMapOvr>
    <a:masterClrMapping/>
  </p:clrMapOvr>
</p:notes>
</file>

<file path=ppt/notesSlides/notesSlide_A02_A787B6B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Transformación del modelo de mesa de servicio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3773205047"/>
      </p:ext>
    </p:extLst>
  </p:cSld>
  <p:clrMapOvr>
    <a:masterClrMapping/>
  </p:clrMapOvr>
</p:notes>
</file>

<file path=ppt/notesSlides/notesSlide_A03_FA90922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La Mesa de Servicio de Nueva Generación propuesta representa una evolución radical del modelo tradicional de soporte tecnológico. Este enfoque transforma la mesa de servicio de un centro de costos reactivo a una plataforma estratégica orientada a resultados de negocio. La solución se construye sobre cinco pilares clave: assessment de madurez, diseño de modelo objetivo, implementación de capacidades avanzadas, operación continua y modelo económico basado en resultados. En primer lugar, el assessment de madurez basado en 14 dimensiones permite diagnosticar el estado actual del cliente con precisión, utilizando frameworks reconocidos como ITIL v5 y estándares de la industria como HDI. En segundo lugar, el diseño del modelo TO-BE permite definir claramente el nivel de evolución deseado (de N0 a N5), alineando el soporte con objetivos estratégicos del negocio. Posteriormente, la implementación incluye capacidades avanzadas como agentes virtuales, automatización inteligente, autoservicio y AIOps, permitiendo reducir significativamente la dependencia de procesos manuales. Finalmente, la operación continua incorpora métricas avanzadas como SLA, XLA y DEX, garantizando no solo cumplimiento técnico, sino también una experiencia de usuario superior. Este modelo se diferencia porque no vende herramientas, sino que ofrece una transformación integral basada en datos, inteligencia y mejora continua.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3864246895"/>
      </p:ext>
    </p:extLst>
  </p:cSld>
  <p:clrMapOvr>
    <a:masterClrMapping/>
  </p:clrMapOvr>
</p:notes>
</file>

<file path=ppt/notesSlides/notesSlide_A04_A2DA47F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Arquitectura del servicio Gen Next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2250570860"/>
      </p:ext>
    </p:extLst>
  </p:cSld>
  <p:clrMapOvr>
    <a:masterClrMapping/>
  </p:clrMapOvr>
</p:notes>
</file>

<file path=ppt/notesSlides/notesSlide_A05_C43619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La arquitectura del servicio de Mesa de Servicio de Nueva Generación se compone de cinco bloques estructurados que garantizan una transformación completa y sostenible. El primer bloque es el Assessment AS-IS, que permite diagnosticar el estado actual del cliente en dimensiones clave como modelo operativo, automatización, experiencia y gobierno. Este análisis se realiza utilizando marcos como ITIL v5, que incorpora elementos innovadores como el modelo 6C de capacidades de inteligencia artificial. El segundo bloque es el diseño del modelo TO-BE, donde se define el estado objetivo, incluyendo la arquitectura de servicio, el modelo de gobierno y la evolución esperada del cliente. El tercer bloque corresponde a la implementación de capacidades Gen Next, incluyendo autoservicio (N0), inteligencia artificial (GenAI y agentic AI), automatización de procesos y capacidades de observabilidad avanzada (AIOps). Estas capacidades permiten reducir costos operativos y mejorar la eficiencia. El cuarto bloque es la operación continua, donde se gestionan servicios bajo modelos SLA y XLA, integrando métricas de experiencia y resultados de negocio. Finalmente, el quinto bloque es el modelo económico basado en outcomes, donde el precio está alineado con resultados y se implementan esquemas de shared savings. Este enfoque permite un alineamiento total entre proveedor y cliente, generando valor medible y sostenible en el tiempo.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2744058775"/>
      </p:ext>
    </p:extLst>
  </p:cSld>
  <p:clrMapOvr>
    <a:masterClrMapping/>
  </p:clrMapOvr>
</p:notes>
</file>

<file path=ppt/notesSlides/notesSlide_A06_A691A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Beneficios cuantificables del modelo Gen Next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3806751494"/>
      </p:ext>
    </p:extLst>
  </p:cSld>
  <p:clrMapOvr>
    <a:masterClrMapping/>
  </p:clrMapOvr>
</p:notes>
</file>

<file path=ppt/notesSlides/notesSlide_A07_852B21C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La implementación de una Mesa de Servicio de Nueva Generación genera impactos directos y medibles tanto en la eficiencia operativa como en la experiencia del usuario. Entre los beneficios más relevantes se destaca una reducción del MTTR (Mean Time to Resolution) entre el 60% y el 70%, gracias al uso de inteligencia artificial, automatización y capacidades predictivas. Además, se logra un aumento significativo en el FCR (First Contact Resolution), alcanzando niveles entre el 75% y el 85%, lo que reduce los escalamientos innecesarios y mejora la productividad del equipo. Otro impacto importante es la reducción del costo por ticket, pasando de hasta 104 dólares en niveles avanzados de soporte a costos cercanos a los 2 dólares mediante autoservicio y automatización, lo que demuestra el valor del enfoque shift-left. Asimismo, se logra una tasa de deflexión superior al 40%, lo que implica que una gran cantidad de solicitudes se resuelven sin intervención humana. Finalmente, se incrementa la satisfacción del usuario mediante la implementación de métricas XLA (Experience Level Agreements), que permiten medir la experiencia real del empleado. Estos resultados no solo mejoran la operación del servicio, sino que también generan impacto directo en los resultados del negocio.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2048709876"/>
      </p:ext>
    </p:extLst>
  </p:cSld>
  <p:clrMapOvr>
    <a:masterClrMapping/>
  </p:clrMapOvr>
</p:notes>
</file>

<file path=ppt/notesSlides/notesSlide_A08_9C6C7F7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Comparación con el mercado actual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3741545353"/>
      </p:ext>
    </p:extLst>
  </p:cSld>
  <p:clrMapOvr>
    <a:masterClrMapping/>
  </p:clrMapOvr>
</p:notes>
</file>

<file path=ppt/notesSlides/notesSlide_A09_14F4961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Esta diapositiva hace referencia a información del siguiente archivo: https://personalsoftsas-my.sharepoint.com/:p:/g/personal/nzsuarez_personalsoft_com/IQDcUH_9OaGUS625GvFUGW-EAZf5iNGa9jKNh9tIHgLvhvQ
El modelo de Mesa de Servicio Gen Next se diferencia de forma significativa frente a las ofertas tradicionales del mercado. Mientras que la mayoría de proveedores se enfocan en la implementación de herramientas ITSM, esta propuesta se centra en transformar el modelo operativo completo del cliente. En el mercado actual, el valor se entrega en términos de cumplimiento de SLA, mientras que el modelo Gen Next extiende este enfoque hacia SLA, XLA, DEX e impacto en el negocio. Otra diferencia clave es el enfoque operativo: mientras que las mesas tradicionales son reactivas y dependen de escalamiento manual entre niveles (N1, N2, N3), la nueva generación utiliza inteligencia artificial, automatización y modelos de shift-left para resolver problemas de forma anticipada. Adicionalmente, el modelo económico también cambia, pasando de esquemas basados en FTE o volumen de tickets hacia modelos basados en resultados (outcome-based), donde el proveedor comparte el riesgo y el beneficio con el cliente. Finalmente, el modelo Gen Next incorpora evolución continua y roadmap dinámico, en lugar de mejoras puntuales. Esta combinación convierte la oferta en una propuesta única que no solo compite en tecnología, sino en capacidad real de transformación.
</a:t>
            </a:r>
          </a:p>
        </p:txBody>
      </p:sp>
      <p:sp>
        <p:nvSpPr>
          <p:cNvPr id="4" name="Slide Number Placeholder 3"/>
          <p:cNvSpPr>
            <a:spLocks noGrp="1"/>
          </p:cNvSpPr>
          <p:nvPr>
            <p:ph type="sldNum" sz="quarter" idx="5"/>
          </p:nvPr>
        </p:nvSpPr>
        <p:spPr/>
        <p:txBody>
          <a:bodyPr/>
          <a:lstStyle/>
          <a:p>
            <a:fld id="{C3515E7C-04D8-4F60-A737-BDC699218384}" type="slidenum">
              <a:t/>
            </a:fld>
            <a:endParaRPr lang="en-US"/>
          </a:p>
        </p:txBody>
      </p:sp>
    </p:spTree>
    <p:extLst>
      <p:ext uri="{BB962C8B-B14F-4D97-AF65-F5344CB8AC3E}">
        <p14:creationId xmlns:p14="http://schemas.microsoft.com/office/powerpoint/2010/main" val="2806262779"/>
      </p:ext>
    </p:extLst>
  </p:cSld>
  <p:clrMapOvr>
    <a:masterClrMapping/>
  </p:clrMapOvr>
</p:notes>
</file>

<file path=ppt/slideLayouts/_rels/slideLayout_8000000A_7F29AB4D.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0B_1BFC255D.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1A_8E25020B.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1B_3E7FCD9A.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1C_DDE26DA2.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1D_A19BD630.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C805A4FB.xml"/></Relationships>
</file>

<file path=ppt/slideLayouts/_rels/slideLayout_8000001E_2A75EAE1.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C805A4FB.xml"/></Relationships>
</file>

<file path=ppt/slideLayouts/_rels/slideLayout_8000001F_2A2DDFCE.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C805A4FB.xml"/></Relationships>
</file>

<file path=ppt/slideLayouts/_rels/slideLayout_8000002A_ABBB2B41.xml.rels><?xml version="1.0" encoding="UTF-8" standalone="yes"?>
<Relationships xmlns="http://schemas.openxmlformats.org/package/2006/relationships"><Relationship Id="rId2" Type="http://schemas.openxmlformats.org/officeDocument/2006/relationships/image" Target="../media/image_E31DCEB7.jpeg"/><Relationship Id="rId1" Type="http://schemas.openxmlformats.org/officeDocument/2006/relationships/slideMaster" Target="../slideMasters/slideMaster_80000000_C805A4FB.xml"/></Relationships>
</file>

<file path=ppt/slideLayouts/_rels/slideLayout_8000002B_41BD62A1.xml.rels><?xml version="1.0" encoding="UTF-8" standalone="yes"?>
<Relationships xmlns="http://schemas.openxmlformats.org/package/2006/relationships"><Relationship Id="rId2" Type="http://schemas.openxmlformats.org/officeDocument/2006/relationships/image" Target="../media/image_682DF24.jpeg"/><Relationship Id="rId1" Type="http://schemas.openxmlformats.org/officeDocument/2006/relationships/slideMaster" Target="../slideMasters/slideMaster_80000000_C805A4FB.xml"/></Relationships>
</file>

<file path=ppt/slideLayouts/_rels/slideLayout_8000002C_683B8A58.xml.rels><?xml version="1.0" encoding="UTF-8" standalone="yes"?>
<Relationships xmlns="http://schemas.openxmlformats.org/package/2006/relationships"><Relationship Id="rId2" Type="http://schemas.openxmlformats.org/officeDocument/2006/relationships/image" Target="../media/image_96A9DF1F.jpeg"/><Relationship Id="rId1" Type="http://schemas.openxmlformats.org/officeDocument/2006/relationships/slideMaster" Target="../slideMasters/slideMaster_80000000_C805A4FB.xml"/></Relationships>
</file>

<file path=ppt/slideLayouts/_rels/slideLayout_8000002D_CE2149F8.xml.rels><?xml version="1.0" encoding="UTF-8" standalone="yes"?>
<Relationships xmlns="http://schemas.openxmlformats.org/package/2006/relationships"><Relationship Id="rId2" Type="http://schemas.openxmlformats.org/officeDocument/2006/relationships/image" Target="../media/image_2F9508F5.jpeg"/><Relationship Id="rId1" Type="http://schemas.openxmlformats.org/officeDocument/2006/relationships/slideMaster" Target="../slideMasters/slideMaster_80000000_C805A4FB.xml"/></Relationships>
</file>

<file path=ppt/slideLayouts/_rels/slideLayout_8000002E_7D576F93.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2F_F5227901.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A_697DF336.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C805A4FB.xml"/></Relationships>
</file>

<file path=ppt/slideLayouts/_rels/slideLayout_8000003B_85ECF30B.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C_37CB154C.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D_5BECB569.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E_D8BA9020.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C805A4FB.xml"/></Relationships>
</file>

<file path=ppt/slideLayouts/_rels/slideLayout_8000003F_A267B389.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C805A4FB.xml"/></Relationships>
</file>

<file path=ppt/slideLayouts/_rels/slideLayout_80000001_86CC85D.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02_6F764B11.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03_5E6157D8.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04_6C272CBD.xml.rels><?xml version="1.0" encoding="UTF-8" standalone="yes"?>
<Relationships xmlns="http://schemas.openxmlformats.org/package/2006/relationships"><Relationship Id="rId2" Type="http://schemas.openxmlformats.org/officeDocument/2006/relationships/image" Target="../media/image_E1200601.jpeg"/><Relationship Id="rId1" Type="http://schemas.openxmlformats.org/officeDocument/2006/relationships/slideMaster" Target="../slideMasters/slideMaster_80000000_C805A4FB.xml"/></Relationships>
</file>

<file path=ppt/slideLayouts/_rels/slideLayout_80000005_E3E67467.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C805A4FB.xml"/></Relationships>
</file>

<file path=ppt/slideLayouts/_rels/slideLayout_80000006_629450EF.xml.rels><?xml version="1.0" encoding="UTF-8" standalone="yes"?>
<Relationships xmlns="http://schemas.openxmlformats.org/package/2006/relationships"><Relationship Id="rId2" Type="http://schemas.openxmlformats.org/officeDocument/2006/relationships/image" Target="../media/image_B4B7B7B0.jpeg"/><Relationship Id="rId1" Type="http://schemas.openxmlformats.org/officeDocument/2006/relationships/slideMaster" Target="../slideMasters/slideMaster_80000000_C805A4FB.xml"/></Relationships>
</file>

<file path=ppt/slideLayouts/_rels/slideLayout_80000007_8935A95.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08_7230BBC0.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09_8073B9B7.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18_555663C3.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19_D48EC461.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20_5B62D0CF.xml.rels><?xml version="1.0" encoding="UTF-8" standalone="yes"?>
<Relationships xmlns="http://schemas.openxmlformats.org/package/2006/relationships"><Relationship Id="rId2" Type="http://schemas.openxmlformats.org/officeDocument/2006/relationships/image" Target="../media/image_7B4745B3.jpeg"/><Relationship Id="rId1" Type="http://schemas.openxmlformats.org/officeDocument/2006/relationships/slideMaster" Target="../slideMasters/slideMaster_80000000_C805A4FB.xml"/></Relationships>
</file>

<file path=ppt/slideLayouts/_rels/slideLayout_80000021_8A992D1A.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C805A4FB.xml"/></Relationships>
</file>

<file path=ppt/slideLayouts/_rels/slideLayout_80000022_6D7ADF36.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C805A4FB.xml"/></Relationships>
</file>

<file path=ppt/slideLayouts/_rels/slideLayout_80000023_A4D223FE.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C805A4FB.xml"/></Relationships>
</file>

<file path=ppt/slideLayouts/_rels/slideLayout_80000024_3206CC84.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C805A4FB.xml"/></Relationships>
</file>

<file path=ppt/slideLayouts/_rels/slideLayout_80000025_256A8599.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C805A4FB.xml"/></Relationships>
</file>

<file path=ppt/slideLayouts/_rels/slideLayout_80000026_A852D0CD.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C805A4FB.xml"/></Relationships>
</file>

<file path=ppt/slideLayouts/_rels/slideLayout_80000027_341CAC76.xml.rels><?xml version="1.0" encoding="UTF-8" standalone="yes"?>
<Relationships xmlns="http://schemas.openxmlformats.org/package/2006/relationships"><Relationship Id="rId2" Type="http://schemas.openxmlformats.org/officeDocument/2006/relationships/image" Target="../media/image_FBCBCC42.jpeg"/><Relationship Id="rId1" Type="http://schemas.openxmlformats.org/officeDocument/2006/relationships/slideMaster" Target="../slideMasters/slideMaster_80000000_C805A4FB.xml"/></Relationships>
</file>

<file path=ppt/slideLayouts/_rels/slideLayout_80000028_1E25313D.xml.rels><?xml version="1.0" encoding="UTF-8" standalone="yes"?>
<Relationships xmlns="http://schemas.openxmlformats.org/package/2006/relationships"><Relationship Id="rId2" Type="http://schemas.openxmlformats.org/officeDocument/2006/relationships/image" Target="../media/image_E1200601.jpeg"/><Relationship Id="rId1" Type="http://schemas.openxmlformats.org/officeDocument/2006/relationships/slideMaster" Target="../slideMasters/slideMaster_80000000_C805A4FB.xml"/></Relationships>
</file>

<file path=ppt/slideLayouts/_rels/slideLayout_80000029_BD0BFB25.xml.rels><?xml version="1.0" encoding="UTF-8" standalone="yes"?>
<Relationships xmlns="http://schemas.openxmlformats.org/package/2006/relationships"><Relationship Id="rId2" Type="http://schemas.openxmlformats.org/officeDocument/2006/relationships/image" Target="../media/image_E31DCEB7.jpeg"/><Relationship Id="rId1" Type="http://schemas.openxmlformats.org/officeDocument/2006/relationships/slideMaster" Target="../slideMasters/slideMaster_80000000_C805A4FB.xml"/></Relationships>
</file>

<file path=ppt/slideLayouts/_rels/slideLayout_80000030_498EB81E.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1_269CFE2.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2_1558978E.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3_8C8710A9.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4_F856F540.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5_2A723CB0.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6_556CCC01.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7_8C551827.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8_73E10866.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39_DDA9B340.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40_E95A0730.xml.rels><?xml version="1.0" encoding="UTF-8" standalone="yes"?>
<Relationships xmlns="http://schemas.openxmlformats.org/package/2006/relationships"><Relationship Id="rId2" Type="http://schemas.openxmlformats.org/officeDocument/2006/relationships/image" Target="../media/image_99C361A.jpeg"/><Relationship Id="rId1" Type="http://schemas.openxmlformats.org/officeDocument/2006/relationships/slideMaster" Target="../slideMasters/slideMaster_80000000_C805A4FB.xml"/></Relationships>
</file>

<file path=ppt/slideLayouts/_rels/slideLayout_80000041_FC7B905A.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42_D9E6BE25.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43_FDA769A6.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44_5AD973AC.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45_9FD3DCC.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_rels/slideLayout_80000046_ABA9011B.xml.rels><?xml version="1.0" encoding="UTF-8" standalone="yes"?>
<Relationships xmlns="http://schemas.openxmlformats.org/package/2006/relationships"><Relationship Id="rId1" Type="http://schemas.openxmlformats.org/officeDocument/2006/relationships/slideMaster" Target="../slideMasters/slideMaster_80000000_C805A4FB.xml"/></Relationships>
</file>

<file path=ppt/slideLayouts/slideLayout_8000000A_7F29AB4D.xml><?xml version="1.0" encoding="utf-8"?>
<p:sldLayout xmlns:a="http://schemas.openxmlformats.org/drawingml/2006/main" xmlns:r="http://schemas.openxmlformats.org/officeDocument/2006/relationships" xmlns:p="http://schemas.openxmlformats.org/presentationml/2006/main" type="obj" preserve="1">
  <p:cSld name="Solo contenido (máx.)">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43E0DDC6-288F-0396-655B-40FD1F02F488}"/>
              </a:ext>
            </a:extLst>
          </p:cNvPr>
          <p:cNvSpPr>
            <a:spLocks noGrp="1"/>
          </p:cNvSpPr>
          <p:nvPr>
            <p:ph type="dt" sz="half" idx="10"/>
          </p:nvPr>
        </p:nvSpPr>
        <p:spPr/>
        <p:txBody>
          <a:bodyPr rtlCol="0"/>
          <a:lstStyle/>
          <a:p>
            <a:pPr rtl="0"/>
            <a:r>
              <a:rPr lang="es"/>
              <a:t>20XX</a:t>
            </a:r>
            <a:endParaRPr lang="en-US"/>
          </a:p>
        </p:txBody>
      </p:sp>
      <p:sp>
        <p:nvSpPr>
          <p:cNvPr id="8" name="Marcador de pie de página 7">
            <a:extLst>
              <a:ext uri="{FF2B5EF4-FFF2-40B4-BE49-F238E27FC236}">
                <a16:creationId xmlns:a16="http://schemas.microsoft.com/office/drawing/2014/main" id="{2F864476-B804-0BD9-FC34-B0C08AFEEED1}"/>
              </a:ext>
            </a:extLst>
          </p:cNvPr>
          <p:cNvSpPr>
            <a:spLocks noGrp="1"/>
          </p:cNvSpPr>
          <p:nvPr>
            <p:ph type="ftr" sz="quarter" idx="11"/>
          </p:nvPr>
        </p:nvSpPr>
        <p:spPr/>
        <p:txBody>
          <a:bodyPr rtlCol="0"/>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DF063844-6E4E-2F08-3516-C4D3B9284D77}"/>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612648" y="548640"/>
            <a:ext cx="11064240" cy="576072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rtlCol="0" anchor="ctr">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133437261"/>
      </p:ext>
    </p:extLst>
  </p:cSld>
  <p:clrMapOvr>
    <a:masterClrMapping/>
  </p:clrMapOvr>
</p:sldLayout>
</file>

<file path=ppt/slideLayouts/slideLayout_8000000B_1BFC255D.xml><?xml version="1.0" encoding="utf-8"?>
<p:sldLayout xmlns:a="http://schemas.openxmlformats.org/drawingml/2006/main" xmlns:r="http://schemas.openxmlformats.org/officeDocument/2006/relationships" xmlns:p="http://schemas.openxmlformats.org/presentationml/2006/main" preserve="1">
  <p:cSld name="Título, contenido 1">
    <p:spTree>
      <p:nvGrpSpPr>
        <p:cNvPr id="1" name=""/>
        <p:cNvGrpSpPr/>
        <p:nvPr/>
      </p:nvGrpSpPr>
      <p:grpSpPr>
        <a:xfrm>
          <a:off x="0" y="0"/>
          <a:ext cx="0" cy="0"/>
          <a:chOff x="0" y="0"/>
          <a:chExt cx="0" cy="0"/>
        </a:xfrm>
      </p:grpSpPr>
      <p:sp>
        <p:nvSpPr>
          <p:cNvPr id="8" name="Marcador de fecha 7">
            <a:extLst>
              <a:ext uri="{FF2B5EF4-FFF2-40B4-BE49-F238E27FC236}">
                <a16:creationId xmlns:a16="http://schemas.microsoft.com/office/drawing/2014/main" id="{2DECF7E6-548D-A95C-6299-222EE29ED544}"/>
              </a:ext>
            </a:extLst>
          </p:cNvPr>
          <p:cNvSpPr>
            <a:spLocks noGrp="1"/>
          </p:cNvSpPr>
          <p:nvPr>
            <p:ph type="dt" sz="half" idx="10"/>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8C9320CA-5CD7-A07A-0CA7-261225AAEF77}"/>
              </a:ext>
            </a:extLst>
          </p:cNvPr>
          <p:cNvSpPr>
            <a:spLocks noGrp="1"/>
          </p:cNvSpPr>
          <p:nvPr>
            <p:ph type="ftr" sz="quarter" idx="11"/>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A6E4DA78-A37F-D95F-BF1F-990B686AB49D}"/>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cxnSp>
        <p:nvCxnSpPr>
          <p:cNvPr id="5" name="Conector recto 4">
            <a:extLst>
              <a:ext uri="{FF2B5EF4-FFF2-40B4-BE49-F238E27FC236}">
                <a16:creationId xmlns:a16="http://schemas.microsoft.com/office/drawing/2014/main" id="{24AA4CE4-9F92-EBE7-4432-1CC495C84A5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7994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Marcador de contenido 2">
            <a:extLst>
              <a:ext uri="{FF2B5EF4-FFF2-40B4-BE49-F238E27FC236}">
                <a16:creationId xmlns:a16="http://schemas.microsoft.com/office/drawing/2014/main" id="{81BCB7D0-5251-C561-D00E-00DA3123B09B}"/>
              </a:ext>
            </a:extLst>
          </p:cNvPr>
          <p:cNvSpPr>
            <a:spLocks noGrp="1"/>
          </p:cNvSpPr>
          <p:nvPr>
            <p:ph idx="13"/>
          </p:nvPr>
        </p:nvSpPr>
        <p:spPr>
          <a:xfrm>
            <a:off x="5029200" y="2057400"/>
            <a:ext cx="6272784" cy="42062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612648" y="2057400"/>
            <a:ext cx="4114800" cy="42062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653578" cy="1097280"/>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469509469"/>
      </p:ext>
    </p:extLst>
  </p:cSld>
  <p:clrMapOvr>
    <a:masterClrMapping/>
  </p:clrMapOvr>
</p:sldLayout>
</file>

<file path=ppt/slideLayouts/slideLayout_8000001A_8E25020B.xml><?xml version="1.0" encoding="utf-8"?>
<p:sldLayout xmlns:a="http://schemas.openxmlformats.org/drawingml/2006/main" xmlns:r="http://schemas.openxmlformats.org/officeDocument/2006/relationships" xmlns:p="http://schemas.openxmlformats.org/presentationml/2006/main" preserve="1">
  <p:cSld name="Título, contenido 4">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4F9D7577-84D0-8E65-F175-AA3A5FA9D53A}"/>
              </a:ext>
            </a:extLst>
          </p:cNvPr>
          <p:cNvSpPr>
            <a:spLocks noGrp="1"/>
          </p:cNvSpPr>
          <p:nvPr>
            <p:ph type="dt" sz="half" idx="14"/>
          </p:nvPr>
        </p:nvSpPr>
        <p:spPr/>
        <p:txBody>
          <a:bodyPr rtlCol="0"/>
          <a:lstStyle/>
          <a:p>
            <a:pPr rtl="0"/>
            <a:r>
              <a:rPr lang="es"/>
              <a:t>20XX</a:t>
            </a:r>
            <a:endParaRPr lang="en-US"/>
          </a:p>
        </p:txBody>
      </p:sp>
      <p:sp>
        <p:nvSpPr>
          <p:cNvPr id="7" name="Marcador de pie de página 6">
            <a:extLst>
              <a:ext uri="{FF2B5EF4-FFF2-40B4-BE49-F238E27FC236}">
                <a16:creationId xmlns:a16="http://schemas.microsoft.com/office/drawing/2014/main" id="{986F5B01-BF55-2BAF-56B6-E899627F42D2}"/>
              </a:ext>
            </a:extLst>
          </p:cNvPr>
          <p:cNvSpPr>
            <a:spLocks noGrp="1"/>
          </p:cNvSpPr>
          <p:nvPr>
            <p:ph type="ftr" sz="quarter" idx="15"/>
          </p:nvPr>
        </p:nvSpPr>
        <p:spPr/>
        <p:txBody>
          <a:bodyPr rtlCol="0"/>
          <a:lstStyle/>
          <a:p>
            <a:pPr rtl="0"/>
            <a:r>
              <a:rPr lang="es"/>
              <a:t>Muestra de texto de pie de página</a:t>
            </a:r>
            <a:endParaRPr lang="en-US"/>
          </a:p>
        </p:txBody>
      </p:sp>
      <p:sp>
        <p:nvSpPr>
          <p:cNvPr id="9" name="Marcador de número de diapositiva 8">
            <a:extLst>
              <a:ext uri="{FF2B5EF4-FFF2-40B4-BE49-F238E27FC236}">
                <a16:creationId xmlns:a16="http://schemas.microsoft.com/office/drawing/2014/main" id="{00816FB1-9386-19EC-51AC-B9A15BF6631F}"/>
              </a:ext>
            </a:extLst>
          </p:cNvPr>
          <p:cNvSpPr>
            <a:spLocks noGrp="1"/>
          </p:cNvSpPr>
          <p:nvPr>
            <p:ph type="sldNum" sz="quarter" idx="16"/>
          </p:nvPr>
        </p:nvSpPr>
        <p:spPr/>
        <p:txBody>
          <a:bodyPr rtlCol="0"/>
          <a:lstStyle/>
          <a:p>
            <a:pPr rtl="0"/>
            <a:fld id="{CC057153-B650-4DEB-B370-79DDCFDCE934}" type="slidenum">
              <a:rPr lang="en-US" smtClean="0"/>
              <a:pPr rtl="0"/>
              <a:t/>
            </a:fld>
            <a:endParaRPr lang="en-US"/>
          </a:p>
        </p:txBody>
      </p:sp>
      <p:cxnSp>
        <p:nvCxnSpPr>
          <p:cNvPr id="4" name="Conector recto 3">
            <a:extLst>
              <a:ext uri="{FF2B5EF4-FFF2-40B4-BE49-F238E27FC236}">
                <a16:creationId xmlns:a16="http://schemas.microsoft.com/office/drawing/2014/main" id="{93ED1E03-CCC3-C651-F12B-D82FFEF34295}"/>
              </a:ext>
              <a:ext uri="{C183D7F6-B498-43B3-948B-1728B52AA6E4}">
                <adec:decorative xmlns:adec="http://schemas.microsoft.com/office/drawing/2017/decorative" val="0"/>
              </a:ext>
            </a:extLst>
          </p:cNvPr>
          <p:cNvCxnSpPr>
            <a:cxnSpLocks/>
          </p:cNvCxnSpPr>
          <p:nvPr userDrawn="1"/>
        </p:nvCxnSpPr>
        <p:spPr>
          <a:xfrm>
            <a:off x="5180565"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FFB4667A-FE47-8556-FD3A-55FDBA801D76}"/>
              </a:ext>
            </a:extLst>
          </p:cNvPr>
          <p:cNvSpPr>
            <a:spLocks noGrp="1"/>
          </p:cNvSpPr>
          <p:nvPr>
            <p:ph sz="quarter" idx="13"/>
          </p:nvPr>
        </p:nvSpPr>
        <p:spPr>
          <a:xfrm>
            <a:off x="5519738" y="1019969"/>
            <a:ext cx="5681662" cy="4818062"/>
          </a:xfrm>
        </p:spPr>
        <p:txBody>
          <a:bodyPr rtlCol="0" anchor="ctr" anchorCtr="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8" y="1109588"/>
            <a:ext cx="4251960" cy="4638825"/>
          </a:xfrm>
        </p:spPr>
        <p:txBody>
          <a:bodyPr rtlCol="0" anchor="ctr" anchorCtr="0">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384790027"/>
      </p:ext>
    </p:extLst>
  </p:cSld>
  <p:clrMapOvr>
    <a:masterClrMapping/>
  </p:clrMapOvr>
</p:sldLayout>
</file>

<file path=ppt/slideLayouts/slideLayout_8000001B_3E7FCD9A.xml><?xml version="1.0" encoding="utf-8"?>
<p:sldLayout xmlns:a="http://schemas.openxmlformats.org/drawingml/2006/main" xmlns:r="http://schemas.openxmlformats.org/officeDocument/2006/relationships" xmlns:p="http://schemas.openxmlformats.org/presentationml/2006/main" preserve="1">
  <p:cSld name="Título, contenido 5">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9B941A79-4BD9-A2CF-F9C6-13404271A92E}"/>
              </a:ext>
            </a:extLst>
          </p:cNvPr>
          <p:cNvSpPr>
            <a:spLocks noGrp="1"/>
          </p:cNvSpPr>
          <p:nvPr>
            <p:ph type="dt" sz="half" idx="14"/>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ED3D79FB-B514-6D41-960D-2AFED2C5755A}"/>
              </a:ext>
            </a:extLst>
          </p:cNvPr>
          <p:cNvSpPr>
            <a:spLocks noGrp="1"/>
          </p:cNvSpPr>
          <p:nvPr>
            <p:ph type="ftr" sz="quarter" idx="15"/>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BC479939-236D-71CE-FE51-BFB4BC63128B}"/>
              </a:ext>
            </a:extLst>
          </p:cNvPr>
          <p:cNvSpPr>
            <a:spLocks noGrp="1"/>
          </p:cNvSpPr>
          <p:nvPr>
            <p:ph type="sldNum" sz="quarter" idx="16"/>
          </p:nvPr>
        </p:nvSpPr>
        <p:spPr/>
        <p:txBody>
          <a:bodyPr rtlCol="0"/>
          <a:lstStyle/>
          <a:p>
            <a:pPr rtl="0"/>
            <a:fld id="{CC057153-B650-4DEB-B370-79DDCFDCE934}" type="slidenum">
              <a:rPr lang="en-US" smtClean="0"/>
              <a:pPr rtl="0"/>
              <a:t/>
            </a:fld>
            <a:endParaRPr lang="en-US"/>
          </a:p>
        </p:txBody>
      </p:sp>
      <p:cxnSp>
        <p:nvCxnSpPr>
          <p:cNvPr id="4" name="Conector recto 3">
            <a:extLst>
              <a:ext uri="{FF2B5EF4-FFF2-40B4-BE49-F238E27FC236}">
                <a16:creationId xmlns:a16="http://schemas.microsoft.com/office/drawing/2014/main" id="{4ED258CD-8D56-A34C-10C5-99A4BC7A0603}"/>
              </a:ext>
              <a:ext uri="{C183D7F6-B498-43B3-948B-1728B52AA6E4}">
                <adec:decorative xmlns:adec="http://schemas.microsoft.com/office/drawing/2017/decorative" val="0"/>
              </a:ext>
            </a:extLst>
          </p:cNvPr>
          <p:cNvCxnSpPr>
            <a:cxnSpLocks/>
          </p:cNvCxnSpPr>
          <p:nvPr userDrawn="1"/>
        </p:nvCxnSpPr>
        <p:spPr>
          <a:xfrm>
            <a:off x="5180565"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C6F072A2-EBC7-B7EA-DA98-BAC0AA46E7A4}"/>
              </a:ext>
            </a:extLst>
          </p:cNvPr>
          <p:cNvSpPr>
            <a:spLocks noGrp="1"/>
          </p:cNvSpPr>
          <p:nvPr>
            <p:ph sz="quarter" idx="13"/>
          </p:nvPr>
        </p:nvSpPr>
        <p:spPr>
          <a:xfrm>
            <a:off x="5522913" y="540000"/>
            <a:ext cx="6159500" cy="5778000"/>
          </a:xfrm>
        </p:spPr>
        <p:txBody>
          <a:bodyPr rtlCol="0" anchor="ctr" anchorCtr="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7" y="958670"/>
            <a:ext cx="4251960" cy="4940661"/>
          </a:xfrm>
        </p:spPr>
        <p:txBody>
          <a:bodyPr rtlCol="0" anchor="ctr" anchorCtr="0">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048563098"/>
      </p:ext>
    </p:extLst>
  </p:cSld>
  <p:clrMapOvr>
    <a:masterClrMapping/>
  </p:clrMapOvr>
</p:sldLayout>
</file>

<file path=ppt/slideLayouts/slideLayout_8000001C_DDE26DA2.xml><?xml version="1.0" encoding="utf-8"?>
<p:sldLayout xmlns:a="http://schemas.openxmlformats.org/drawingml/2006/main" xmlns:r="http://schemas.openxmlformats.org/officeDocument/2006/relationships" xmlns:p="http://schemas.openxmlformats.org/presentationml/2006/main" preserve="1">
  <p:cSld name="Título, contenido 6">
    <p:spTree>
      <p:nvGrpSpPr>
        <p:cNvPr id="1" name=""/>
        <p:cNvGrpSpPr/>
        <p:nvPr/>
      </p:nvGrpSpPr>
      <p:grpSpPr>
        <a:xfrm>
          <a:off x="0" y="0"/>
          <a:ext cx="0" cy="0"/>
          <a:chOff x="0" y="0"/>
          <a:chExt cx="0" cy="0"/>
        </a:xfrm>
      </p:grpSpPr>
      <p:sp>
        <p:nvSpPr>
          <p:cNvPr id="12" name="Marcador de fecha 11">
            <a:extLst>
              <a:ext uri="{FF2B5EF4-FFF2-40B4-BE49-F238E27FC236}">
                <a16:creationId xmlns:a16="http://schemas.microsoft.com/office/drawing/2014/main" id="{4201033E-3CF1-012B-3D57-0E83BF8A0C18}"/>
              </a:ext>
            </a:extLst>
          </p:cNvPr>
          <p:cNvSpPr>
            <a:spLocks noGrp="1"/>
          </p:cNvSpPr>
          <p:nvPr>
            <p:ph type="dt" sz="half" idx="14"/>
          </p:nvPr>
        </p:nvSpPr>
        <p:spPr/>
        <p:txBody>
          <a:bodyPr rtlCol="0"/>
          <a:lstStyle/>
          <a:p>
            <a:pPr rtl="0"/>
            <a:r>
              <a:rPr lang="es"/>
              <a:t>20XX</a:t>
            </a:r>
            <a:endParaRPr lang="en-US"/>
          </a:p>
        </p:txBody>
      </p:sp>
      <p:sp>
        <p:nvSpPr>
          <p:cNvPr id="13" name="Marcador de pie de página 12">
            <a:extLst>
              <a:ext uri="{FF2B5EF4-FFF2-40B4-BE49-F238E27FC236}">
                <a16:creationId xmlns:a16="http://schemas.microsoft.com/office/drawing/2014/main" id="{1BE8DA7A-2CBC-FB81-7447-3E314B07C27C}"/>
              </a:ext>
            </a:extLst>
          </p:cNvPr>
          <p:cNvSpPr>
            <a:spLocks noGrp="1"/>
          </p:cNvSpPr>
          <p:nvPr>
            <p:ph type="ftr" sz="quarter" idx="15"/>
          </p:nvPr>
        </p:nvSpPr>
        <p:spPr/>
        <p:txBody>
          <a:bodyPr rtlCol="0"/>
          <a:lstStyle/>
          <a:p>
            <a:pPr rtl="0"/>
            <a:r>
              <a:rPr lang="es"/>
              <a:t>Ejemplo de Texto de pie de página</a:t>
            </a:r>
            <a:endParaRPr lang="en-US"/>
          </a:p>
        </p:txBody>
      </p:sp>
      <p:sp>
        <p:nvSpPr>
          <p:cNvPr id="14" name="Marcador de número de diapositiva 13">
            <a:extLst>
              <a:ext uri="{FF2B5EF4-FFF2-40B4-BE49-F238E27FC236}">
                <a16:creationId xmlns:a16="http://schemas.microsoft.com/office/drawing/2014/main" id="{7F644DAC-01A3-C6F5-4FC4-6A391EF78F7F}"/>
              </a:ext>
            </a:extLst>
          </p:cNvPr>
          <p:cNvSpPr>
            <a:spLocks noGrp="1"/>
          </p:cNvSpPr>
          <p:nvPr>
            <p:ph type="sldNum" sz="quarter" idx="16"/>
          </p:nvPr>
        </p:nvSpPr>
        <p:spPr/>
        <p:txBody>
          <a:bodyPr rtlCol="0"/>
          <a:lstStyle/>
          <a:p>
            <a:pPr rtl="0"/>
            <a:fld id="{CC057153-B650-4DEB-B370-79DDCFDCE934}" type="slidenum">
              <a:rPr lang="en-US" smtClean="0"/>
              <a:pPr rtl="0"/>
              <a:t/>
            </a:fld>
            <a:endParaRPr lang="en-US"/>
          </a:p>
        </p:txBody>
      </p:sp>
      <p:cxnSp>
        <p:nvCxnSpPr>
          <p:cNvPr id="3" name="Conector recto 2">
            <a:extLst>
              <a:ext uri="{FF2B5EF4-FFF2-40B4-BE49-F238E27FC236}">
                <a16:creationId xmlns:a16="http://schemas.microsoft.com/office/drawing/2014/main" id="{0EE82159-04CB-6B36-77D1-CFE83702848C}"/>
              </a:ext>
              <a:ext uri="{C183D7F6-B498-43B3-948B-1728B52AA6E4}">
                <adec:decorative xmlns:adec="http://schemas.microsoft.com/office/drawing/2017/decorative" val="0"/>
              </a:ext>
            </a:extLst>
          </p:cNvPr>
          <p:cNvCxnSpPr>
            <a:cxnSpLocks/>
          </p:cNvCxnSpPr>
          <p:nvPr userDrawn="1"/>
        </p:nvCxnSpPr>
        <p:spPr>
          <a:xfrm>
            <a:off x="4187952"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rtlCol="0" anchor="ctr" anchorCtr="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rtlCol="0" anchor="ctr" anchorCtr="0">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722603938"/>
      </p:ext>
    </p:extLst>
  </p:cSld>
  <p:clrMapOvr>
    <a:masterClrMapping/>
  </p:clrMapOvr>
</p:sldLayout>
</file>

<file path=ppt/slideLayouts/slideLayout_8000001D_A19BD630.xml><?xml version="1.0" encoding="utf-8"?>
<p:sldLayout xmlns:a="http://schemas.openxmlformats.org/drawingml/2006/main" xmlns:r="http://schemas.openxmlformats.org/officeDocument/2006/relationships" xmlns:p="http://schemas.openxmlformats.org/presentationml/2006/main" preserve="1">
  <p:cSld name="Foto de contenido 1">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757F0AA2-65B9-A2D7-CA47-01455F4D74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793885"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257899" y="255814"/>
            <a:ext cx="4278085" cy="6346371"/>
          </a:xfrm>
          <a:blipFill>
            <a:blip r:embed="rId2">
              <a:alphaModFix amt="60000"/>
            </a:blip>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1350E950-B4F0-1528-7801-D62516B25059}"/>
              </a:ext>
            </a:extLst>
          </p:cNvPr>
          <p:cNvSpPr>
            <a:spLocks noGrp="1"/>
          </p:cNvSpPr>
          <p:nvPr>
            <p:ph type="dt" sz="half" idx="15"/>
          </p:nvPr>
        </p:nvSpPr>
        <p:spPr>
          <a:xfrm>
            <a:off x="5251084" y="6355080"/>
            <a:ext cx="1350437" cy="457200"/>
          </a:xfrm>
        </p:spPr>
        <p:txBody>
          <a:bodyPr rtlCol="0"/>
          <a:lstStyle/>
          <a:p>
            <a:pPr rtl="0"/>
            <a:r>
              <a:rPr lang="es"/>
              <a:t>20XX</a:t>
            </a:r>
            <a:endParaRPr lang="en-US"/>
          </a:p>
        </p:txBody>
      </p:sp>
      <p:sp>
        <p:nvSpPr>
          <p:cNvPr id="6" name="Marcador de pie de página 5">
            <a:extLst>
              <a:ext uri="{FF2B5EF4-FFF2-40B4-BE49-F238E27FC236}">
                <a16:creationId xmlns:a16="http://schemas.microsoft.com/office/drawing/2014/main" id="{F4542BAC-2F9D-47B8-7DD9-6A4CA38FF156}"/>
              </a:ext>
            </a:extLst>
          </p:cNvPr>
          <p:cNvSpPr>
            <a:spLocks noGrp="1"/>
          </p:cNvSpPr>
          <p:nvPr>
            <p:ph type="ftr" sz="quarter" idx="16"/>
          </p:nvPr>
        </p:nvSpPr>
        <p:spPr>
          <a:xfrm>
            <a:off x="6721846" y="6355080"/>
            <a:ext cx="3561439" cy="457200"/>
          </a:xfrm>
        </p:spPr>
        <p:txBody>
          <a:bodyPr rtlCol="0"/>
          <a:lstStyle/>
          <a:p>
            <a:pPr rtl="0"/>
            <a:r>
              <a:rPr lang="es"/>
              <a:t>Ejemplo de Texto de pie de página</a:t>
            </a:r>
            <a:endParaRPr lang="en-US"/>
          </a:p>
        </p:txBody>
      </p:sp>
      <p:sp>
        <p:nvSpPr>
          <p:cNvPr id="7" name="Marcador de número de diapositiva 6">
            <a:extLst>
              <a:ext uri="{FF2B5EF4-FFF2-40B4-BE49-F238E27FC236}">
                <a16:creationId xmlns:a16="http://schemas.microsoft.com/office/drawing/2014/main" id="{564E0DAA-9A85-8007-5B0C-C63F8ECF6F45}"/>
              </a:ext>
            </a:extLst>
          </p:cNvPr>
          <p:cNvSpPr>
            <a:spLocks noGrp="1"/>
          </p:cNvSpPr>
          <p:nvPr>
            <p:ph type="sldNum" sz="quarter" idx="17"/>
          </p:nvPr>
        </p:nvSpPr>
        <p:spPr>
          <a:xfrm>
            <a:off x="10919011" y="6355080"/>
            <a:ext cx="746807"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5303520" y="1618488"/>
            <a:ext cx="6400800" cy="448056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5303519" y="457200"/>
            <a:ext cx="6400800" cy="932688"/>
          </a:xfrm>
        </p:spPr>
        <p:txBody>
          <a:bodyPr rtlCol="0" anchor="b"/>
          <a:lstStyle/>
          <a:p>
            <a:pPr rtl="0"/>
            <a:r>
              <a:rPr lang="es"/>
              <a:t>Haga clic para modificar el estilo de título del patrón</a:t>
            </a:r>
            <a:endParaRPr lang="en-US"/>
          </a:p>
        </p:txBody>
      </p:sp>
    </p:spTree>
    <p:extLst>
      <p:ext uri="{BB962C8B-B14F-4D97-AF65-F5344CB8AC3E}">
        <p14:creationId xmlns:p14="http://schemas.microsoft.com/office/powerpoint/2010/main" val="2711344688"/>
      </p:ext>
    </p:extLst>
  </p:cSld>
  <p:clrMapOvr>
    <a:masterClrMapping/>
  </p:clrMapOvr>
</p:sldLayout>
</file>

<file path=ppt/slideLayouts/slideLayout_8000001E_2A75EAE1.xml><?xml version="1.0" encoding="utf-8"?>
<p:sldLayout xmlns:a="http://schemas.openxmlformats.org/drawingml/2006/main" xmlns:r="http://schemas.openxmlformats.org/officeDocument/2006/relationships" xmlns:p="http://schemas.openxmlformats.org/presentationml/2006/main" preserve="1" userDrawn="1">
  <p:cSld name="Foto del contenido 2">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68FD0F4-4FB4-9271-2CAA-94C5596FD1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8115" y="0"/>
            <a:ext cx="4793885"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7780266" y="315687"/>
            <a:ext cx="4096048" cy="6193970"/>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ECACFE06-66FE-188C-C142-5832CB6A35D3}"/>
              </a:ext>
            </a:extLst>
          </p:cNvPr>
          <p:cNvSpPr>
            <a:spLocks noGrp="1"/>
          </p:cNvSpPr>
          <p:nvPr>
            <p:ph type="dt" sz="half" idx="15"/>
          </p:nvPr>
        </p:nvSpPr>
        <p:spPr>
          <a:xfrm>
            <a:off x="612648" y="6355080"/>
            <a:ext cx="813816" cy="457200"/>
          </a:xfrm>
        </p:spPr>
        <p:txBody>
          <a:bodyPr rtlCol="0"/>
          <a:lstStyle/>
          <a:p>
            <a:pPr rtl="0"/>
            <a:r>
              <a:rPr lang="es"/>
              <a:t>20XX</a:t>
            </a:r>
            <a:endParaRPr lang="en-US"/>
          </a:p>
        </p:txBody>
      </p:sp>
      <p:sp>
        <p:nvSpPr>
          <p:cNvPr id="5" name="Marcador de pie de página 4">
            <a:extLst>
              <a:ext uri="{FF2B5EF4-FFF2-40B4-BE49-F238E27FC236}">
                <a16:creationId xmlns:a16="http://schemas.microsoft.com/office/drawing/2014/main" id="{E937C061-DA9C-F695-2C37-91B103673B57}"/>
              </a:ext>
            </a:extLst>
          </p:cNvPr>
          <p:cNvSpPr>
            <a:spLocks noGrp="1"/>
          </p:cNvSpPr>
          <p:nvPr>
            <p:ph type="ftr" sz="quarter" idx="16"/>
          </p:nvPr>
        </p:nvSpPr>
        <p:spPr>
          <a:xfrm>
            <a:off x="1792287" y="6355080"/>
            <a:ext cx="3950208" cy="457200"/>
          </a:xfrm>
        </p:spPr>
        <p:txBody>
          <a:bodyPr rtlCol="0"/>
          <a:lstStyle/>
          <a:p>
            <a:pPr rtl="0"/>
            <a:r>
              <a:rPr lang="es"/>
              <a:t>Ejemplo de Texto de pie de página</a:t>
            </a:r>
            <a:endParaRPr lang="en-US"/>
          </a:p>
        </p:txBody>
      </p:sp>
      <p:sp>
        <p:nvSpPr>
          <p:cNvPr id="6" name="Marcador de número de diapositiva 5">
            <a:extLst>
              <a:ext uri="{FF2B5EF4-FFF2-40B4-BE49-F238E27FC236}">
                <a16:creationId xmlns:a16="http://schemas.microsoft.com/office/drawing/2014/main" id="{FF3CD2F8-3F55-131B-B2C4-E82B74347640}"/>
              </a:ext>
            </a:extLst>
          </p:cNvPr>
          <p:cNvSpPr>
            <a:spLocks noGrp="1"/>
          </p:cNvSpPr>
          <p:nvPr>
            <p:ph type="sldNum" sz="quarter" idx="17"/>
          </p:nvPr>
        </p:nvSpPr>
        <p:spPr>
          <a:xfrm>
            <a:off x="5693664" y="6355080"/>
            <a:ext cx="1328928"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711" y="1828800"/>
            <a:ext cx="6309360" cy="4489704"/>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711" y="457200"/>
            <a:ext cx="6309360" cy="1143000"/>
          </a:xfrm>
        </p:spPr>
        <p:txBody>
          <a:bodyPr rtlCol="0" anchor="b"/>
          <a:lstStyle/>
          <a:p>
            <a:pPr rtl="0"/>
            <a:r>
              <a:rPr lang="es"/>
              <a:t>Haga clic para modificar el estilo de título del patrón</a:t>
            </a:r>
            <a:endParaRPr lang="en-US"/>
          </a:p>
        </p:txBody>
      </p:sp>
    </p:spTree>
    <p:extLst>
      <p:ext uri="{BB962C8B-B14F-4D97-AF65-F5344CB8AC3E}">
        <p14:creationId xmlns:p14="http://schemas.microsoft.com/office/powerpoint/2010/main" val="712370913"/>
      </p:ext>
    </p:extLst>
  </p:cSld>
  <p:clrMapOvr>
    <a:masterClrMapping/>
  </p:clrMapOvr>
</p:sldLayout>
</file>

<file path=ppt/slideLayouts/slideLayout_8000001F_2A2DDFCE.xml><?xml version="1.0" encoding="utf-8"?>
<p:sldLayout xmlns:a="http://schemas.openxmlformats.org/drawingml/2006/main" xmlns:r="http://schemas.openxmlformats.org/officeDocument/2006/relationships" xmlns:p="http://schemas.openxmlformats.org/presentationml/2006/main" preserve="1">
  <p:cSld name="Foto del contenido 3">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6A1F6EB6-BF49-C9A6-97B0-04FBC8CA1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02336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283029" y="293914"/>
            <a:ext cx="3472542" cy="6346372"/>
          </a:xfrm>
          <a:blipFill>
            <a:blip r:embed="rId2">
              <a:alphaModFix amt="60000"/>
            </a:blip>
            <a:stretch>
              <a:fillRect/>
            </a:stretch>
          </a:blipFill>
        </p:spPr>
        <p:txBody>
          <a:bodyPr rtlCol="0"/>
          <a:lstStyle/>
          <a:p>
            <a:pPr rtl="0"/>
            <a:r>
              <a:rPr lang="es"/>
              <a:t>Haga clic en el icono para agregar una imagen</a:t>
            </a:r>
          </a:p>
        </p:txBody>
      </p:sp>
      <p:sp>
        <p:nvSpPr>
          <p:cNvPr id="3" name="Marcador de fecha 2">
            <a:extLst>
              <a:ext uri="{FF2B5EF4-FFF2-40B4-BE49-F238E27FC236}">
                <a16:creationId xmlns:a16="http://schemas.microsoft.com/office/drawing/2014/main" id="{031B491C-0C38-AF60-0CE1-6DF8F3BD1131}"/>
              </a:ext>
            </a:extLst>
          </p:cNvPr>
          <p:cNvSpPr>
            <a:spLocks noGrp="1"/>
          </p:cNvSpPr>
          <p:nvPr>
            <p:ph type="dt" sz="half" idx="15"/>
          </p:nvPr>
        </p:nvSpPr>
        <p:spPr>
          <a:xfrm>
            <a:off x="4480556" y="6355080"/>
            <a:ext cx="1007927" cy="457200"/>
          </a:xfrm>
        </p:spPr>
        <p:txBody>
          <a:bodyPr rtlCol="0"/>
          <a:lstStyle/>
          <a:p>
            <a:pPr rtl="0"/>
            <a:r>
              <a:rPr lang="es"/>
              <a:t>20XX</a:t>
            </a:r>
            <a:endParaRPr lang="en-US"/>
          </a:p>
        </p:txBody>
      </p:sp>
      <p:sp>
        <p:nvSpPr>
          <p:cNvPr id="4" name="Marcador de pie de página 3">
            <a:extLst>
              <a:ext uri="{FF2B5EF4-FFF2-40B4-BE49-F238E27FC236}">
                <a16:creationId xmlns:a16="http://schemas.microsoft.com/office/drawing/2014/main" id="{3EB7351A-8AFB-3477-2CDF-532AD392DA3A}"/>
              </a:ext>
            </a:extLst>
          </p:cNvPr>
          <p:cNvSpPr>
            <a:spLocks noGrp="1"/>
          </p:cNvSpPr>
          <p:nvPr>
            <p:ph type="ftr" sz="quarter" idx="16"/>
          </p:nvPr>
        </p:nvSpPr>
        <p:spPr>
          <a:xfrm>
            <a:off x="5488484" y="6355080"/>
            <a:ext cx="5169408" cy="457200"/>
          </a:xfrm>
        </p:spPr>
        <p:txBody>
          <a:bodyPr rtlCol="0"/>
          <a:lstStyle/>
          <a:p>
            <a:pPr rtl="0"/>
            <a:r>
              <a:rPr lang="es"/>
              <a:t>Muestra de texto de pie de página</a:t>
            </a:r>
            <a:endParaRPr lang="en-US"/>
          </a:p>
        </p:txBody>
      </p:sp>
      <p:sp>
        <p:nvSpPr>
          <p:cNvPr id="9" name="Marcador de número de diapositiva 8">
            <a:extLst>
              <a:ext uri="{FF2B5EF4-FFF2-40B4-BE49-F238E27FC236}">
                <a16:creationId xmlns:a16="http://schemas.microsoft.com/office/drawing/2014/main" id="{47FCC8F5-4F17-C14E-2E45-E42F5103B38D}"/>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cxnSp>
        <p:nvCxnSpPr>
          <p:cNvPr id="6" name="Conector recto 5">
            <a:extLst>
              <a:ext uri="{FF2B5EF4-FFF2-40B4-BE49-F238E27FC236}">
                <a16:creationId xmlns:a16="http://schemas.microsoft.com/office/drawing/2014/main" id="{2E2F0B12-448D-F22C-AC76-89212035BCC1}"/>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4572000" y="193852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818B74D6-CD72-B859-C229-60DB988B25E3}"/>
              </a:ext>
            </a:extLst>
          </p:cNvPr>
          <p:cNvSpPr>
            <a:spLocks noGrp="1"/>
          </p:cNvSpPr>
          <p:nvPr>
            <p:ph sz="quarter" idx="14"/>
          </p:nvPr>
        </p:nvSpPr>
        <p:spPr>
          <a:xfrm>
            <a:off x="4480559" y="2103120"/>
            <a:ext cx="7185259" cy="423367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480559" y="548640"/>
            <a:ext cx="7185259" cy="1133856"/>
          </a:xfrm>
        </p:spPr>
        <p:txBody>
          <a:bodyPr rtlCol="0" anchor="b"/>
          <a:lstStyle/>
          <a:p>
            <a:pPr rtl="0"/>
            <a:r>
              <a:rPr lang="es"/>
              <a:t>Haga clic para modificar el estilo de título del patrón</a:t>
            </a:r>
            <a:endParaRPr lang="en-US"/>
          </a:p>
        </p:txBody>
      </p:sp>
    </p:spTree>
    <p:extLst>
      <p:ext uri="{BB962C8B-B14F-4D97-AF65-F5344CB8AC3E}">
        <p14:creationId xmlns:p14="http://schemas.microsoft.com/office/powerpoint/2010/main" val="707649486"/>
      </p:ext>
    </p:extLst>
  </p:cSld>
  <p:clrMapOvr>
    <a:masterClrMapping/>
  </p:clrMapOvr>
</p:sldLayout>
</file>

<file path=ppt/slideLayouts/slideLayout_8000002A_ABBB2B41.xml><?xml version="1.0" encoding="utf-8"?>
<p:sldLayout xmlns:a="http://schemas.openxmlformats.org/drawingml/2006/main" xmlns:r="http://schemas.openxmlformats.org/officeDocument/2006/relationships" xmlns:p="http://schemas.openxmlformats.org/presentationml/2006/main" preserve="1">
  <p:cSld name="Foto del contenido 14">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D96D1AEC-51B3-9FC8-27B9-1A441AB4A7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063240"/>
            <a:ext cx="12188952" cy="379476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457200" y="3520440"/>
            <a:ext cx="11274552" cy="2880360"/>
          </a:xfrm>
          <a:blipFill>
            <a:blip r:embed="rId2">
              <a:alphaModFix amt="60000"/>
            </a:blip>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a:xfrm>
            <a:off x="365760" y="59778"/>
            <a:ext cx="3494314" cy="365125"/>
          </a:xfrm>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rtlCol="0"/>
          <a:lstStyle/>
          <a:p>
            <a:pPr rtl="0"/>
            <a:fld id="{CC057153-B650-4DEB-B370-79DDCFDCE934}" type="slidenum">
              <a:rPr lang="en-US" smtClean="0"/>
              <a:t/>
            </a:fld>
            <a:endParaRPr lang="en-US"/>
          </a:p>
        </p:txBody>
      </p:sp>
      <p:cxnSp>
        <p:nvCxnSpPr>
          <p:cNvPr id="3" name="Conector recto 2">
            <a:extLst>
              <a:ext uri="{FF2B5EF4-FFF2-40B4-BE49-F238E27FC236}">
                <a16:creationId xmlns:a16="http://schemas.microsoft.com/office/drawing/2014/main" id="{4D94CBCF-A933-CF27-CF1D-79FAEAC3CC93}"/>
              </a:ext>
            </a:extLst>
          </p:cNvPr>
          <p:cNvCxnSpPr>
            <a:cxnSpLocks/>
          </p:cNvCxnSpPr>
          <p:nvPr/>
        </p:nvCxnSpPr>
        <p:spPr>
          <a:xfrm rot="16200000" flipH="1">
            <a:off x="3417318" y="151643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41920" cy="2240280"/>
          </a:xfrm>
        </p:spPr>
        <p:txBody>
          <a:bodyPr rtlCol="0">
            <a:noAutofit/>
          </a:bodyPr>
          <a:lstStyle>
            <a:lvl1pPr marL="285750" indent="-285750">
              <a:buFont typeface="Arial" panose="020B0604020202020204" pitchFamily="34" charset="0"/>
              <a:buChar char="•"/>
              <a:defRPr sz="1800"/>
            </a:lvl1pPr>
            <a:lvl2pPr marL="228600" indent="0">
              <a:buFont typeface="Arial" panose="020B0604020202020204" pitchFamily="34" charset="0"/>
              <a:buNone/>
              <a:defRPr sz="1800"/>
            </a:lvl2pPr>
            <a:lvl3pPr marL="742950" indent="-285750">
              <a:buFont typeface="Arial" panose="020B0604020202020204" pitchFamily="34" charset="0"/>
              <a:buChar char="•"/>
              <a:defRPr sz="1800"/>
            </a:lvl3pPr>
            <a:lvl4pPr marL="685800" indent="0">
              <a:buFont typeface="Arial" panose="020B0604020202020204" pitchFamily="34" charset="0"/>
              <a:buNone/>
              <a:defRPr sz="1800"/>
            </a:lvl4pPr>
            <a:lvl5pPr marL="1085850" indent="-171450">
              <a:buFont typeface="Arial" panose="020B0604020202020204" pitchFamily="34" charset="0"/>
              <a:buChar char="•"/>
              <a:defRPr sz="18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561425"/>
            <a:ext cx="2953618" cy="1892808"/>
          </a:xfrm>
        </p:spPr>
        <p:txBody>
          <a:bodyPr rtlCol="0" anchor="t">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881170241"/>
      </p:ext>
    </p:extLst>
  </p:cSld>
  <p:clrMapOvr>
    <a:masterClrMapping/>
  </p:clrMapOvr>
</p:sldLayout>
</file>

<file path=ppt/slideLayouts/slideLayout_8000002B_41BD62A1.xml><?xml version="1.0" encoding="utf-8"?>
<p:sldLayout xmlns:a="http://schemas.openxmlformats.org/drawingml/2006/main" xmlns:r="http://schemas.openxmlformats.org/officeDocument/2006/relationships" xmlns:p="http://schemas.openxmlformats.org/presentationml/2006/main" preserve="1">
  <p:cSld name="Foto del contenido 15">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C0A7ADA-6DDB-615E-48EB-949B0F1687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551" y="1828800"/>
            <a:ext cx="6446521" cy="44256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841246" y="2119231"/>
            <a:ext cx="5940554" cy="3878798"/>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D88569A4-CD57-DE0E-989A-46904C4A8BD5}"/>
              </a:ext>
            </a:extLst>
          </p:cNvPr>
          <p:cNvSpPr>
            <a:spLocks noGrp="1"/>
          </p:cNvSpPr>
          <p:nvPr>
            <p:ph type="dt" sz="half" idx="15"/>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4AFA4BAD-8236-627C-D9C6-1A43338B156B}"/>
              </a:ext>
            </a:extLst>
          </p:cNvPr>
          <p:cNvSpPr>
            <a:spLocks noGrp="1"/>
          </p:cNvSpPr>
          <p:nvPr>
            <p:ph type="ftr" sz="quarter" idx="16"/>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0656E035-9846-E7A8-2534-940C5FE6CA97}"/>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rtlCol="0" anchor="ctr"/>
          <a:lstStyle/>
          <a:p>
            <a:pPr rtl="0"/>
            <a:r>
              <a:rPr lang="es"/>
              <a:t>Haga clic para modificar el estilo de título del patrón</a:t>
            </a:r>
          </a:p>
        </p:txBody>
      </p:sp>
    </p:spTree>
    <p:extLst>
      <p:ext uri="{BB962C8B-B14F-4D97-AF65-F5344CB8AC3E}">
        <p14:creationId xmlns:p14="http://schemas.microsoft.com/office/powerpoint/2010/main" val="1102930593"/>
      </p:ext>
    </p:extLst>
  </p:cSld>
  <p:clrMapOvr>
    <a:masterClrMapping/>
  </p:clrMapOvr>
</p:sldLayout>
</file>

<file path=ppt/slideLayouts/slideLayout_8000002C_683B8A58.xml><?xml version="1.0" encoding="utf-8"?>
<p:sldLayout xmlns:a="http://schemas.openxmlformats.org/drawingml/2006/main" xmlns:r="http://schemas.openxmlformats.org/officeDocument/2006/relationships" xmlns:p="http://schemas.openxmlformats.org/presentationml/2006/main" preserve="1">
  <p:cSld name="Foto de contenido 16">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7E4C27A1-D51A-26F7-784B-7011C313CF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552" y="2290889"/>
            <a:ext cx="4672584" cy="401847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811715" y="2522754"/>
            <a:ext cx="4262258" cy="3554740"/>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73B28336-732C-B772-FE66-789B2E8B2EA7}"/>
              </a:ext>
            </a:extLst>
          </p:cNvPr>
          <p:cNvSpPr>
            <a:spLocks noGrp="1"/>
          </p:cNvSpPr>
          <p:nvPr>
            <p:ph type="dt" sz="half" idx="15"/>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159A2ACA-991D-927B-6956-D60D271FADEA}"/>
              </a:ext>
            </a:extLst>
          </p:cNvPr>
          <p:cNvSpPr>
            <a:spLocks noGrp="1"/>
          </p:cNvSpPr>
          <p:nvPr>
            <p:ph type="ftr" sz="quarter" idx="16"/>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9028F989-762D-DA17-A8D6-3F823EFC262B}"/>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rtlCol="0">
            <a:normAutofit/>
          </a:bodyPr>
          <a:lstStyle>
            <a:lvl1pPr>
              <a:defRPr sz="3600"/>
            </a:lvl1pPr>
          </a:lstStyle>
          <a:p>
            <a:pPr rtl="0"/>
            <a:r>
              <a:rPr lang="es"/>
              <a:t>Haga clic para modificar el estilo de título del patrón</a:t>
            </a:r>
          </a:p>
        </p:txBody>
      </p:sp>
    </p:spTree>
    <p:extLst>
      <p:ext uri="{BB962C8B-B14F-4D97-AF65-F5344CB8AC3E}">
        <p14:creationId xmlns:p14="http://schemas.microsoft.com/office/powerpoint/2010/main" val="1748732504"/>
      </p:ext>
    </p:extLst>
  </p:cSld>
  <p:clrMapOvr>
    <a:masterClrMapping/>
  </p:clrMapOvr>
</p:sldLayout>
</file>

<file path=ppt/slideLayouts/slideLayout_8000002D_CE2149F8.xml><?xml version="1.0" encoding="utf-8"?>
<p:sldLayout xmlns:a="http://schemas.openxmlformats.org/drawingml/2006/main" xmlns:r="http://schemas.openxmlformats.org/officeDocument/2006/relationships" xmlns:p="http://schemas.openxmlformats.org/presentationml/2006/main" preserve="1">
  <p:cSld name="Foto del contenido 17">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C87D7DA7-35F5-1789-6D32-6BAE859C5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648" y="2290889"/>
            <a:ext cx="3609049" cy="401847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786494" y="2506159"/>
            <a:ext cx="3252106" cy="3633384"/>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9ED28694-7D64-1F44-AF2D-177976C093D5}"/>
              </a:ext>
            </a:extLst>
          </p:cNvPr>
          <p:cNvSpPr>
            <a:spLocks noGrp="1"/>
          </p:cNvSpPr>
          <p:nvPr>
            <p:ph type="dt" sz="half" idx="15"/>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8F52768B-3821-B69D-A4A6-CAEF9F920EE4}"/>
              </a:ext>
            </a:extLst>
          </p:cNvPr>
          <p:cNvSpPr>
            <a:spLocks noGrp="1"/>
          </p:cNvSpPr>
          <p:nvPr>
            <p:ph type="ftr" sz="quarter" idx="16"/>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FA7CFB48-CF4C-6E4B-ECFA-E35B14CFEBB8}"/>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rtlCol="0" anchor="t">
            <a:normAutofit/>
          </a:bodyPr>
          <a:lstStyle>
            <a:lvl1pPr>
              <a:defRPr sz="3200"/>
            </a:lvl1pPr>
          </a:lstStyle>
          <a:p>
            <a:pPr rtl="0"/>
            <a:r>
              <a:rPr lang="es"/>
              <a:t>Haga clic para modificar el estilo de título del patrón</a:t>
            </a:r>
          </a:p>
        </p:txBody>
      </p:sp>
    </p:spTree>
    <p:extLst>
      <p:ext uri="{BB962C8B-B14F-4D97-AF65-F5344CB8AC3E}">
        <p14:creationId xmlns:p14="http://schemas.microsoft.com/office/powerpoint/2010/main" val="3458288120"/>
      </p:ext>
    </p:extLst>
  </p:cSld>
  <p:clrMapOvr>
    <a:masterClrMapping/>
  </p:clrMapOvr>
</p:sldLayout>
</file>

<file path=ppt/slideLayouts/slideLayout_8000002E_7D576F93.xml><?xml version="1.0" encoding="utf-8"?>
<p:sldLayout xmlns:a="http://schemas.openxmlformats.org/drawingml/2006/main" xmlns:r="http://schemas.openxmlformats.org/officeDocument/2006/relationships" xmlns:p="http://schemas.openxmlformats.org/presentationml/2006/main" type="title" preserve="1">
  <p:cSld name="Número grande 1">
    <p:spTree>
      <p:nvGrpSpPr>
        <p:cNvPr id="1" name=""/>
        <p:cNvGrpSpPr/>
        <p:nvPr/>
      </p:nvGrpSpPr>
      <p:grpSpPr>
        <a:xfrm>
          <a:off x="0" y="0"/>
          <a:ext cx="0" cy="0"/>
          <a:chOff x="0" y="0"/>
          <a:chExt cx="0" cy="0"/>
        </a:xfrm>
      </p:grpSpPr>
      <p:grpSp>
        <p:nvGrpSpPr>
          <p:cNvPr id="53" name="Grupo 52">
            <a:extLst>
              <a:ext uri="{FF2B5EF4-FFF2-40B4-BE49-F238E27FC236}">
                <a16:creationId xmlns:a16="http://schemas.microsoft.com/office/drawing/2014/main" id="{F1F4F7E4-05E1-27B6-53C2-9C74421F3849}"/>
              </a:ext>
            </a:extLst>
          </p:cNvPr>
          <p:cNvGrpSpPr/>
          <p:nvPr/>
        </p:nvGrpSpPr>
        <p:grpSpPr>
          <a:xfrm flipH="1">
            <a:off x="8353425" y="531607"/>
            <a:ext cx="3838575" cy="6520778"/>
            <a:chOff x="192855" y="531607"/>
            <a:chExt cx="3838575" cy="6520778"/>
          </a:xfrm>
        </p:grpSpPr>
        <p:grpSp>
          <p:nvGrpSpPr>
            <p:cNvPr id="7" name="Grupo 6">
              <a:extLst>
                <a:ext uri="{FF2B5EF4-FFF2-40B4-BE49-F238E27FC236}">
                  <a16:creationId xmlns:a16="http://schemas.microsoft.com/office/drawing/2014/main" id="{C89BECBF-1A9C-0758-A676-813BD4A28B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8" name="Forma libre 64">
                <a:extLst>
                  <a:ext uri="{FF2B5EF4-FFF2-40B4-BE49-F238E27FC236}">
                    <a16:creationId xmlns:a16="http://schemas.microsoft.com/office/drawing/2014/main" id="{8ABDE2BC-7B3E-9174-6F06-05CE8B028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 name="Forma libre 81">
                <a:extLst>
                  <a:ext uri="{FF2B5EF4-FFF2-40B4-BE49-F238E27FC236}">
                    <a16:creationId xmlns:a16="http://schemas.microsoft.com/office/drawing/2014/main" id="{EA7E8671-1079-974B-3D4D-1DFE2F2887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 name="Forma libre 61">
                <a:extLst>
                  <a:ext uri="{FF2B5EF4-FFF2-40B4-BE49-F238E27FC236}">
                    <a16:creationId xmlns:a16="http://schemas.microsoft.com/office/drawing/2014/main" id="{21EC18A4-4E95-DB09-AD50-EDA26D6D0D7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bre 10">
                <a:extLst>
                  <a:ext uri="{FF2B5EF4-FFF2-40B4-BE49-F238E27FC236}">
                    <a16:creationId xmlns:a16="http://schemas.microsoft.com/office/drawing/2014/main" id="{1D0781FB-971A-8F0E-EEBC-D06F35EB4B9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bre 84">
                <a:extLst>
                  <a:ext uri="{FF2B5EF4-FFF2-40B4-BE49-F238E27FC236}">
                    <a16:creationId xmlns:a16="http://schemas.microsoft.com/office/drawing/2014/main" id="{AB692BF1-4DC7-CEA1-F9E8-A07CC63AD7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bre 87">
                <a:extLst>
                  <a:ext uri="{FF2B5EF4-FFF2-40B4-BE49-F238E27FC236}">
                    <a16:creationId xmlns:a16="http://schemas.microsoft.com/office/drawing/2014/main" id="{478C5AB6-C28A-67BE-D6D5-8FE96480B8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60">
                <a:extLst>
                  <a:ext uri="{FF2B5EF4-FFF2-40B4-BE49-F238E27FC236}">
                    <a16:creationId xmlns:a16="http://schemas.microsoft.com/office/drawing/2014/main" id="{E439BC9B-7452-2541-59FD-BDD51423B7E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bre 59">
                <a:extLst>
                  <a:ext uri="{FF2B5EF4-FFF2-40B4-BE49-F238E27FC236}">
                    <a16:creationId xmlns:a16="http://schemas.microsoft.com/office/drawing/2014/main" id="{96B6A60F-48E8-B003-FB5F-CC538F4637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bre 62">
                <a:extLst>
                  <a:ext uri="{FF2B5EF4-FFF2-40B4-BE49-F238E27FC236}">
                    <a16:creationId xmlns:a16="http://schemas.microsoft.com/office/drawing/2014/main" id="{8A959F80-A288-02F2-6F1C-EC0306954C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bre 65">
                <a:extLst>
                  <a:ext uri="{FF2B5EF4-FFF2-40B4-BE49-F238E27FC236}">
                    <a16:creationId xmlns:a16="http://schemas.microsoft.com/office/drawing/2014/main" id="{A0717ABC-1419-6004-3362-93FDEF96F1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Forma libre 79">
                <a:extLst>
                  <a:ext uri="{FF2B5EF4-FFF2-40B4-BE49-F238E27FC236}">
                    <a16:creationId xmlns:a16="http://schemas.microsoft.com/office/drawing/2014/main" id="{519D4511-18BE-1730-6C51-57407FB886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bre 82">
                <a:extLst>
                  <a:ext uri="{FF2B5EF4-FFF2-40B4-BE49-F238E27FC236}">
                    <a16:creationId xmlns:a16="http://schemas.microsoft.com/office/drawing/2014/main" id="{FDEF232D-82DB-A465-0353-A3074482F4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bre 85">
                <a:extLst>
                  <a:ext uri="{FF2B5EF4-FFF2-40B4-BE49-F238E27FC236}">
                    <a16:creationId xmlns:a16="http://schemas.microsoft.com/office/drawing/2014/main" id="{E3AC6FF2-7930-6ACB-D10F-9FBC13B67B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Forma libre 20">
                <a:extLst>
                  <a:ext uri="{FF2B5EF4-FFF2-40B4-BE49-F238E27FC236}">
                    <a16:creationId xmlns:a16="http://schemas.microsoft.com/office/drawing/2014/main" id="{C7AA1E25-292F-8243-E538-0BF8AF9DE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2" name="Grupo 21">
                <a:extLst>
                  <a:ext uri="{FF2B5EF4-FFF2-40B4-BE49-F238E27FC236}">
                    <a16:creationId xmlns:a16="http://schemas.microsoft.com/office/drawing/2014/main" id="{972B55F9-7DED-2444-6DA8-9E45CD60FC2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3" name="Línea 63">
                  <a:extLst>
                    <a:ext uri="{FF2B5EF4-FFF2-40B4-BE49-F238E27FC236}">
                      <a16:creationId xmlns:a16="http://schemas.microsoft.com/office/drawing/2014/main" id="{BC0D2F1D-540F-CF8A-CEE9-72A7DE7F4C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4" name="Línea 66">
                  <a:extLst>
                    <a:ext uri="{FF2B5EF4-FFF2-40B4-BE49-F238E27FC236}">
                      <a16:creationId xmlns:a16="http://schemas.microsoft.com/office/drawing/2014/main" id="{974E4644-7D85-935B-85CB-2C1BB4D7F3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5" name="Línea 67">
                  <a:extLst>
                    <a:ext uri="{FF2B5EF4-FFF2-40B4-BE49-F238E27FC236}">
                      <a16:creationId xmlns:a16="http://schemas.microsoft.com/office/drawing/2014/main" id="{AFD6BE58-E3B9-05DC-DA43-E5C84C1CAB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6" name="Línea 80">
                  <a:extLst>
                    <a:ext uri="{FF2B5EF4-FFF2-40B4-BE49-F238E27FC236}">
                      <a16:creationId xmlns:a16="http://schemas.microsoft.com/office/drawing/2014/main" id="{02C01F09-224B-D53A-919A-372800B101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7" name="Línea 83">
                  <a:extLst>
                    <a:ext uri="{FF2B5EF4-FFF2-40B4-BE49-F238E27FC236}">
                      <a16:creationId xmlns:a16="http://schemas.microsoft.com/office/drawing/2014/main" id="{34A78904-8103-CA0F-FED1-2A7C423560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8" name="Línea 86">
                  <a:extLst>
                    <a:ext uri="{FF2B5EF4-FFF2-40B4-BE49-F238E27FC236}">
                      <a16:creationId xmlns:a16="http://schemas.microsoft.com/office/drawing/2014/main" id="{00375312-7B64-A19A-4ED0-B8AB37EC25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9" name="Línea 89">
                  <a:extLst>
                    <a:ext uri="{FF2B5EF4-FFF2-40B4-BE49-F238E27FC236}">
                      <a16:creationId xmlns:a16="http://schemas.microsoft.com/office/drawing/2014/main" id="{DB28D0CF-EBB2-3074-198F-E613B7819E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30" name="Grupo 29">
              <a:extLst>
                <a:ext uri="{FF2B5EF4-FFF2-40B4-BE49-F238E27FC236}">
                  <a16:creationId xmlns:a16="http://schemas.microsoft.com/office/drawing/2014/main" id="{C2264FCD-3C39-0B1A-5069-8264EAABCF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31" name="Forma libre 64">
                <a:extLst>
                  <a:ext uri="{FF2B5EF4-FFF2-40B4-BE49-F238E27FC236}">
                    <a16:creationId xmlns:a16="http://schemas.microsoft.com/office/drawing/2014/main" id="{EFBE4CF9-B25E-912B-9955-F34C8F3C826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2" name="Forma libre 81">
                <a:extLst>
                  <a:ext uri="{FF2B5EF4-FFF2-40B4-BE49-F238E27FC236}">
                    <a16:creationId xmlns:a16="http://schemas.microsoft.com/office/drawing/2014/main" id="{2AD04C39-FFC8-477D-4D81-B05F76333B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3" name="Forma libre 61">
                <a:extLst>
                  <a:ext uri="{FF2B5EF4-FFF2-40B4-BE49-F238E27FC236}">
                    <a16:creationId xmlns:a16="http://schemas.microsoft.com/office/drawing/2014/main" id="{2229848F-3A98-6596-2614-1B3887E7774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4" name="Forma libre 78">
                <a:extLst>
                  <a:ext uri="{FF2B5EF4-FFF2-40B4-BE49-F238E27FC236}">
                    <a16:creationId xmlns:a16="http://schemas.microsoft.com/office/drawing/2014/main" id="{E5BBCA3A-7612-B954-A4BF-36B0EEB8CC9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bre 84">
                <a:extLst>
                  <a:ext uri="{FF2B5EF4-FFF2-40B4-BE49-F238E27FC236}">
                    <a16:creationId xmlns:a16="http://schemas.microsoft.com/office/drawing/2014/main" id="{E77DCB59-784B-7F10-50CC-E49BD3EE9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bre 87">
                <a:extLst>
                  <a:ext uri="{FF2B5EF4-FFF2-40B4-BE49-F238E27FC236}">
                    <a16:creationId xmlns:a16="http://schemas.microsoft.com/office/drawing/2014/main" id="{473B9B45-D810-0A11-F06A-6F5DEF2775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bre 60">
                <a:extLst>
                  <a:ext uri="{FF2B5EF4-FFF2-40B4-BE49-F238E27FC236}">
                    <a16:creationId xmlns:a16="http://schemas.microsoft.com/office/drawing/2014/main" id="{D7D4C1DE-29D6-272D-C2E1-51EACFB4B8E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bre 59">
                <a:extLst>
                  <a:ext uri="{FF2B5EF4-FFF2-40B4-BE49-F238E27FC236}">
                    <a16:creationId xmlns:a16="http://schemas.microsoft.com/office/drawing/2014/main" id="{23CD0435-7219-30FF-A8CC-3CE188DBC2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bre 62">
                <a:extLst>
                  <a:ext uri="{FF2B5EF4-FFF2-40B4-BE49-F238E27FC236}">
                    <a16:creationId xmlns:a16="http://schemas.microsoft.com/office/drawing/2014/main" id="{E8BDF302-833E-7501-A270-414811887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bre 65">
                <a:extLst>
                  <a:ext uri="{FF2B5EF4-FFF2-40B4-BE49-F238E27FC236}">
                    <a16:creationId xmlns:a16="http://schemas.microsoft.com/office/drawing/2014/main" id="{CF148C60-5741-8037-1BB4-29838E2D2A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bre 79">
                <a:extLst>
                  <a:ext uri="{FF2B5EF4-FFF2-40B4-BE49-F238E27FC236}">
                    <a16:creationId xmlns:a16="http://schemas.microsoft.com/office/drawing/2014/main" id="{C6FD63F9-C043-923A-1E06-52778E5B92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bre 82">
                <a:extLst>
                  <a:ext uri="{FF2B5EF4-FFF2-40B4-BE49-F238E27FC236}">
                    <a16:creationId xmlns:a16="http://schemas.microsoft.com/office/drawing/2014/main" id="{F6621320-8BCA-E796-6487-175F298B05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bre 85">
                <a:extLst>
                  <a:ext uri="{FF2B5EF4-FFF2-40B4-BE49-F238E27FC236}">
                    <a16:creationId xmlns:a16="http://schemas.microsoft.com/office/drawing/2014/main" id="{37A8F4C3-5376-9E16-1D5B-5AAADF7DCBC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bre 88">
                <a:extLst>
                  <a:ext uri="{FF2B5EF4-FFF2-40B4-BE49-F238E27FC236}">
                    <a16:creationId xmlns:a16="http://schemas.microsoft.com/office/drawing/2014/main" id="{4599E9F5-BF42-6F8E-D899-38584CBA19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5" name="Grupo 44">
                <a:extLst>
                  <a:ext uri="{FF2B5EF4-FFF2-40B4-BE49-F238E27FC236}">
                    <a16:creationId xmlns:a16="http://schemas.microsoft.com/office/drawing/2014/main" id="{FED79FB2-0788-DFDB-C475-81232281D6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ínea 63">
                  <a:extLst>
                    <a:ext uri="{FF2B5EF4-FFF2-40B4-BE49-F238E27FC236}">
                      <a16:creationId xmlns:a16="http://schemas.microsoft.com/office/drawing/2014/main" id="{5C331317-ED00-F9F7-6720-064047D8A8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7" name="Línea 66">
                  <a:extLst>
                    <a:ext uri="{FF2B5EF4-FFF2-40B4-BE49-F238E27FC236}">
                      <a16:creationId xmlns:a16="http://schemas.microsoft.com/office/drawing/2014/main" id="{483050E9-01E4-8FA9-E127-3E17038E1E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8" name="Línea 67">
                  <a:extLst>
                    <a:ext uri="{FF2B5EF4-FFF2-40B4-BE49-F238E27FC236}">
                      <a16:creationId xmlns:a16="http://schemas.microsoft.com/office/drawing/2014/main" id="{3C9378DE-4F59-7E52-0E86-9720FC732E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9" name="Línea 80">
                  <a:extLst>
                    <a:ext uri="{FF2B5EF4-FFF2-40B4-BE49-F238E27FC236}">
                      <a16:creationId xmlns:a16="http://schemas.microsoft.com/office/drawing/2014/main" id="{65516588-0D39-3649-BB3D-E846BBCA0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0" name="Línea 83">
                  <a:extLst>
                    <a:ext uri="{FF2B5EF4-FFF2-40B4-BE49-F238E27FC236}">
                      <a16:creationId xmlns:a16="http://schemas.microsoft.com/office/drawing/2014/main" id="{659539D3-E413-19AD-C3C0-F0D57DAF94F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ínea 86">
                  <a:extLst>
                    <a:ext uri="{FF2B5EF4-FFF2-40B4-BE49-F238E27FC236}">
                      <a16:creationId xmlns:a16="http://schemas.microsoft.com/office/drawing/2014/main" id="{BBA811BF-710F-2DA9-A574-7F99B24C2D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ínea 89">
                  <a:extLst>
                    <a:ext uri="{FF2B5EF4-FFF2-40B4-BE49-F238E27FC236}">
                      <a16:creationId xmlns:a16="http://schemas.microsoft.com/office/drawing/2014/main" id="{93C7D0C1-372C-27E5-F393-29B5693DAA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54" name="Marcador de fecha 53">
            <a:extLst>
              <a:ext uri="{FF2B5EF4-FFF2-40B4-BE49-F238E27FC236}">
                <a16:creationId xmlns:a16="http://schemas.microsoft.com/office/drawing/2014/main" id="{1DB15F36-C680-A151-C119-2D066B6E288D}"/>
              </a:ext>
            </a:extLst>
          </p:cNvPr>
          <p:cNvSpPr>
            <a:spLocks noGrp="1"/>
          </p:cNvSpPr>
          <p:nvPr>
            <p:ph type="dt" sz="half" idx="10"/>
          </p:nvPr>
        </p:nvSpPr>
        <p:spPr/>
        <p:txBody>
          <a:bodyPr rtlCol="0"/>
          <a:lstStyle/>
          <a:p>
            <a:pPr rtl="0"/>
            <a:r>
              <a:rPr lang="es"/>
              <a:t>20XX</a:t>
            </a:r>
            <a:endParaRPr lang="en-US"/>
          </a:p>
        </p:txBody>
      </p:sp>
      <p:sp>
        <p:nvSpPr>
          <p:cNvPr id="55" name="Marcador de pie de página 54">
            <a:extLst>
              <a:ext uri="{FF2B5EF4-FFF2-40B4-BE49-F238E27FC236}">
                <a16:creationId xmlns:a16="http://schemas.microsoft.com/office/drawing/2014/main" id="{1DB86934-6530-5D69-8A03-CEFC5EA4526E}"/>
              </a:ext>
            </a:extLst>
          </p:cNvPr>
          <p:cNvSpPr>
            <a:spLocks noGrp="1"/>
          </p:cNvSpPr>
          <p:nvPr>
            <p:ph type="ftr" sz="quarter" idx="11"/>
          </p:nvPr>
        </p:nvSpPr>
        <p:spPr/>
        <p:txBody>
          <a:bodyPr rtlCol="0"/>
          <a:lstStyle/>
          <a:p>
            <a:pPr rtl="0"/>
            <a:r>
              <a:rPr lang="es"/>
              <a:t>Ejemplo de Texto de pie de página</a:t>
            </a:r>
            <a:endParaRPr lang="en-US"/>
          </a:p>
        </p:txBody>
      </p:sp>
      <p:sp>
        <p:nvSpPr>
          <p:cNvPr id="56" name="Marcador de número de diapositiva 55">
            <a:extLst>
              <a:ext uri="{FF2B5EF4-FFF2-40B4-BE49-F238E27FC236}">
                <a16:creationId xmlns:a16="http://schemas.microsoft.com/office/drawing/2014/main" id="{E4915EA5-4E36-5A56-77BA-6CB844FBF74B}"/>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94944" y="4937760"/>
            <a:ext cx="6035040" cy="1371600"/>
          </a:xfrm>
        </p:spPr>
        <p:txBody>
          <a:bodyPr rtlCol="0" anchor="t">
            <a:normAutofit/>
          </a:bodyPr>
          <a:lstStyle>
            <a:lvl1pPr marL="0" indent="0" algn="l">
              <a:lnSpc>
                <a:spcPct val="100000"/>
              </a:lnSpc>
              <a:buNone/>
              <a:defRPr sz="200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9496" y="566928"/>
            <a:ext cx="8120136" cy="4334256"/>
          </a:xfrm>
        </p:spPr>
        <p:txBody>
          <a:bodyPr rtlCol="0" anchor="b">
            <a:normAutofit/>
          </a:bodyPr>
          <a:lstStyle>
            <a:lvl1pPr algn="l">
              <a:defRPr sz="23200">
                <a:solidFill>
                  <a:schemeClr val="tx1">
                    <a:lumMod val="75000"/>
                    <a:lumOff val="25000"/>
                  </a:schemeClr>
                </a:solidFill>
              </a:defRPr>
            </a:lvl1pPr>
          </a:lstStyle>
          <a:p>
            <a:pPr rtl="0"/>
            <a:r>
              <a:rPr lang="es"/>
              <a:t>##%</a:t>
            </a:r>
          </a:p>
        </p:txBody>
      </p:sp>
    </p:spTree>
    <p:extLst>
      <p:ext uri="{BB962C8B-B14F-4D97-AF65-F5344CB8AC3E}">
        <p14:creationId xmlns:p14="http://schemas.microsoft.com/office/powerpoint/2010/main" val="21028821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2F_F5227901.xml><?xml version="1.0" encoding="utf-8"?>
<p:sldLayout xmlns:a="http://schemas.openxmlformats.org/drawingml/2006/main" xmlns:r="http://schemas.openxmlformats.org/officeDocument/2006/relationships" xmlns:p="http://schemas.openxmlformats.org/presentationml/2006/main" type="title" preserve="1">
  <p:cSld name="Número grande 2">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1949C98F-6061-4334-616E-EA7E1A12A1F8}"/>
              </a:ext>
            </a:extLst>
          </p:cNvPr>
          <p:cNvGrpSpPr/>
          <p:nvPr/>
        </p:nvGrpSpPr>
        <p:grpSpPr>
          <a:xfrm rot="2700000">
            <a:off x="10127693" y="4178240"/>
            <a:ext cx="633413" cy="1862138"/>
            <a:chOff x="5959192" y="333389"/>
            <a:chExt cx="633413" cy="1862138"/>
          </a:xfrm>
        </p:grpSpPr>
        <p:grpSp>
          <p:nvGrpSpPr>
            <p:cNvPr id="8" name="Grupo 7">
              <a:extLst>
                <a:ext uri="{FF2B5EF4-FFF2-40B4-BE49-F238E27FC236}">
                  <a16:creationId xmlns:a16="http://schemas.microsoft.com/office/drawing/2014/main" id="{BE72C422-7375-EA9D-9687-0A0D2C999E05}"/>
                </a:ext>
              </a:extLst>
            </p:cNvPr>
            <p:cNvGrpSpPr/>
            <p:nvPr/>
          </p:nvGrpSpPr>
          <p:grpSpPr>
            <a:xfrm>
              <a:off x="5959192" y="333389"/>
              <a:ext cx="633413" cy="1419225"/>
              <a:chOff x="5959192" y="333389"/>
              <a:chExt cx="633413" cy="1419225"/>
            </a:xfrm>
          </p:grpSpPr>
          <p:sp>
            <p:nvSpPr>
              <p:cNvPr id="10" name="Forma libre 68">
                <a:extLst>
                  <a:ext uri="{FF2B5EF4-FFF2-40B4-BE49-F238E27FC236}">
                    <a16:creationId xmlns:a16="http://schemas.microsoft.com/office/drawing/2014/main" id="{504BB650-1DE6-CBD2-9D37-70F731B3F96C}"/>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bre 69">
                <a:extLst>
                  <a:ext uri="{FF2B5EF4-FFF2-40B4-BE49-F238E27FC236}">
                    <a16:creationId xmlns:a16="http://schemas.microsoft.com/office/drawing/2014/main" id="{8E2C06D5-33AF-79EE-B3FD-5EF7D8FCEC36}"/>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9" name="Línea 70">
              <a:extLst>
                <a:ext uri="{FF2B5EF4-FFF2-40B4-BE49-F238E27FC236}">
                  <a16:creationId xmlns:a16="http://schemas.microsoft.com/office/drawing/2014/main" id="{27EC7C83-53CB-62A7-C5E4-F2FF76A0DC6F}"/>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Elipse 11">
            <a:extLst>
              <a:ext uri="{FF2B5EF4-FFF2-40B4-BE49-F238E27FC236}">
                <a16:creationId xmlns:a16="http://schemas.microsoft.com/office/drawing/2014/main" id="{B8131E14-DF3A-33A2-67AD-94C19C16671C}"/>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13" name="Grupo 12">
            <a:extLst>
              <a:ext uri="{FF2B5EF4-FFF2-40B4-BE49-F238E27FC236}">
                <a16:creationId xmlns:a16="http://schemas.microsoft.com/office/drawing/2014/main" id="{85C2819B-2C41-9489-EECB-DED3CE84267D}"/>
              </a:ext>
            </a:extLst>
          </p:cNvPr>
          <p:cNvGrpSpPr/>
          <p:nvPr/>
        </p:nvGrpSpPr>
        <p:grpSpPr>
          <a:xfrm rot="10800000">
            <a:off x="1079500" y="952167"/>
            <a:ext cx="641184" cy="1069728"/>
            <a:chOff x="6484111" y="2967038"/>
            <a:chExt cx="641184" cy="1069728"/>
          </a:xfrm>
        </p:grpSpPr>
        <p:grpSp>
          <p:nvGrpSpPr>
            <p:cNvPr id="14" name="Grupo 13">
              <a:extLst>
                <a:ext uri="{FF2B5EF4-FFF2-40B4-BE49-F238E27FC236}">
                  <a16:creationId xmlns:a16="http://schemas.microsoft.com/office/drawing/2014/main" id="{240EA295-1097-B795-DB33-8BD561AF28EB}"/>
                </a:ext>
              </a:extLst>
            </p:cNvPr>
            <p:cNvGrpSpPr/>
            <p:nvPr/>
          </p:nvGrpSpPr>
          <p:grpSpPr>
            <a:xfrm>
              <a:off x="6808136" y="2967038"/>
              <a:ext cx="317159" cy="932400"/>
              <a:chOff x="6808136" y="2967038"/>
              <a:chExt cx="317159" cy="932400"/>
            </a:xfrm>
          </p:grpSpPr>
          <p:sp>
            <p:nvSpPr>
              <p:cNvPr id="19" name="Forma libre 68">
                <a:extLst>
                  <a:ext uri="{FF2B5EF4-FFF2-40B4-BE49-F238E27FC236}">
                    <a16:creationId xmlns:a16="http://schemas.microsoft.com/office/drawing/2014/main" id="{7F34DB25-CA46-86FE-041C-FDA390196338}"/>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bre 69">
                <a:extLst>
                  <a:ext uri="{FF2B5EF4-FFF2-40B4-BE49-F238E27FC236}">
                    <a16:creationId xmlns:a16="http://schemas.microsoft.com/office/drawing/2014/main" id="{ABDFE4F2-CE32-9C74-B7FA-CD9F00E47B0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Línea 70">
                <a:extLst>
                  <a:ext uri="{FF2B5EF4-FFF2-40B4-BE49-F238E27FC236}">
                    <a16:creationId xmlns:a16="http://schemas.microsoft.com/office/drawing/2014/main" id="{C720C4D2-A235-137C-64F5-E25960C4CAEA}"/>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5" name="Grupo 14">
              <a:extLst>
                <a:ext uri="{FF2B5EF4-FFF2-40B4-BE49-F238E27FC236}">
                  <a16:creationId xmlns:a16="http://schemas.microsoft.com/office/drawing/2014/main" id="{DDAA48D3-E67C-D3A7-82A3-970035ECA16E}"/>
                </a:ext>
              </a:extLst>
            </p:cNvPr>
            <p:cNvGrpSpPr/>
            <p:nvPr/>
          </p:nvGrpSpPr>
          <p:grpSpPr>
            <a:xfrm rot="18900000" flipH="1">
              <a:off x="6484111" y="3104366"/>
              <a:ext cx="317159" cy="932400"/>
              <a:chOff x="6808136" y="2967038"/>
              <a:chExt cx="317159" cy="932400"/>
            </a:xfrm>
          </p:grpSpPr>
          <p:sp>
            <p:nvSpPr>
              <p:cNvPr id="16" name="Forma libre 68">
                <a:extLst>
                  <a:ext uri="{FF2B5EF4-FFF2-40B4-BE49-F238E27FC236}">
                    <a16:creationId xmlns:a16="http://schemas.microsoft.com/office/drawing/2014/main" id="{FCF45E71-6174-8BEA-38AD-8E1B68902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bre 69">
                <a:extLst>
                  <a:ext uri="{FF2B5EF4-FFF2-40B4-BE49-F238E27FC236}">
                    <a16:creationId xmlns:a16="http://schemas.microsoft.com/office/drawing/2014/main" id="{D2510F6D-938D-5D8F-0539-847EBAF45BA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Línea 70">
                <a:extLst>
                  <a:ext uri="{FF2B5EF4-FFF2-40B4-BE49-F238E27FC236}">
                    <a16:creationId xmlns:a16="http://schemas.microsoft.com/office/drawing/2014/main" id="{38DD7EE4-17CF-2DBC-8400-735B726443A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22" name="Marcador de fecha 21">
            <a:extLst>
              <a:ext uri="{FF2B5EF4-FFF2-40B4-BE49-F238E27FC236}">
                <a16:creationId xmlns:a16="http://schemas.microsoft.com/office/drawing/2014/main" id="{0A5859A1-585C-80CF-FC45-517B8A54F58D}"/>
              </a:ext>
            </a:extLst>
          </p:cNvPr>
          <p:cNvSpPr>
            <a:spLocks noGrp="1"/>
          </p:cNvSpPr>
          <p:nvPr>
            <p:ph type="dt" sz="half" idx="10"/>
          </p:nvPr>
        </p:nvSpPr>
        <p:spPr/>
        <p:txBody>
          <a:bodyPr rtlCol="0"/>
          <a:lstStyle/>
          <a:p>
            <a:pPr rtl="0"/>
            <a:r>
              <a:rPr lang="es"/>
              <a:t>20XX</a:t>
            </a:r>
            <a:endParaRPr lang="en-US"/>
          </a:p>
        </p:txBody>
      </p:sp>
      <p:sp>
        <p:nvSpPr>
          <p:cNvPr id="23" name="Marcador de pie de página 22">
            <a:extLst>
              <a:ext uri="{FF2B5EF4-FFF2-40B4-BE49-F238E27FC236}">
                <a16:creationId xmlns:a16="http://schemas.microsoft.com/office/drawing/2014/main" id="{E3740B11-69FD-5114-E2A8-8BD6398BD520}"/>
              </a:ext>
            </a:extLst>
          </p:cNvPr>
          <p:cNvSpPr>
            <a:spLocks noGrp="1"/>
          </p:cNvSpPr>
          <p:nvPr>
            <p:ph type="ftr" sz="quarter" idx="11"/>
          </p:nvPr>
        </p:nvSpPr>
        <p:spPr/>
        <p:txBody>
          <a:bodyPr rtlCol="0"/>
          <a:lstStyle/>
          <a:p>
            <a:pPr rtl="0"/>
            <a:r>
              <a:rPr lang="es"/>
              <a:t>Muestra de texto de pie de página</a:t>
            </a:r>
            <a:endParaRPr lang="en-US"/>
          </a:p>
        </p:txBody>
      </p:sp>
      <p:sp>
        <p:nvSpPr>
          <p:cNvPr id="24" name="Marcador de número de diapositiva 23">
            <a:extLst>
              <a:ext uri="{FF2B5EF4-FFF2-40B4-BE49-F238E27FC236}">
                <a16:creationId xmlns:a16="http://schemas.microsoft.com/office/drawing/2014/main" id="{17352FE7-FC22-01E3-9F54-0D53E003E22B}"/>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lnSpc>
                <a:spcPct val="100000"/>
              </a:lnSpc>
              <a:buNone/>
              <a:defRPr sz="200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b">
            <a:normAutofit/>
          </a:bodyPr>
          <a:lstStyle>
            <a:lvl1pPr algn="ctr">
              <a:defRPr sz="23200">
                <a:solidFill>
                  <a:schemeClr val="tx1">
                    <a:lumMod val="75000"/>
                    <a:lumOff val="25000"/>
                  </a:schemeClr>
                </a:solidFill>
              </a:defRPr>
            </a:lvl1pPr>
          </a:lstStyle>
          <a:p>
            <a:pPr rtl="0"/>
            <a:r>
              <a:rPr lang="es"/>
              <a:t>##%</a:t>
            </a:r>
          </a:p>
        </p:txBody>
      </p:sp>
    </p:spTree>
    <p:extLst>
      <p:ext uri="{BB962C8B-B14F-4D97-AF65-F5344CB8AC3E}">
        <p14:creationId xmlns:p14="http://schemas.microsoft.com/office/powerpoint/2010/main" val="41126771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A_697DF336.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8" name="Marcador de fecha 7">
            <a:extLst>
              <a:ext uri="{FF2B5EF4-FFF2-40B4-BE49-F238E27FC236}">
                <a16:creationId xmlns:a16="http://schemas.microsoft.com/office/drawing/2014/main" id="{1470E552-C412-44E4-4F23-0816FAFC138E}"/>
              </a:ext>
            </a:extLst>
          </p:cNvPr>
          <p:cNvSpPr>
            <a:spLocks noGrp="1"/>
          </p:cNvSpPr>
          <p:nvPr>
            <p:ph type="dt" sz="half" idx="10"/>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8BA48D00-D1D1-1D87-BF5D-BEE2316473C3}"/>
              </a:ext>
            </a:extLst>
          </p:cNvPr>
          <p:cNvSpPr>
            <a:spLocks noGrp="1"/>
          </p:cNvSpPr>
          <p:nvPr>
            <p:ph type="ftr" sz="quarter" idx="11"/>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308BF49C-FDC0-9F1E-2E75-171FACEA0D07}"/>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sp>
        <p:nvSpPr>
          <p:cNvPr id="3" name="Marcador de posición de imagen 2">
            <a:extLst>
              <a:ext uri="{FF2B5EF4-FFF2-40B4-BE49-F238E27FC236}">
                <a16:creationId xmlns:a16="http://schemas.microsoft.com/office/drawing/2014/main" id="{9571C769-CEC8-962A-01E6-15B0E056791E}"/>
              </a:ext>
            </a:extLst>
          </p:cNvPr>
          <p:cNvSpPr>
            <a:spLocks noGrp="1"/>
          </p:cNvSpPr>
          <p:nvPr>
            <p:ph type="pic" idx="1"/>
          </p:nvPr>
        </p:nvSpPr>
        <p:spPr>
          <a:xfrm>
            <a:off x="5063319" y="557784"/>
            <a:ext cx="6519080" cy="5779007"/>
          </a:xfrm>
          <a:blipFill>
            <a:blip r:embed="rId2">
              <a:alphaModFix amt="60000"/>
            </a:blip>
            <a:stretch>
              <a:fillRect/>
            </a:stretch>
          </a:blipFill>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
              <a:t>Haga clic en el icono para agregar una imagen</a:t>
            </a:r>
          </a:p>
        </p:txBody>
      </p:sp>
      <p:sp>
        <p:nvSpPr>
          <p:cNvPr id="4" name="Marcador de texto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rtlCol="0"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2" name="Título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rtlCol="0" anchor="t">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769861942"/>
      </p:ext>
    </p:extLst>
  </p:cSld>
  <p:clrMapOvr>
    <a:masterClrMapping/>
  </p:clrMapOvr>
</p:sldLayout>
</file>

<file path=ppt/slideLayouts/slideLayout_8000003B_85ECF30B.xml><?xml version="1.0" encoding="utf-8"?>
<p:sldLayout xmlns:a="http://schemas.openxmlformats.org/drawingml/2006/main" xmlns:r="http://schemas.openxmlformats.org/officeDocument/2006/relationships" xmlns:p="http://schemas.openxmlformats.org/presentationml/2006/main" preserve="1">
  <p:cSld name="Conclusión">
    <p:bg>
      <p:bgRef idx="1001">
        <a:schemeClr val="bg2"/>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AA075BC2-2366-61B0-6D33-330EA75DF0F0}"/>
              </a:ext>
            </a:extLst>
          </p:cNvPr>
          <p:cNvSpPr>
            <a:spLocks noGrp="1"/>
          </p:cNvSpPr>
          <p:nvPr>
            <p:ph type="dt" sz="half" idx="14"/>
          </p:nvPr>
        </p:nvSpPr>
        <p:spPr/>
        <p:txBody>
          <a:bodyPr rtlCol="0"/>
          <a:lstStyle>
            <a:lvl1pPr>
              <a:defRPr>
                <a:solidFill>
                  <a:schemeClr val="tx1">
                    <a:lumMod val="65000"/>
                    <a:lumOff val="35000"/>
                  </a:schemeClr>
                </a:solidFill>
              </a:defRPr>
            </a:lvl1pPr>
          </a:lstStyle>
          <a:p>
            <a:pPr rtl="0"/>
            <a:r>
              <a:rPr lang="es"/>
              <a:t>20XX</a:t>
            </a:r>
            <a:endParaRPr lang="en-US"/>
          </a:p>
        </p:txBody>
      </p:sp>
      <p:sp>
        <p:nvSpPr>
          <p:cNvPr id="7" name="Marcador de pie de página 6">
            <a:extLst>
              <a:ext uri="{FF2B5EF4-FFF2-40B4-BE49-F238E27FC236}">
                <a16:creationId xmlns:a16="http://schemas.microsoft.com/office/drawing/2014/main" id="{9497CAE9-979D-5626-7BE4-27D034EF2754}"/>
              </a:ext>
            </a:extLst>
          </p:cNvPr>
          <p:cNvSpPr>
            <a:spLocks noGrp="1"/>
          </p:cNvSpPr>
          <p:nvPr>
            <p:ph type="ftr" sz="quarter" idx="15"/>
          </p:nvPr>
        </p:nvSpPr>
        <p:spPr/>
        <p:txBody>
          <a:bodyPr rtlCol="0"/>
          <a:lstStyle>
            <a:lvl1pPr>
              <a:defRPr>
                <a:solidFill>
                  <a:schemeClr val="tx1">
                    <a:lumMod val="65000"/>
                    <a:lumOff val="35000"/>
                  </a:schemeClr>
                </a:solidFill>
              </a:defRPr>
            </a:lvl1pPr>
          </a:lstStyle>
          <a:p>
            <a:pPr rtl="0"/>
            <a:r>
              <a:rPr lang="es"/>
              <a:t>Muestra de texto de pie de página</a:t>
            </a:r>
            <a:endParaRPr lang="en-US"/>
          </a:p>
        </p:txBody>
      </p:sp>
      <p:sp>
        <p:nvSpPr>
          <p:cNvPr id="9" name="Marcador de número de diapositiva 8">
            <a:extLst>
              <a:ext uri="{FF2B5EF4-FFF2-40B4-BE49-F238E27FC236}">
                <a16:creationId xmlns:a16="http://schemas.microsoft.com/office/drawing/2014/main" id="{58E4558C-BD2F-996E-C3A8-6B48CC72E1E9}"/>
              </a:ext>
            </a:extLst>
          </p:cNvPr>
          <p:cNvSpPr>
            <a:spLocks noGrp="1"/>
          </p:cNvSpPr>
          <p:nvPr>
            <p:ph type="sldNum" sz="quarter" idx="16"/>
          </p:nvPr>
        </p:nvSpPr>
        <p:spPr/>
        <p:txBody>
          <a:bodyPr rtlCol="0"/>
          <a:lstStyle>
            <a:lvl1pPr>
              <a:defRPr>
                <a:solidFill>
                  <a:schemeClr val="tx1">
                    <a:lumMod val="65000"/>
                    <a:lumOff val="35000"/>
                  </a:schemeClr>
                </a:solidFill>
              </a:defRPr>
            </a:lvl1pPr>
          </a:lstStyle>
          <a:p>
            <a:pPr rtl="0"/>
            <a:fld id="{CC057153-B650-4DEB-B370-79DDCFDCE934}" type="slidenum">
              <a:rPr lang="en-US" smtClean="0"/>
              <a:pPr rtl="0"/>
              <a:t/>
            </a:fld>
            <a:endParaRPr lang="en-US"/>
          </a:p>
        </p:txBody>
      </p:sp>
      <p:grpSp>
        <p:nvGrpSpPr>
          <p:cNvPr id="17" name="Grupo 16">
            <a:extLst>
              <a:ext uri="{FF2B5EF4-FFF2-40B4-BE49-F238E27FC236}">
                <a16:creationId xmlns:a16="http://schemas.microsoft.com/office/drawing/2014/main" id="{38D1B241-A1C5-B50A-03AF-D16D7E07C921}"/>
              </a:ext>
            </a:extLst>
          </p:cNvPr>
          <p:cNvGrpSpPr/>
          <p:nvPr/>
        </p:nvGrpSpPr>
        <p:grpSpPr>
          <a:xfrm>
            <a:off x="10345635" y="649304"/>
            <a:ext cx="698051" cy="1372591"/>
            <a:chOff x="1079500" y="649304"/>
            <a:chExt cx="698051" cy="1372591"/>
          </a:xfrm>
        </p:grpSpPr>
        <p:sp>
          <p:nvSpPr>
            <p:cNvPr id="4" name="Elipse 3">
              <a:extLst>
                <a:ext uri="{FF2B5EF4-FFF2-40B4-BE49-F238E27FC236}">
                  <a16:creationId xmlns:a16="http://schemas.microsoft.com/office/drawing/2014/main" id="{C0430193-32D1-2094-3948-CB8A4044E473}"/>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5" name="Grupo 4">
              <a:extLst>
                <a:ext uri="{FF2B5EF4-FFF2-40B4-BE49-F238E27FC236}">
                  <a16:creationId xmlns:a16="http://schemas.microsoft.com/office/drawing/2014/main" id="{2BDC8FB4-E269-1757-B605-3B7CA1D31BFD}"/>
                </a:ext>
              </a:extLst>
            </p:cNvPr>
            <p:cNvGrpSpPr/>
            <p:nvPr/>
          </p:nvGrpSpPr>
          <p:grpSpPr>
            <a:xfrm rot="10800000">
              <a:off x="1079500" y="952167"/>
              <a:ext cx="641184" cy="1069728"/>
              <a:chOff x="6484111" y="2967038"/>
              <a:chExt cx="641184" cy="1069728"/>
            </a:xfrm>
          </p:grpSpPr>
          <p:grpSp>
            <p:nvGrpSpPr>
              <p:cNvPr id="6" name="Grupo 5">
                <a:extLst>
                  <a:ext uri="{FF2B5EF4-FFF2-40B4-BE49-F238E27FC236}">
                    <a16:creationId xmlns:a16="http://schemas.microsoft.com/office/drawing/2014/main" id="{2BE6CDB3-6726-9490-DEFE-33AADCF70635}"/>
                  </a:ext>
                </a:extLst>
              </p:cNvPr>
              <p:cNvGrpSpPr/>
              <p:nvPr/>
            </p:nvGrpSpPr>
            <p:grpSpPr>
              <a:xfrm>
                <a:off x="6808136" y="2967038"/>
                <a:ext cx="317159" cy="932400"/>
                <a:chOff x="6808136" y="2967038"/>
                <a:chExt cx="317159" cy="932400"/>
              </a:xfrm>
            </p:grpSpPr>
            <p:sp>
              <p:nvSpPr>
                <p:cNvPr id="14" name="Forma libre 68">
                  <a:extLst>
                    <a:ext uri="{FF2B5EF4-FFF2-40B4-BE49-F238E27FC236}">
                      <a16:creationId xmlns:a16="http://schemas.microsoft.com/office/drawing/2014/main" id="{08337956-08FC-C308-3EE6-4F7DF7EE524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bre 69">
                  <a:extLst>
                    <a:ext uri="{FF2B5EF4-FFF2-40B4-BE49-F238E27FC236}">
                      <a16:creationId xmlns:a16="http://schemas.microsoft.com/office/drawing/2014/main" id="{3561E4FD-2BE7-0830-421A-88B523F36A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Línea 70">
                  <a:extLst>
                    <a:ext uri="{FF2B5EF4-FFF2-40B4-BE49-F238E27FC236}">
                      <a16:creationId xmlns:a16="http://schemas.microsoft.com/office/drawing/2014/main" id="{3A98ECA2-F73C-C349-4C85-034EBD520BB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0" name="Grupo 9">
                <a:extLst>
                  <a:ext uri="{FF2B5EF4-FFF2-40B4-BE49-F238E27FC236}">
                    <a16:creationId xmlns:a16="http://schemas.microsoft.com/office/drawing/2014/main" id="{1BAE2C74-92F3-9DF1-0D28-8DA40DC6F702}"/>
                  </a:ext>
                </a:extLst>
              </p:cNvPr>
              <p:cNvGrpSpPr/>
              <p:nvPr/>
            </p:nvGrpSpPr>
            <p:grpSpPr>
              <a:xfrm rot="18900000" flipH="1">
                <a:off x="6484111" y="3104366"/>
                <a:ext cx="317159" cy="932400"/>
                <a:chOff x="6808136" y="2967038"/>
                <a:chExt cx="317159" cy="932400"/>
              </a:xfrm>
            </p:grpSpPr>
            <p:sp>
              <p:nvSpPr>
                <p:cNvPr id="11" name="Forma libre 68">
                  <a:extLst>
                    <a:ext uri="{FF2B5EF4-FFF2-40B4-BE49-F238E27FC236}">
                      <a16:creationId xmlns:a16="http://schemas.microsoft.com/office/drawing/2014/main" id="{7FC40551-D184-C866-BC03-18A5875790C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bre 69">
                  <a:extLst>
                    <a:ext uri="{FF2B5EF4-FFF2-40B4-BE49-F238E27FC236}">
                      <a16:creationId xmlns:a16="http://schemas.microsoft.com/office/drawing/2014/main" id="{728A4A07-2267-BCEE-D29A-1AC7DB34791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Línea 70">
                  <a:extLst>
                    <a:ext uri="{FF2B5EF4-FFF2-40B4-BE49-F238E27FC236}">
                      <a16:creationId xmlns:a16="http://schemas.microsoft.com/office/drawing/2014/main" id="{CF1D3057-1CB5-2D6F-F329-7B377DA203C9}"/>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8" name="Conector recto 17">
            <a:extLst>
              <a:ext uri="{FF2B5EF4-FFF2-40B4-BE49-F238E27FC236}">
                <a16:creationId xmlns:a16="http://schemas.microsoft.com/office/drawing/2014/main" id="{5568EC06-0A8D-764E-AB11-B5EF28F70102}"/>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3281986"/>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rtlCol="0">
            <a:normAutofit/>
          </a:bodyPr>
          <a:lstStyle>
            <a:lvl1pPr marL="0" indent="0">
              <a:buNone/>
              <a:defRPr sz="1800">
                <a:solidFill>
                  <a:schemeClr val="tx1">
                    <a:lumMod val="65000"/>
                    <a:lumOff val="35000"/>
                  </a:schemeClr>
                </a:solidFill>
              </a:defRPr>
            </a:lvl1pPr>
            <a:lvl2pPr marL="228600" indent="0">
              <a:buNone/>
              <a:defRPr sz="1800">
                <a:solidFill>
                  <a:schemeClr val="tx1">
                    <a:lumMod val="65000"/>
                    <a:lumOff val="35000"/>
                  </a:schemeClr>
                </a:solidFill>
              </a:defRPr>
            </a:lvl2pPr>
            <a:lvl3pPr marL="457200" indent="0">
              <a:buNone/>
              <a:defRPr sz="1800">
                <a:solidFill>
                  <a:schemeClr val="tx1">
                    <a:lumMod val="65000"/>
                    <a:lumOff val="35000"/>
                  </a:schemeClr>
                </a:solidFill>
              </a:defRPr>
            </a:lvl3pPr>
            <a:lvl4pPr marL="685800" indent="0">
              <a:buNone/>
              <a:defRPr sz="1800">
                <a:solidFill>
                  <a:schemeClr val="tx1">
                    <a:lumMod val="65000"/>
                    <a:lumOff val="35000"/>
                  </a:schemeClr>
                </a:solidFill>
              </a:defRPr>
            </a:lvl4pPr>
            <a:lvl5pPr marL="914400" indent="0">
              <a:buNone/>
              <a:defRPr sz="1800">
                <a:solidFill>
                  <a:schemeClr val="tx1">
                    <a:lumMod val="65000"/>
                    <a:lumOff val="35000"/>
                  </a:schemeClr>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7342307" cy="1133856"/>
          </a:xfrm>
        </p:spPr>
        <p:txBody>
          <a:bodyPr rtlCol="0" anchor="b">
            <a:noAutofit/>
          </a:bodyPr>
          <a:lstStyle>
            <a:lvl1pPr>
              <a:defRPr sz="4000">
                <a:solidFill>
                  <a:schemeClr val="tx1">
                    <a:lumMod val="75000"/>
                    <a:lumOff val="25000"/>
                  </a:schemeClr>
                </a:solidFill>
              </a:defRPr>
            </a:lvl1pPr>
          </a:lstStyle>
          <a:p>
            <a:pPr rtl="0"/>
            <a:r>
              <a:rPr lang="es"/>
              <a:t>Haga clic para modificar el estilo de título del patrón</a:t>
            </a:r>
          </a:p>
        </p:txBody>
      </p:sp>
    </p:spTree>
    <p:extLst>
      <p:ext uri="{BB962C8B-B14F-4D97-AF65-F5344CB8AC3E}">
        <p14:creationId xmlns:p14="http://schemas.microsoft.com/office/powerpoint/2010/main" val="2246898443"/>
      </p:ext>
    </p:extLst>
  </p:cSld>
  <p:clrMapOvr>
    <a:overrideClrMapping bg1="lt1" tx1="dk1" bg2="lt2" tx2="dk2" accent1="accent1" accent2="accent2" accent3="accent3" accent4="accent4" accent5="accent5" accent6="accent6" hlink="hlink" folHlink="folHlink"/>
  </p:clrMapOvr>
</p:sldLayout>
</file>

<file path=ppt/slideLayouts/slideLayout_8000003C_37CB154C.xml><?xml version="1.0" encoding="utf-8"?>
<p:sldLayout xmlns:a="http://schemas.openxmlformats.org/drawingml/2006/main" xmlns:r="http://schemas.openxmlformats.org/officeDocument/2006/relationships" xmlns:p="http://schemas.openxmlformats.org/presentationml/2006/main" preserve="1">
  <p:cSld name="Conclusión 2">
    <p:bg>
      <p:bgRef idx="1001">
        <a:schemeClr val="bg2"/>
      </p:bgRef>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A9A41DF4-6E58-44F6-EC8C-D43561BDE708}"/>
              </a:ext>
            </a:extLst>
          </p:cNvPr>
          <p:cNvSpPr>
            <a:spLocks noGrp="1"/>
          </p:cNvSpPr>
          <p:nvPr>
            <p:ph type="dt" sz="half" idx="15"/>
          </p:nvPr>
        </p:nvSpPr>
        <p:spPr/>
        <p:txBody>
          <a:bodyPr rtlCol="0"/>
          <a:lstStyle>
            <a:lvl1pPr>
              <a:defRPr>
                <a:solidFill>
                  <a:schemeClr val="tx1">
                    <a:lumMod val="65000"/>
                    <a:lumOff val="35000"/>
                  </a:schemeClr>
                </a:solidFill>
              </a:defRPr>
            </a:lvl1pPr>
          </a:lstStyle>
          <a:p>
            <a:pPr rtl="0"/>
            <a:r>
              <a:rPr lang="es"/>
              <a:t>20XX</a:t>
            </a:r>
            <a:endParaRPr lang="en-US"/>
          </a:p>
        </p:txBody>
      </p:sp>
      <p:sp>
        <p:nvSpPr>
          <p:cNvPr id="8" name="Marcador de pie de página 7">
            <a:extLst>
              <a:ext uri="{FF2B5EF4-FFF2-40B4-BE49-F238E27FC236}">
                <a16:creationId xmlns:a16="http://schemas.microsoft.com/office/drawing/2014/main" id="{C46CE9A2-F361-F415-F937-0301DA22842E}"/>
              </a:ext>
            </a:extLst>
          </p:cNvPr>
          <p:cNvSpPr>
            <a:spLocks noGrp="1"/>
          </p:cNvSpPr>
          <p:nvPr>
            <p:ph type="ftr" sz="quarter" idx="16"/>
          </p:nvPr>
        </p:nvSpPr>
        <p:spPr/>
        <p:txBody>
          <a:bodyPr rtlCol="0"/>
          <a:lstStyle>
            <a:lvl1pPr>
              <a:defRPr>
                <a:solidFill>
                  <a:schemeClr val="tx1">
                    <a:lumMod val="65000"/>
                    <a:lumOff val="35000"/>
                  </a:schemeClr>
                </a:solidFill>
              </a:defRPr>
            </a:lvl1pPr>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424C1775-96D4-1CCB-4D04-35BDF94DC10D}"/>
              </a:ext>
            </a:extLst>
          </p:cNvPr>
          <p:cNvSpPr>
            <a:spLocks noGrp="1"/>
          </p:cNvSpPr>
          <p:nvPr>
            <p:ph type="sldNum" sz="quarter" idx="17"/>
          </p:nvPr>
        </p:nvSpPr>
        <p:spPr/>
        <p:txBody>
          <a:bodyPr rtlCol="0"/>
          <a:lstStyle>
            <a:lvl1pPr>
              <a:defRPr>
                <a:solidFill>
                  <a:schemeClr val="tx1">
                    <a:lumMod val="65000"/>
                    <a:lumOff val="35000"/>
                  </a:schemeClr>
                </a:solidFill>
              </a:defRPr>
            </a:lvl1pPr>
          </a:lstStyle>
          <a:p>
            <a:pPr rtl="0"/>
            <a:fld id="{CC057153-B650-4DEB-B370-79DDCFDCE934}" type="slidenum">
              <a:rPr lang="en-US" smtClean="0"/>
              <a:pPr rtl="0"/>
              <a:t/>
            </a:fld>
            <a:endParaRPr lang="en-US"/>
          </a:p>
        </p:txBody>
      </p:sp>
      <p:grpSp>
        <p:nvGrpSpPr>
          <p:cNvPr id="4" name="Grupo 3">
            <a:extLst>
              <a:ext uri="{FF2B5EF4-FFF2-40B4-BE49-F238E27FC236}">
                <a16:creationId xmlns:a16="http://schemas.microsoft.com/office/drawing/2014/main" id="{DD5BD45A-50CD-EF82-D09C-4545FF3A69AC}"/>
              </a:ext>
            </a:extLst>
          </p:cNvPr>
          <p:cNvGrpSpPr/>
          <p:nvPr/>
        </p:nvGrpSpPr>
        <p:grpSpPr>
          <a:xfrm>
            <a:off x="9740417" y="457964"/>
            <a:ext cx="2227875" cy="5970551"/>
            <a:chOff x="9740417" y="457964"/>
            <a:chExt cx="2227875" cy="5970551"/>
          </a:xfrm>
        </p:grpSpPr>
        <p:grpSp>
          <p:nvGrpSpPr>
            <p:cNvPr id="5" name="Grupo 4">
              <a:extLst>
                <a:ext uri="{FF2B5EF4-FFF2-40B4-BE49-F238E27FC236}">
                  <a16:creationId xmlns:a16="http://schemas.microsoft.com/office/drawing/2014/main" id="{9E210995-0426-D17D-BBDC-C0534A40E8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upo 23">
                <a:extLst>
                  <a:ext uri="{FF2B5EF4-FFF2-40B4-BE49-F238E27FC236}">
                    <a16:creationId xmlns:a16="http://schemas.microsoft.com/office/drawing/2014/main" id="{C8FAFEE9-BD97-8D0C-6317-E67936D6009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upo 29">
                  <a:extLst>
                    <a:ext uri="{FF2B5EF4-FFF2-40B4-BE49-F238E27FC236}">
                      <a16:creationId xmlns:a16="http://schemas.microsoft.com/office/drawing/2014/main" id="{C5F2E2EE-3350-F0F4-DD4D-1D4D46ECBDE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Conector recto 33">
                    <a:extLst>
                      <a:ext uri="{FF2B5EF4-FFF2-40B4-BE49-F238E27FC236}">
                        <a16:creationId xmlns:a16="http://schemas.microsoft.com/office/drawing/2014/main" id="{DA4F058E-349B-1A3F-9D6E-FB583F6B39E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718F73D4-2E66-E080-333B-1D89AC5F0F5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ángulo 30">
                    <a:extLst>
                      <a:ext uri="{FF2B5EF4-FFF2-40B4-BE49-F238E27FC236}">
                        <a16:creationId xmlns:a16="http://schemas.microsoft.com/office/drawing/2014/main" id="{413F058A-9BA7-8BC7-7394-C215EB8DFD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ctángulo 30">
                    <a:extLst>
                      <a:ext uri="{FF2B5EF4-FFF2-40B4-BE49-F238E27FC236}">
                        <a16:creationId xmlns:a16="http://schemas.microsoft.com/office/drawing/2014/main" id="{777A274A-0C0C-5EF2-7606-72F89CE93C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1" name="Grupo 30">
                  <a:extLst>
                    <a:ext uri="{FF2B5EF4-FFF2-40B4-BE49-F238E27FC236}">
                      <a16:creationId xmlns:a16="http://schemas.microsoft.com/office/drawing/2014/main" id="{0B4D2FDC-8701-ED17-A75D-9C27E9A3F4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orma libre: Forma 57">
                    <a:extLst>
                      <a:ext uri="{FF2B5EF4-FFF2-40B4-BE49-F238E27FC236}">
                        <a16:creationId xmlns:a16="http://schemas.microsoft.com/office/drawing/2014/main" id="{5551714A-8D8A-B34B-5A80-E5D27EA368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3" name="Forma libre: Forma 58">
                    <a:extLst>
                      <a:ext uri="{FF2B5EF4-FFF2-40B4-BE49-F238E27FC236}">
                        <a16:creationId xmlns:a16="http://schemas.microsoft.com/office/drawing/2014/main" id="{869FCC5F-8CA3-16C6-0392-F3E75D87BA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5" name="Grupo 24">
                <a:extLst>
                  <a:ext uri="{FF2B5EF4-FFF2-40B4-BE49-F238E27FC236}">
                    <a16:creationId xmlns:a16="http://schemas.microsoft.com/office/drawing/2014/main" id="{24C30149-E004-25CF-5089-4B3E78309B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upo 25">
                  <a:extLst>
                    <a:ext uri="{FF2B5EF4-FFF2-40B4-BE49-F238E27FC236}">
                      <a16:creationId xmlns:a16="http://schemas.microsoft.com/office/drawing/2014/main" id="{76CE1B15-48DE-EA19-66AE-E082767A61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orma libre 68">
                    <a:extLst>
                      <a:ext uri="{FF2B5EF4-FFF2-40B4-BE49-F238E27FC236}">
                        <a16:creationId xmlns:a16="http://schemas.microsoft.com/office/drawing/2014/main" id="{7FF05A74-6722-6ACB-9705-9D08F1E133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bre 69">
                    <a:extLst>
                      <a:ext uri="{FF2B5EF4-FFF2-40B4-BE49-F238E27FC236}">
                        <a16:creationId xmlns:a16="http://schemas.microsoft.com/office/drawing/2014/main" id="{556FA397-6407-CD99-0216-DCE4A86B84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7" name="Línea 70">
                  <a:extLst>
                    <a:ext uri="{FF2B5EF4-FFF2-40B4-BE49-F238E27FC236}">
                      <a16:creationId xmlns:a16="http://schemas.microsoft.com/office/drawing/2014/main" id="{BD07E6BA-830D-81DE-99D0-C1ED17EEB0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6" name="Grupo 5">
              <a:extLst>
                <a:ext uri="{FF2B5EF4-FFF2-40B4-BE49-F238E27FC236}">
                  <a16:creationId xmlns:a16="http://schemas.microsoft.com/office/drawing/2014/main" id="{F7E3CAB0-7B50-4135-76DB-659F3FADB11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upo 9">
                <a:extLst>
                  <a:ext uri="{FF2B5EF4-FFF2-40B4-BE49-F238E27FC236}">
                    <a16:creationId xmlns:a16="http://schemas.microsoft.com/office/drawing/2014/main" id="{6C50E408-CA22-2DA8-3E63-D8CD5D9E43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upo 15">
                  <a:extLst>
                    <a:ext uri="{FF2B5EF4-FFF2-40B4-BE49-F238E27FC236}">
                      <a16:creationId xmlns:a16="http://schemas.microsoft.com/office/drawing/2014/main" id="{B341EAAC-2CAB-1D4C-3C41-E728AE45C2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Conector recto 19">
                    <a:extLst>
                      <a:ext uri="{FF2B5EF4-FFF2-40B4-BE49-F238E27FC236}">
                        <a16:creationId xmlns:a16="http://schemas.microsoft.com/office/drawing/2014/main" id="{FCBEDD1E-4A53-5D13-92E8-44ED005DDEE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2C386BC2-461B-52B5-FA52-3F98E28F9A9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ángulo 30">
                    <a:extLst>
                      <a:ext uri="{FF2B5EF4-FFF2-40B4-BE49-F238E27FC236}">
                        <a16:creationId xmlns:a16="http://schemas.microsoft.com/office/drawing/2014/main" id="{D71D489E-31F4-01B1-137F-1E2BAE84DE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Rectángulo 30">
                    <a:extLst>
                      <a:ext uri="{FF2B5EF4-FFF2-40B4-BE49-F238E27FC236}">
                        <a16:creationId xmlns:a16="http://schemas.microsoft.com/office/drawing/2014/main" id="{AF8D8D96-D26C-A0E9-44AC-210C1D3342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7" name="Grupo 16">
                  <a:extLst>
                    <a:ext uri="{FF2B5EF4-FFF2-40B4-BE49-F238E27FC236}">
                      <a16:creationId xmlns:a16="http://schemas.microsoft.com/office/drawing/2014/main" id="{262D79E6-1E5E-9367-2F80-31091FD0972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orma libre: Forma 141">
                    <a:extLst>
                      <a:ext uri="{FF2B5EF4-FFF2-40B4-BE49-F238E27FC236}">
                        <a16:creationId xmlns:a16="http://schemas.microsoft.com/office/drawing/2014/main" id="{0741A1C4-4A3C-1C09-7B63-2F5A93C40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9" name="Forma libre: Forma 142">
                    <a:extLst>
                      <a:ext uri="{FF2B5EF4-FFF2-40B4-BE49-F238E27FC236}">
                        <a16:creationId xmlns:a16="http://schemas.microsoft.com/office/drawing/2014/main" id="{331A7A60-9E24-7D8B-B8D3-901790A313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1" name="Grupo 10">
                <a:extLst>
                  <a:ext uri="{FF2B5EF4-FFF2-40B4-BE49-F238E27FC236}">
                    <a16:creationId xmlns:a16="http://schemas.microsoft.com/office/drawing/2014/main" id="{216486E5-7377-F1D3-FB49-0A8FC774CC2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upo 11">
                  <a:extLst>
                    <a:ext uri="{FF2B5EF4-FFF2-40B4-BE49-F238E27FC236}">
                      <a16:creationId xmlns:a16="http://schemas.microsoft.com/office/drawing/2014/main" id="{0C9ED1C9-C369-ABE9-0C4B-2B5DF468BB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orma libre 68">
                    <a:extLst>
                      <a:ext uri="{FF2B5EF4-FFF2-40B4-BE49-F238E27FC236}">
                        <a16:creationId xmlns:a16="http://schemas.microsoft.com/office/drawing/2014/main" id="{5D067329-4811-1CE5-0FA5-1CAE03475C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bre 69">
                    <a:extLst>
                      <a:ext uri="{FF2B5EF4-FFF2-40B4-BE49-F238E27FC236}">
                        <a16:creationId xmlns:a16="http://schemas.microsoft.com/office/drawing/2014/main" id="{10E0DE4F-622E-EDCA-0C8D-59B0B3698F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3" name="Línea 70">
                  <a:extLst>
                    <a:ext uri="{FF2B5EF4-FFF2-40B4-BE49-F238E27FC236}">
                      <a16:creationId xmlns:a16="http://schemas.microsoft.com/office/drawing/2014/main" id="{9E4E2F3A-25E4-40F2-7815-59507A3F00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rtlCol="0">
            <a:noAutofit/>
          </a:bodyPr>
          <a:lstStyle>
            <a:lvl1pPr marL="0" indent="0">
              <a:buNone/>
              <a:defRPr sz="1800">
                <a:solidFill>
                  <a:schemeClr val="tx1">
                    <a:lumMod val="65000"/>
                    <a:lumOff val="35000"/>
                  </a:schemeClr>
                </a:solidFill>
              </a:defRPr>
            </a:lvl1pPr>
            <a:lvl2pPr marL="228600" indent="0">
              <a:buNone/>
              <a:defRPr sz="1800">
                <a:solidFill>
                  <a:schemeClr val="tx1">
                    <a:lumMod val="65000"/>
                    <a:lumOff val="35000"/>
                  </a:schemeClr>
                </a:solidFill>
              </a:defRPr>
            </a:lvl2pPr>
            <a:lvl3pPr marL="457200" indent="0">
              <a:buNone/>
              <a:defRPr sz="1800">
                <a:solidFill>
                  <a:schemeClr val="tx1">
                    <a:lumMod val="65000"/>
                    <a:lumOff val="35000"/>
                  </a:schemeClr>
                </a:solidFill>
              </a:defRPr>
            </a:lvl3pPr>
            <a:lvl4pPr marL="685800" indent="0">
              <a:buNone/>
              <a:defRPr sz="1800">
                <a:solidFill>
                  <a:schemeClr val="tx1">
                    <a:lumMod val="65000"/>
                    <a:lumOff val="35000"/>
                  </a:schemeClr>
                </a:solidFill>
              </a:defRPr>
            </a:lvl4pPr>
            <a:lvl5pPr marL="914400" indent="0">
              <a:buNone/>
              <a:defRPr sz="1800">
                <a:solidFill>
                  <a:schemeClr val="tx1">
                    <a:lumMod val="65000"/>
                    <a:lumOff val="35000"/>
                  </a:schemeClr>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rtlCol="0" anchor="b">
            <a:noAutofit/>
          </a:bodyPr>
          <a:lstStyle>
            <a:lvl1pPr>
              <a:defRPr sz="4000">
                <a:solidFill>
                  <a:schemeClr val="tx1">
                    <a:lumMod val="75000"/>
                    <a:lumOff val="25000"/>
                  </a:schemeClr>
                </a:solidFill>
              </a:defRPr>
            </a:lvl1pPr>
          </a:lstStyle>
          <a:p>
            <a:pPr rtl="0"/>
            <a:r>
              <a:rPr lang="es"/>
              <a:t>Haga clic para modificar el estilo de título del patrón</a:t>
            </a:r>
          </a:p>
        </p:txBody>
      </p:sp>
    </p:spTree>
    <p:extLst>
      <p:ext uri="{BB962C8B-B14F-4D97-AF65-F5344CB8AC3E}">
        <p14:creationId xmlns:p14="http://schemas.microsoft.com/office/powerpoint/2010/main" val="936056140"/>
      </p:ext>
    </p:extLst>
  </p:cSld>
  <p:clrMapOvr>
    <a:overrideClrMapping bg1="lt1" tx1="dk1" bg2="lt2" tx2="dk2" accent1="accent1" accent2="accent2" accent3="accent3" accent4="accent4" accent5="accent5" accent6="accent6" hlink="hlink" folHlink="folHlink"/>
  </p:clrMapOvr>
</p:sldLayout>
</file>

<file path=ppt/slideLayouts/slideLayout_8000003D_5BECB569.xml><?xml version="1.0" encoding="utf-8"?>
<p:sldLayout xmlns:a="http://schemas.openxmlformats.org/drawingml/2006/main" xmlns:r="http://schemas.openxmlformats.org/officeDocument/2006/relationships" xmlns:p="http://schemas.openxmlformats.org/presentationml/2006/main" preserve="1">
  <p:cSld name="Diseño vertical con gráfico">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1E946DF7-10C4-0BBA-EB2E-955736EC343A}"/>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4" name="Grupo 3">
              <a:extLst>
                <a:ext uri="{FF2B5EF4-FFF2-40B4-BE49-F238E27FC236}">
                  <a16:creationId xmlns:a16="http://schemas.microsoft.com/office/drawing/2014/main" id="{96650848-7A6C-21DB-6BAE-4516E6E51FB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166" name="Forma libre 68">
                <a:extLst>
                  <a:ext uri="{FF2B5EF4-FFF2-40B4-BE49-F238E27FC236}">
                    <a16:creationId xmlns:a16="http://schemas.microsoft.com/office/drawing/2014/main" id="{DCF561B2-851F-5E35-8D9F-D9587A067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7" name="Forma libre 69">
                <a:extLst>
                  <a:ext uri="{FF2B5EF4-FFF2-40B4-BE49-F238E27FC236}">
                    <a16:creationId xmlns:a16="http://schemas.microsoft.com/office/drawing/2014/main" id="{C849E763-E757-E9D6-A937-030A9A8A4F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8" name="Línea 70">
                <a:extLst>
                  <a:ext uri="{FF2B5EF4-FFF2-40B4-BE49-F238E27FC236}">
                    <a16:creationId xmlns:a16="http://schemas.microsoft.com/office/drawing/2014/main" id="{E6B475E7-3F49-5B4E-441D-BFB9786E65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 name="Grupo 4">
              <a:extLst>
                <a:ext uri="{FF2B5EF4-FFF2-40B4-BE49-F238E27FC236}">
                  <a16:creationId xmlns:a16="http://schemas.microsoft.com/office/drawing/2014/main" id="{CBAE7E0C-06C9-5A12-F641-B9659C3347B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128" name="Elipse 127">
                <a:extLst>
                  <a:ext uri="{FF2B5EF4-FFF2-40B4-BE49-F238E27FC236}">
                    <a16:creationId xmlns:a16="http://schemas.microsoft.com/office/drawing/2014/main" id="{106611B4-C9C5-B9EB-D2E4-A786180407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129" name="Grupo 128">
                <a:extLst>
                  <a:ext uri="{FF2B5EF4-FFF2-40B4-BE49-F238E27FC236}">
                    <a16:creationId xmlns:a16="http://schemas.microsoft.com/office/drawing/2014/main" id="{5B0A8C44-9DE9-9FF5-9422-459D794255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44" name="Forma libre 64">
                  <a:extLst>
                    <a:ext uri="{FF2B5EF4-FFF2-40B4-BE49-F238E27FC236}">
                      <a16:creationId xmlns:a16="http://schemas.microsoft.com/office/drawing/2014/main" id="{802B3E02-35F5-D486-B900-46666AE6CF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5" name="Forma libre 81">
                  <a:extLst>
                    <a:ext uri="{FF2B5EF4-FFF2-40B4-BE49-F238E27FC236}">
                      <a16:creationId xmlns:a16="http://schemas.microsoft.com/office/drawing/2014/main" id="{A0FE175D-173E-81F0-CC24-96E27F1D8B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6" name="Forma libre 61">
                  <a:extLst>
                    <a:ext uri="{FF2B5EF4-FFF2-40B4-BE49-F238E27FC236}">
                      <a16:creationId xmlns:a16="http://schemas.microsoft.com/office/drawing/2014/main" id="{34F66AAF-A45F-1A0F-2555-176A1B7938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7" name="Forma libre 78">
                  <a:extLst>
                    <a:ext uri="{FF2B5EF4-FFF2-40B4-BE49-F238E27FC236}">
                      <a16:creationId xmlns:a16="http://schemas.microsoft.com/office/drawing/2014/main" id="{888FD7CB-E8B6-CDCC-A765-51384168C0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8" name="Forma libre 84">
                  <a:extLst>
                    <a:ext uri="{FF2B5EF4-FFF2-40B4-BE49-F238E27FC236}">
                      <a16:creationId xmlns:a16="http://schemas.microsoft.com/office/drawing/2014/main" id="{22D9D5B7-67CD-DAEF-F169-F9927D060C7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9" name="Forma libre 87">
                  <a:extLst>
                    <a:ext uri="{FF2B5EF4-FFF2-40B4-BE49-F238E27FC236}">
                      <a16:creationId xmlns:a16="http://schemas.microsoft.com/office/drawing/2014/main" id="{635D2023-BB18-34DE-9533-3BCD2D66F9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0" name="Forma libre 60">
                  <a:extLst>
                    <a:ext uri="{FF2B5EF4-FFF2-40B4-BE49-F238E27FC236}">
                      <a16:creationId xmlns:a16="http://schemas.microsoft.com/office/drawing/2014/main" id="{659415BE-DC13-49A7-0C33-5EFE279226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1" name="Forma libre 59">
                  <a:extLst>
                    <a:ext uri="{FF2B5EF4-FFF2-40B4-BE49-F238E27FC236}">
                      <a16:creationId xmlns:a16="http://schemas.microsoft.com/office/drawing/2014/main" id="{CC801494-07A4-F520-018B-68D2196D2A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2" name="Forma libre 62">
                  <a:extLst>
                    <a:ext uri="{FF2B5EF4-FFF2-40B4-BE49-F238E27FC236}">
                      <a16:creationId xmlns:a16="http://schemas.microsoft.com/office/drawing/2014/main" id="{E686085F-EAC6-B895-6207-458362D1B6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3" name="Forma libre 65">
                  <a:extLst>
                    <a:ext uri="{FF2B5EF4-FFF2-40B4-BE49-F238E27FC236}">
                      <a16:creationId xmlns:a16="http://schemas.microsoft.com/office/drawing/2014/main" id="{DAB00EC1-8D08-BA6A-CDFE-4C62A187B1C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4" name="Forma libre 79">
                  <a:extLst>
                    <a:ext uri="{FF2B5EF4-FFF2-40B4-BE49-F238E27FC236}">
                      <a16:creationId xmlns:a16="http://schemas.microsoft.com/office/drawing/2014/main" id="{59FA4147-888A-1DF5-8C4D-5826AB12A88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5" name="Forma libre 82">
                  <a:extLst>
                    <a:ext uri="{FF2B5EF4-FFF2-40B4-BE49-F238E27FC236}">
                      <a16:creationId xmlns:a16="http://schemas.microsoft.com/office/drawing/2014/main" id="{4C86CC1B-2F58-1C71-F3ED-92D58E16B4F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6" name="Forma libre 85">
                  <a:extLst>
                    <a:ext uri="{FF2B5EF4-FFF2-40B4-BE49-F238E27FC236}">
                      <a16:creationId xmlns:a16="http://schemas.microsoft.com/office/drawing/2014/main" id="{2994FA47-E79D-6287-A237-43A2FA4FFB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7" name="Forma libre 88">
                  <a:extLst>
                    <a:ext uri="{FF2B5EF4-FFF2-40B4-BE49-F238E27FC236}">
                      <a16:creationId xmlns:a16="http://schemas.microsoft.com/office/drawing/2014/main" id="{AB058826-014A-49AD-8409-1561149690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58" name="Grupo 157">
                  <a:extLst>
                    <a:ext uri="{FF2B5EF4-FFF2-40B4-BE49-F238E27FC236}">
                      <a16:creationId xmlns:a16="http://schemas.microsoft.com/office/drawing/2014/main" id="{08112C56-452F-ABF6-3C71-80EB07646D7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59" name="Línea 63">
                    <a:extLst>
                      <a:ext uri="{FF2B5EF4-FFF2-40B4-BE49-F238E27FC236}">
                        <a16:creationId xmlns:a16="http://schemas.microsoft.com/office/drawing/2014/main" id="{03C71145-D2E8-489B-88F9-F9826023B89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0" name="Línea 66">
                    <a:extLst>
                      <a:ext uri="{FF2B5EF4-FFF2-40B4-BE49-F238E27FC236}">
                        <a16:creationId xmlns:a16="http://schemas.microsoft.com/office/drawing/2014/main" id="{A2BA5FB6-9059-DF6F-1EB1-F80CF772AB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1" name="Línea 67">
                    <a:extLst>
                      <a:ext uri="{FF2B5EF4-FFF2-40B4-BE49-F238E27FC236}">
                        <a16:creationId xmlns:a16="http://schemas.microsoft.com/office/drawing/2014/main" id="{2A893CE1-8DC4-0808-9F33-FED7630964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2" name="Línea 80">
                    <a:extLst>
                      <a:ext uri="{FF2B5EF4-FFF2-40B4-BE49-F238E27FC236}">
                        <a16:creationId xmlns:a16="http://schemas.microsoft.com/office/drawing/2014/main" id="{9672C220-76B2-6201-EEE5-8CCF7167CB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3" name="Línea 83">
                    <a:extLst>
                      <a:ext uri="{FF2B5EF4-FFF2-40B4-BE49-F238E27FC236}">
                        <a16:creationId xmlns:a16="http://schemas.microsoft.com/office/drawing/2014/main" id="{5C1A72CD-7D7C-42E3-BFFA-C472421EAF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4" name="Línea 86">
                    <a:extLst>
                      <a:ext uri="{FF2B5EF4-FFF2-40B4-BE49-F238E27FC236}">
                        <a16:creationId xmlns:a16="http://schemas.microsoft.com/office/drawing/2014/main" id="{BFB972A4-6E25-6FC4-1717-0B081F4B810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5" name="Línea 89">
                    <a:extLst>
                      <a:ext uri="{FF2B5EF4-FFF2-40B4-BE49-F238E27FC236}">
                        <a16:creationId xmlns:a16="http://schemas.microsoft.com/office/drawing/2014/main" id="{2FA89047-354E-3D71-A179-6C490AE361D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30" name="Grupo 129">
                <a:extLst>
                  <a:ext uri="{FF2B5EF4-FFF2-40B4-BE49-F238E27FC236}">
                    <a16:creationId xmlns:a16="http://schemas.microsoft.com/office/drawing/2014/main" id="{78CFC643-3123-EB74-EA21-D2F9C493D46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36" name="Grupo 135">
                  <a:extLst>
                    <a:ext uri="{FF2B5EF4-FFF2-40B4-BE49-F238E27FC236}">
                      <a16:creationId xmlns:a16="http://schemas.microsoft.com/office/drawing/2014/main" id="{5DEB7895-FB98-5D68-2C79-31CC7F227BF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0" name="Conector recto 139">
                    <a:extLst>
                      <a:ext uri="{FF2B5EF4-FFF2-40B4-BE49-F238E27FC236}">
                        <a16:creationId xmlns:a16="http://schemas.microsoft.com/office/drawing/2014/main" id="{7542BE6F-AD2C-F040-D0A7-C5758BBFEC6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1" name="Conector recto 140">
                    <a:extLst>
                      <a:ext uri="{FF2B5EF4-FFF2-40B4-BE49-F238E27FC236}">
                        <a16:creationId xmlns:a16="http://schemas.microsoft.com/office/drawing/2014/main" id="{82496DAA-F89B-A56B-5FEC-BFC29FD6A00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2" name="Rectángulo 30">
                    <a:extLst>
                      <a:ext uri="{FF2B5EF4-FFF2-40B4-BE49-F238E27FC236}">
                        <a16:creationId xmlns:a16="http://schemas.microsoft.com/office/drawing/2014/main" id="{0A0A246A-6BE3-423B-31C8-7B51E58351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3" name="Rectángulo 30">
                    <a:extLst>
                      <a:ext uri="{FF2B5EF4-FFF2-40B4-BE49-F238E27FC236}">
                        <a16:creationId xmlns:a16="http://schemas.microsoft.com/office/drawing/2014/main" id="{E681F45F-69BC-8729-80D4-3CEC4995E7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37" name="Grupo 136">
                  <a:extLst>
                    <a:ext uri="{FF2B5EF4-FFF2-40B4-BE49-F238E27FC236}">
                      <a16:creationId xmlns:a16="http://schemas.microsoft.com/office/drawing/2014/main" id="{47178EE2-B7F0-30B5-0B41-2C9210C6E57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38" name="Forma libre: Forma 57">
                    <a:extLst>
                      <a:ext uri="{FF2B5EF4-FFF2-40B4-BE49-F238E27FC236}">
                        <a16:creationId xmlns:a16="http://schemas.microsoft.com/office/drawing/2014/main" id="{ADAA86A1-574E-8E2A-8540-099473576A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39" name="Forma libre: Forma 58">
                    <a:extLst>
                      <a:ext uri="{FF2B5EF4-FFF2-40B4-BE49-F238E27FC236}">
                        <a16:creationId xmlns:a16="http://schemas.microsoft.com/office/drawing/2014/main" id="{BCCDC65B-F799-76F0-2BAB-6ADBB06C7A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31" name="Grupo 130">
                <a:extLst>
                  <a:ext uri="{FF2B5EF4-FFF2-40B4-BE49-F238E27FC236}">
                    <a16:creationId xmlns:a16="http://schemas.microsoft.com/office/drawing/2014/main" id="{76A21C52-0DA8-856D-5692-39A23C0E152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32" name="Grupo 131">
                  <a:extLst>
                    <a:ext uri="{FF2B5EF4-FFF2-40B4-BE49-F238E27FC236}">
                      <a16:creationId xmlns:a16="http://schemas.microsoft.com/office/drawing/2014/main" id="{3D32FAD6-3813-F251-ABFD-93D8751FB3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4" name="Forma libre 68">
                    <a:extLst>
                      <a:ext uri="{FF2B5EF4-FFF2-40B4-BE49-F238E27FC236}">
                        <a16:creationId xmlns:a16="http://schemas.microsoft.com/office/drawing/2014/main" id="{FA00EEC5-0A5F-E731-6A0C-FAF08B222F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5" name="Forma libre 69">
                    <a:extLst>
                      <a:ext uri="{FF2B5EF4-FFF2-40B4-BE49-F238E27FC236}">
                        <a16:creationId xmlns:a16="http://schemas.microsoft.com/office/drawing/2014/main" id="{89C49BA9-5C77-1162-9471-2D104104C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33" name="Línea 70">
                  <a:extLst>
                    <a:ext uri="{FF2B5EF4-FFF2-40B4-BE49-F238E27FC236}">
                      <a16:creationId xmlns:a16="http://schemas.microsoft.com/office/drawing/2014/main" id="{6A2FF4B0-2ED3-E23D-7E5F-F8022D1C13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6" name="Grupo 5">
              <a:extLst>
                <a:ext uri="{FF2B5EF4-FFF2-40B4-BE49-F238E27FC236}">
                  <a16:creationId xmlns:a16="http://schemas.microsoft.com/office/drawing/2014/main" id="{2B73B0F4-CE7B-C11C-8311-C827DFCA73D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7" name="Elipse 6">
                <a:extLst>
                  <a:ext uri="{FF2B5EF4-FFF2-40B4-BE49-F238E27FC236}">
                    <a16:creationId xmlns:a16="http://schemas.microsoft.com/office/drawing/2014/main" id="{C1BF5B87-7A83-6A6E-47B2-7436F675B5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91" name="Grupo 90">
                <a:extLst>
                  <a:ext uri="{FF2B5EF4-FFF2-40B4-BE49-F238E27FC236}">
                    <a16:creationId xmlns:a16="http://schemas.microsoft.com/office/drawing/2014/main" id="{87178A77-6A96-EEC0-0A45-53BDD646D1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06" name="Forma libre 64">
                  <a:extLst>
                    <a:ext uri="{FF2B5EF4-FFF2-40B4-BE49-F238E27FC236}">
                      <a16:creationId xmlns:a16="http://schemas.microsoft.com/office/drawing/2014/main" id="{C35CF469-BCDB-1ECB-D848-2A118B9269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7" name="Forma libre 81">
                  <a:extLst>
                    <a:ext uri="{FF2B5EF4-FFF2-40B4-BE49-F238E27FC236}">
                      <a16:creationId xmlns:a16="http://schemas.microsoft.com/office/drawing/2014/main" id="{269DBB87-6E3B-69A6-88B7-49DE248A25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8" name="Forma libre 61">
                  <a:extLst>
                    <a:ext uri="{FF2B5EF4-FFF2-40B4-BE49-F238E27FC236}">
                      <a16:creationId xmlns:a16="http://schemas.microsoft.com/office/drawing/2014/main" id="{C6E66543-4428-39AF-E0AE-579FE6A4B1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9" name="Forma libre 78">
                  <a:extLst>
                    <a:ext uri="{FF2B5EF4-FFF2-40B4-BE49-F238E27FC236}">
                      <a16:creationId xmlns:a16="http://schemas.microsoft.com/office/drawing/2014/main" id="{67968DE4-73FA-FDFD-59CB-0B85FAF28A1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0" name="Forma libre 84">
                  <a:extLst>
                    <a:ext uri="{FF2B5EF4-FFF2-40B4-BE49-F238E27FC236}">
                      <a16:creationId xmlns:a16="http://schemas.microsoft.com/office/drawing/2014/main" id="{077CC600-1E1B-D52F-B708-7084D54B70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1" name="Forma libre 87">
                  <a:extLst>
                    <a:ext uri="{FF2B5EF4-FFF2-40B4-BE49-F238E27FC236}">
                      <a16:creationId xmlns:a16="http://schemas.microsoft.com/office/drawing/2014/main" id="{C484D1B8-84A1-20E9-3BD6-197AEFACC4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2" name="Forma libre 60">
                  <a:extLst>
                    <a:ext uri="{FF2B5EF4-FFF2-40B4-BE49-F238E27FC236}">
                      <a16:creationId xmlns:a16="http://schemas.microsoft.com/office/drawing/2014/main" id="{36E29196-81C0-C3F7-22AD-1E4C1ACBBE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3" name="Forma libre 59">
                  <a:extLst>
                    <a:ext uri="{FF2B5EF4-FFF2-40B4-BE49-F238E27FC236}">
                      <a16:creationId xmlns:a16="http://schemas.microsoft.com/office/drawing/2014/main" id="{8C4B4E29-2FE5-D94E-EBCD-7BD6ADBB24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4" name="Forma libre 62">
                  <a:extLst>
                    <a:ext uri="{FF2B5EF4-FFF2-40B4-BE49-F238E27FC236}">
                      <a16:creationId xmlns:a16="http://schemas.microsoft.com/office/drawing/2014/main" id="{D9E5BF2B-495D-833E-9454-7EFE4293C6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5" name="Forma libre 65">
                  <a:extLst>
                    <a:ext uri="{FF2B5EF4-FFF2-40B4-BE49-F238E27FC236}">
                      <a16:creationId xmlns:a16="http://schemas.microsoft.com/office/drawing/2014/main" id="{AE984C56-67FD-C22E-1B07-C5079A40BC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6" name="Forma libre 79">
                  <a:extLst>
                    <a:ext uri="{FF2B5EF4-FFF2-40B4-BE49-F238E27FC236}">
                      <a16:creationId xmlns:a16="http://schemas.microsoft.com/office/drawing/2014/main" id="{E51DACBA-19CF-3B04-3536-C7B7D1A7EB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7" name="Forma libre 82">
                  <a:extLst>
                    <a:ext uri="{FF2B5EF4-FFF2-40B4-BE49-F238E27FC236}">
                      <a16:creationId xmlns:a16="http://schemas.microsoft.com/office/drawing/2014/main" id="{13BA5D0A-5B87-1D08-88AD-8083D93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8" name="Forma libre 85">
                  <a:extLst>
                    <a:ext uri="{FF2B5EF4-FFF2-40B4-BE49-F238E27FC236}">
                      <a16:creationId xmlns:a16="http://schemas.microsoft.com/office/drawing/2014/main" id="{6EE5635D-FA59-4376-20E4-50CC79E371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9" name="Forma libre 88">
                  <a:extLst>
                    <a:ext uri="{FF2B5EF4-FFF2-40B4-BE49-F238E27FC236}">
                      <a16:creationId xmlns:a16="http://schemas.microsoft.com/office/drawing/2014/main" id="{55A3AFB5-4970-411F-5F04-2B596C8FA7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20" name="Grupo 119">
                  <a:extLst>
                    <a:ext uri="{FF2B5EF4-FFF2-40B4-BE49-F238E27FC236}">
                      <a16:creationId xmlns:a16="http://schemas.microsoft.com/office/drawing/2014/main" id="{E6214791-9426-C192-8C99-0DE8E35D2FA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21" name="Línea 63">
                    <a:extLst>
                      <a:ext uri="{FF2B5EF4-FFF2-40B4-BE49-F238E27FC236}">
                        <a16:creationId xmlns:a16="http://schemas.microsoft.com/office/drawing/2014/main" id="{8A34640B-7052-1024-66C4-395918533E8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2" name="Línea 66">
                    <a:extLst>
                      <a:ext uri="{FF2B5EF4-FFF2-40B4-BE49-F238E27FC236}">
                        <a16:creationId xmlns:a16="http://schemas.microsoft.com/office/drawing/2014/main" id="{E2DA86A8-0C0F-D2A2-2CA9-20F4EBE071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3" name="Línea 67">
                    <a:extLst>
                      <a:ext uri="{FF2B5EF4-FFF2-40B4-BE49-F238E27FC236}">
                        <a16:creationId xmlns:a16="http://schemas.microsoft.com/office/drawing/2014/main" id="{41C7639A-B1D6-547B-B391-9B7979F8AC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4" name="Línea 80">
                    <a:extLst>
                      <a:ext uri="{FF2B5EF4-FFF2-40B4-BE49-F238E27FC236}">
                        <a16:creationId xmlns:a16="http://schemas.microsoft.com/office/drawing/2014/main" id="{E719F0EE-1A68-FE4F-5D65-7F3CF1AD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5" name="Línea 83">
                    <a:extLst>
                      <a:ext uri="{FF2B5EF4-FFF2-40B4-BE49-F238E27FC236}">
                        <a16:creationId xmlns:a16="http://schemas.microsoft.com/office/drawing/2014/main" id="{DC0373DF-BE8C-420B-F88C-A7FF0334C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6" name="Línea 86">
                    <a:extLst>
                      <a:ext uri="{FF2B5EF4-FFF2-40B4-BE49-F238E27FC236}">
                        <a16:creationId xmlns:a16="http://schemas.microsoft.com/office/drawing/2014/main" id="{F4ECE460-0A73-8C2B-5647-0E5AE9AEA7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7" name="Línea 89">
                    <a:extLst>
                      <a:ext uri="{FF2B5EF4-FFF2-40B4-BE49-F238E27FC236}">
                        <a16:creationId xmlns:a16="http://schemas.microsoft.com/office/drawing/2014/main" id="{BCD65272-F6D2-B58A-8C53-F9E90D29B0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92" name="Grupo 91">
                <a:extLst>
                  <a:ext uri="{FF2B5EF4-FFF2-40B4-BE49-F238E27FC236}">
                    <a16:creationId xmlns:a16="http://schemas.microsoft.com/office/drawing/2014/main" id="{D3A8502E-7C5D-906B-BA56-302B1AB122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98" name="Grupo 97">
                  <a:extLst>
                    <a:ext uri="{FF2B5EF4-FFF2-40B4-BE49-F238E27FC236}">
                      <a16:creationId xmlns:a16="http://schemas.microsoft.com/office/drawing/2014/main" id="{D7A189C9-9947-A989-4D09-BDC02389923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2" name="Conector recto 101">
                    <a:extLst>
                      <a:ext uri="{FF2B5EF4-FFF2-40B4-BE49-F238E27FC236}">
                        <a16:creationId xmlns:a16="http://schemas.microsoft.com/office/drawing/2014/main" id="{F2C4A481-AFEC-4925-686C-7AB5CDC4466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3" name="Conector recto 102">
                    <a:extLst>
                      <a:ext uri="{FF2B5EF4-FFF2-40B4-BE49-F238E27FC236}">
                        <a16:creationId xmlns:a16="http://schemas.microsoft.com/office/drawing/2014/main" id="{E1F945F9-CDFF-041F-0653-2816D47B016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4" name="Rectángulo 30">
                    <a:extLst>
                      <a:ext uri="{FF2B5EF4-FFF2-40B4-BE49-F238E27FC236}">
                        <a16:creationId xmlns:a16="http://schemas.microsoft.com/office/drawing/2014/main" id="{7AFA641F-BA09-FD61-61E7-EC46702A4D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5" name="Rectángulo 30">
                    <a:extLst>
                      <a:ext uri="{FF2B5EF4-FFF2-40B4-BE49-F238E27FC236}">
                        <a16:creationId xmlns:a16="http://schemas.microsoft.com/office/drawing/2014/main" id="{BE902CEB-6539-E490-C6F0-CD34281997B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99" name="Grupo 98">
                  <a:extLst>
                    <a:ext uri="{FF2B5EF4-FFF2-40B4-BE49-F238E27FC236}">
                      <a16:creationId xmlns:a16="http://schemas.microsoft.com/office/drawing/2014/main" id="{2D313F9E-16F5-9645-AED4-FEA8009A72F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0" name="Forma libre: Forma 19">
                    <a:extLst>
                      <a:ext uri="{FF2B5EF4-FFF2-40B4-BE49-F238E27FC236}">
                        <a16:creationId xmlns:a16="http://schemas.microsoft.com/office/drawing/2014/main" id="{3D51B00C-0086-B9A0-B39F-3B835E4AAB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01" name="Forma libre: Forma 20">
                    <a:extLst>
                      <a:ext uri="{FF2B5EF4-FFF2-40B4-BE49-F238E27FC236}">
                        <a16:creationId xmlns:a16="http://schemas.microsoft.com/office/drawing/2014/main" id="{C8B47B22-1553-BA25-9065-3FA6BE4B96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93" name="Grupo 92">
                <a:extLst>
                  <a:ext uri="{FF2B5EF4-FFF2-40B4-BE49-F238E27FC236}">
                    <a16:creationId xmlns:a16="http://schemas.microsoft.com/office/drawing/2014/main" id="{AA6B44CA-D2CF-D871-67A4-0BE8C3E254C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94" name="Grupo 93">
                  <a:extLst>
                    <a:ext uri="{FF2B5EF4-FFF2-40B4-BE49-F238E27FC236}">
                      <a16:creationId xmlns:a16="http://schemas.microsoft.com/office/drawing/2014/main" id="{F0F82BA1-C5DF-8A0E-F35D-37955045835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96" name="Forma libre 68">
                    <a:extLst>
                      <a:ext uri="{FF2B5EF4-FFF2-40B4-BE49-F238E27FC236}">
                        <a16:creationId xmlns:a16="http://schemas.microsoft.com/office/drawing/2014/main" id="{37B9BFCF-75BB-A2D2-41C3-0258B7F2DC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7" name="Forma libre 69">
                    <a:extLst>
                      <a:ext uri="{FF2B5EF4-FFF2-40B4-BE49-F238E27FC236}">
                        <a16:creationId xmlns:a16="http://schemas.microsoft.com/office/drawing/2014/main" id="{4A28A03D-736E-ADFF-0F1E-4C9198492D3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95" name="Línea 70">
                  <a:extLst>
                    <a:ext uri="{FF2B5EF4-FFF2-40B4-BE49-F238E27FC236}">
                      <a16:creationId xmlns:a16="http://schemas.microsoft.com/office/drawing/2014/main" id="{3DDC35DC-35B8-10FA-03DE-23E52F3126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987552" y="301752"/>
            <a:ext cx="4654296" cy="6263640"/>
          </a:xfrm>
        </p:spPr>
        <p:txBody>
          <a:bodyPr rtlCol="0" anchor="ctr" anchorCtr="0">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5422395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E_D8BA9020.xml><?xml version="1.0" encoding="utf-8"?>
<p:sldLayout xmlns:a="http://schemas.openxmlformats.org/drawingml/2006/main" xmlns:r="http://schemas.openxmlformats.org/officeDocument/2006/relationships" xmlns:p="http://schemas.openxmlformats.org/presentationml/2006/main" preserve="1">
  <p:cSld name="Lista con imagen">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68B8BDB-E48D-528E-7F09-BBBFF8921F04}"/>
              </a:ext>
              <a:ext uri="{C183D7F6-B498-43B3-948B-1728B52AA6E4}">
                <adec:decorative xmlns:adec="http://schemas.microsoft.com/office/drawing/2017/decorative" val="1"/>
              </a:ext>
            </a:extLst>
          </p:cNvPr>
          <p:cNvSpPr/>
          <p:nvPr/>
        </p:nvSpPr>
        <p:spPr>
          <a:xfrm>
            <a:off x="4548850" y="0"/>
            <a:ext cx="7643149" cy="6858000"/>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cxnSp>
        <p:nvCxnSpPr>
          <p:cNvPr id="6" name="Conector recto 5">
            <a:extLst>
              <a:ext uri="{FF2B5EF4-FFF2-40B4-BE49-F238E27FC236}">
                <a16:creationId xmlns:a16="http://schemas.microsoft.com/office/drawing/2014/main" id="{649557F6-2BEF-8562-33FA-D5F221B212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080008" y="2514600"/>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Marcador de posición de imagen 10">
            <a:extLst>
              <a:ext uri="{FF2B5EF4-FFF2-40B4-BE49-F238E27FC236}">
                <a16:creationId xmlns:a16="http://schemas.microsoft.com/office/drawing/2014/main" id="{066A4109-EF9B-5A91-301F-0BEFB378B4F5}"/>
              </a:ext>
            </a:extLst>
          </p:cNvPr>
          <p:cNvSpPr>
            <a:spLocks noGrp="1"/>
          </p:cNvSpPr>
          <p:nvPr>
            <p:ph type="pic" sz="quarter" idx="14"/>
          </p:nvPr>
        </p:nvSpPr>
        <p:spPr>
          <a:xfrm>
            <a:off x="5028292" y="420624"/>
            <a:ext cx="6684264" cy="6016752"/>
          </a:xfrm>
          <a:blipFill>
            <a:blip r:embed="rId2">
              <a:alphaModFix amt="60000"/>
            </a:blip>
            <a:stretch>
              <a:fillRect/>
            </a:stretch>
          </a:blipFill>
        </p:spPr>
        <p:txBody>
          <a:bodyPr rtlCol="0"/>
          <a:lstStyle/>
          <a:p>
            <a:pPr rtl="0"/>
            <a:r>
              <a:rPr lang="es"/>
              <a:t>Haga clic en el icono para agregar una imagen</a:t>
            </a:r>
          </a:p>
        </p:txBody>
      </p: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12648" y="2743200"/>
            <a:ext cx="3474720" cy="3502152"/>
          </a:xfrm>
        </p:spPr>
        <p:txBody>
          <a:bodyPr rtlCol="0">
            <a:normAutofit/>
          </a:bodyPr>
          <a:lstStyle>
            <a:lvl1pPr marL="0" indent="0" algn="ctr">
              <a:buNone/>
              <a:defRPr sz="1800"/>
            </a:lvl1pPr>
            <a:lvl2pPr marL="356616" indent="0" algn="ctr">
              <a:buFont typeface="Arial" panose="020B0604020202020204" pitchFamily="34" charset="0"/>
              <a:buNone/>
              <a:defRPr sz="1800"/>
            </a:lvl2pPr>
            <a:lvl3pPr marL="722376" indent="0" algn="ctr">
              <a:buNone/>
              <a:defRPr sz="1800"/>
            </a:lvl3pPr>
            <a:lvl4pPr marL="1078992" indent="0" algn="ctr">
              <a:buFont typeface="Arial" panose="020B0604020202020204" pitchFamily="34" charset="0"/>
              <a:buNone/>
              <a:defRPr sz="1800"/>
            </a:lvl4pPr>
            <a:lvl5pPr marL="1444752" indent="0" algn="ctr">
              <a:buNone/>
              <a:defRPr sz="18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2648" y="429768"/>
            <a:ext cx="3474720" cy="1847088"/>
          </a:xfrm>
        </p:spPr>
        <p:txBody>
          <a:bodyPr rtlCol="0" anchor="b">
            <a:normAutofit/>
          </a:bodyPr>
          <a:lstStyle>
            <a:lvl1pPr algn="ct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636105248"/>
      </p:ext>
    </p:extLst>
  </p:cSld>
  <p:clrMapOvr>
    <a:masterClrMapping/>
  </p:clrMapOvr>
</p:sldLayout>
</file>

<file path=ppt/slideLayouts/slideLayout_8000003F_A267B389.xml><?xml version="1.0" encoding="utf-8"?>
<p:sldLayout xmlns:a="http://schemas.openxmlformats.org/drawingml/2006/main" xmlns:r="http://schemas.openxmlformats.org/officeDocument/2006/relationships" xmlns:p="http://schemas.openxmlformats.org/presentationml/2006/main" preserve="1">
  <p:cSld name="Diseño vertical con imagen">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BF9B1F4-2353-E389-1534-BFBF5FBDCC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grpSp>
        <p:nvGrpSpPr>
          <p:cNvPr id="48" name="Grupo 47">
            <a:extLst>
              <a:ext uri="{FF2B5EF4-FFF2-40B4-BE49-F238E27FC236}">
                <a16:creationId xmlns:a16="http://schemas.microsoft.com/office/drawing/2014/main" id="{3D48BC54-8D8A-CB76-97E5-688D541010B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49" name="Rectángulo 48">
              <a:extLst>
                <a:ext uri="{FF2B5EF4-FFF2-40B4-BE49-F238E27FC236}">
                  <a16:creationId xmlns:a16="http://schemas.microsoft.com/office/drawing/2014/main" id="{DF9F6865-3666-CD82-3523-522A8E25AD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50" name="Grupo 49">
              <a:extLst>
                <a:ext uri="{FF2B5EF4-FFF2-40B4-BE49-F238E27FC236}">
                  <a16:creationId xmlns:a16="http://schemas.microsoft.com/office/drawing/2014/main" id="{C35F671F-5698-97D3-0D20-C74B5B8C74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51" name="Grupo 50">
                <a:extLst>
                  <a:ext uri="{FF2B5EF4-FFF2-40B4-BE49-F238E27FC236}">
                    <a16:creationId xmlns:a16="http://schemas.microsoft.com/office/drawing/2014/main" id="{4A99469D-3148-A32C-3CD1-DFF2EF0591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56" name="Forma libre 68">
                  <a:extLst>
                    <a:ext uri="{FF2B5EF4-FFF2-40B4-BE49-F238E27FC236}">
                      <a16:creationId xmlns:a16="http://schemas.microsoft.com/office/drawing/2014/main" id="{0DF6D303-2C2F-DA3C-6EE3-EB1E706CA1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bre 69">
                  <a:extLst>
                    <a:ext uri="{FF2B5EF4-FFF2-40B4-BE49-F238E27FC236}">
                      <a16:creationId xmlns:a16="http://schemas.microsoft.com/office/drawing/2014/main" id="{2CC53E69-D74A-855C-DB63-69BE6E67A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8" name="Línea 70">
                  <a:extLst>
                    <a:ext uri="{FF2B5EF4-FFF2-40B4-BE49-F238E27FC236}">
                      <a16:creationId xmlns:a16="http://schemas.microsoft.com/office/drawing/2014/main" id="{A6CFA2CF-7D8C-BD33-3155-F83E3F93E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2" name="Grupo 51">
                <a:extLst>
                  <a:ext uri="{FF2B5EF4-FFF2-40B4-BE49-F238E27FC236}">
                    <a16:creationId xmlns:a16="http://schemas.microsoft.com/office/drawing/2014/main" id="{A7FC8204-EC4D-7BF1-59ED-7BA4CDFF6EE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53" name="Forma libre 68">
                  <a:extLst>
                    <a:ext uri="{FF2B5EF4-FFF2-40B4-BE49-F238E27FC236}">
                      <a16:creationId xmlns:a16="http://schemas.microsoft.com/office/drawing/2014/main" id="{5DB2EA0C-6181-1906-BED8-53E2B5A98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4" name="Forma libre 69">
                  <a:extLst>
                    <a:ext uri="{FF2B5EF4-FFF2-40B4-BE49-F238E27FC236}">
                      <a16:creationId xmlns:a16="http://schemas.microsoft.com/office/drawing/2014/main" id="{E373093C-0DA0-6D92-0DC1-4CC323D3AD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5" name="Línea 70">
                  <a:extLst>
                    <a:ext uri="{FF2B5EF4-FFF2-40B4-BE49-F238E27FC236}">
                      <a16:creationId xmlns:a16="http://schemas.microsoft.com/office/drawing/2014/main" id="{71CCCCA5-296E-2676-BF68-6CA3AEDC78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6352509" y="265126"/>
            <a:ext cx="5610891" cy="6364191"/>
          </a:xfrm>
          <a:blipFill dpi="0" rotWithShape="1">
            <a:blip r:embed="rId2">
              <a:alphaModFix amt="60000"/>
            </a:blip>
            <a:srcRect/>
            <a:stretch>
              <a:fillRect/>
            </a:stretch>
          </a:blipFill>
        </p:spPr>
        <p:txBody>
          <a:bodyPr rtlCol="0"/>
          <a:lstStyle/>
          <a:p>
            <a:pPr rtl="0"/>
            <a:r>
              <a:rPr lang="es"/>
              <a:t>Haga clic en el icono para agregar una imagen</a:t>
            </a:r>
          </a:p>
        </p:txBody>
      </p:sp>
      <p:grpSp>
        <p:nvGrpSpPr>
          <p:cNvPr id="4" name="Grupo 3">
            <a:extLst>
              <a:ext uri="{FF2B5EF4-FFF2-40B4-BE49-F238E27FC236}">
                <a16:creationId xmlns:a16="http://schemas.microsoft.com/office/drawing/2014/main" id="{6EF9DAD9-C0FF-6C34-61C0-F55F5673845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5" name="Rectángulo 4">
              <a:extLst>
                <a:ext uri="{FF2B5EF4-FFF2-40B4-BE49-F238E27FC236}">
                  <a16:creationId xmlns:a16="http://schemas.microsoft.com/office/drawing/2014/main" id="{430E4480-39C5-1A33-EBB5-B2D28AE094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FF7C190B-BDBF-4531-4EEE-CF91F2C065C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7" name="Grupo 6">
                <a:extLst>
                  <a:ext uri="{FF2B5EF4-FFF2-40B4-BE49-F238E27FC236}">
                    <a16:creationId xmlns:a16="http://schemas.microsoft.com/office/drawing/2014/main" id="{B16E7387-18F2-89B6-BEDE-E387DC4B86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3" name="Forma libre 68">
                  <a:extLst>
                    <a:ext uri="{FF2B5EF4-FFF2-40B4-BE49-F238E27FC236}">
                      <a16:creationId xmlns:a16="http://schemas.microsoft.com/office/drawing/2014/main" id="{092D9B78-8E96-8B21-6882-0CEC6306DB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69">
                  <a:extLst>
                    <a:ext uri="{FF2B5EF4-FFF2-40B4-BE49-F238E27FC236}">
                      <a16:creationId xmlns:a16="http://schemas.microsoft.com/office/drawing/2014/main" id="{5B58D42B-5A80-25D5-06EE-41AEC29776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Línea 70">
                  <a:extLst>
                    <a:ext uri="{FF2B5EF4-FFF2-40B4-BE49-F238E27FC236}">
                      <a16:creationId xmlns:a16="http://schemas.microsoft.com/office/drawing/2014/main" id="{2D172F8A-85FE-CD2B-4207-D2BE09249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8" name="Grupo 7">
                <a:extLst>
                  <a:ext uri="{FF2B5EF4-FFF2-40B4-BE49-F238E27FC236}">
                    <a16:creationId xmlns:a16="http://schemas.microsoft.com/office/drawing/2014/main" id="{5568BFA7-0439-4A5D-1E15-06DD6CF2358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9" name="Forma libre 68">
                  <a:extLst>
                    <a:ext uri="{FF2B5EF4-FFF2-40B4-BE49-F238E27FC236}">
                      <a16:creationId xmlns:a16="http://schemas.microsoft.com/office/drawing/2014/main" id="{6B86700D-90C8-3325-D01E-8542AF920A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 name="Forma libre 69">
                  <a:extLst>
                    <a:ext uri="{FF2B5EF4-FFF2-40B4-BE49-F238E27FC236}">
                      <a16:creationId xmlns:a16="http://schemas.microsoft.com/office/drawing/2014/main" id="{B025A7EA-BF8E-6DE1-C7EA-5DB29E99B3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Línea 70">
                  <a:extLst>
                    <a:ext uri="{FF2B5EF4-FFF2-40B4-BE49-F238E27FC236}">
                      <a16:creationId xmlns:a16="http://schemas.microsoft.com/office/drawing/2014/main" id="{2018A17D-E735-C688-E024-4CE5BA7D81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466344" y="996696"/>
            <a:ext cx="5175504" cy="4873752"/>
          </a:xfrm>
        </p:spPr>
        <p:txBody>
          <a:bodyPr rtlCol="0" anchor="ctr" anchorCtr="0">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7247051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1_86CC85D.xml><?xml version="1.0" encoding="utf-8"?>
<p:sldLayout xmlns:a="http://schemas.openxmlformats.org/drawingml/2006/main" xmlns:r="http://schemas.openxmlformats.org/officeDocument/2006/relationships" xmlns:p="http://schemas.openxmlformats.org/presentationml/2006/main" type="title" preserve="1">
  <p:cSld name="Título 1">
    <p:spTree>
      <p:nvGrpSpPr>
        <p:cNvPr id="1" name=""/>
        <p:cNvGrpSpPr/>
        <p:nvPr/>
      </p:nvGrpSpPr>
      <p:grpSpPr>
        <a:xfrm>
          <a:off x="0" y="0"/>
          <a:ext cx="0" cy="0"/>
          <a:chOff x="0" y="0"/>
          <a:chExt cx="0" cy="0"/>
        </a:xfrm>
      </p:grpSpPr>
      <p:grpSp>
        <p:nvGrpSpPr>
          <p:cNvPr id="8" name="Grupo 7">
            <a:extLst>
              <a:ext uri="{FF2B5EF4-FFF2-40B4-BE49-F238E27FC236}">
                <a16:creationId xmlns:a16="http://schemas.microsoft.com/office/drawing/2014/main" id="{4C29F043-00BB-5D0B-4630-9A81A19556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9" name="Grupo 8">
              <a:extLst>
                <a:ext uri="{FF2B5EF4-FFF2-40B4-BE49-F238E27FC236}">
                  <a16:creationId xmlns:a16="http://schemas.microsoft.com/office/drawing/2014/main" id="{CEA19558-B6D1-E98D-0193-7DE6BC4E536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8" name="Forma libre 68">
                <a:extLst>
                  <a:ext uri="{FF2B5EF4-FFF2-40B4-BE49-F238E27FC236}">
                    <a16:creationId xmlns:a16="http://schemas.microsoft.com/office/drawing/2014/main" id="{90F0A2EF-1DA5-5C29-4570-F7524A3619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9" name="Forma libre 69">
                <a:extLst>
                  <a:ext uri="{FF2B5EF4-FFF2-40B4-BE49-F238E27FC236}">
                    <a16:creationId xmlns:a16="http://schemas.microsoft.com/office/drawing/2014/main" id="{09FA5078-7EB1-1BF2-BC83-5B2344EA3C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0" name="Línea 70">
                <a:extLst>
                  <a:ext uri="{FF2B5EF4-FFF2-40B4-BE49-F238E27FC236}">
                    <a16:creationId xmlns:a16="http://schemas.microsoft.com/office/drawing/2014/main" id="{06D9ACB5-AA34-7DE7-7842-3675C9FBB03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0" name="Grupo 9">
              <a:extLst>
                <a:ext uri="{FF2B5EF4-FFF2-40B4-BE49-F238E27FC236}">
                  <a16:creationId xmlns:a16="http://schemas.microsoft.com/office/drawing/2014/main" id="{58B89931-912D-3274-98F4-1C541573237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0" name="Elipse 49">
                <a:extLst>
                  <a:ext uri="{FF2B5EF4-FFF2-40B4-BE49-F238E27FC236}">
                    <a16:creationId xmlns:a16="http://schemas.microsoft.com/office/drawing/2014/main" id="{956E4380-3C2A-C89C-1828-87A9DE7D14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51" name="Grupo 50">
                <a:extLst>
                  <a:ext uri="{FF2B5EF4-FFF2-40B4-BE49-F238E27FC236}">
                    <a16:creationId xmlns:a16="http://schemas.microsoft.com/office/drawing/2014/main" id="{A9389B11-E9B0-F3F1-21A0-B0C68A6CA22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6" name="Forma libre 64">
                  <a:extLst>
                    <a:ext uri="{FF2B5EF4-FFF2-40B4-BE49-F238E27FC236}">
                      <a16:creationId xmlns:a16="http://schemas.microsoft.com/office/drawing/2014/main" id="{A0B56FAB-D3C3-FC6E-32B3-0F6D140B224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7" name="Forma libre 81">
                  <a:extLst>
                    <a:ext uri="{FF2B5EF4-FFF2-40B4-BE49-F238E27FC236}">
                      <a16:creationId xmlns:a16="http://schemas.microsoft.com/office/drawing/2014/main" id="{83C69305-8E5D-0937-9739-2A82520807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8" name="Forma libre 61">
                  <a:extLst>
                    <a:ext uri="{FF2B5EF4-FFF2-40B4-BE49-F238E27FC236}">
                      <a16:creationId xmlns:a16="http://schemas.microsoft.com/office/drawing/2014/main" id="{812C6AB9-9B73-BA3C-C2C5-69286F11DF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9" name="Forma libre 78">
                  <a:extLst>
                    <a:ext uri="{FF2B5EF4-FFF2-40B4-BE49-F238E27FC236}">
                      <a16:creationId xmlns:a16="http://schemas.microsoft.com/office/drawing/2014/main" id="{F24F6087-DB1E-AB60-D9F2-E4683D42E52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0" name="Forma libre 84">
                  <a:extLst>
                    <a:ext uri="{FF2B5EF4-FFF2-40B4-BE49-F238E27FC236}">
                      <a16:creationId xmlns:a16="http://schemas.microsoft.com/office/drawing/2014/main" id="{4F3E01B3-1D2C-F60E-7BFB-01B37CA691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1" name="Forma libre 87">
                  <a:extLst>
                    <a:ext uri="{FF2B5EF4-FFF2-40B4-BE49-F238E27FC236}">
                      <a16:creationId xmlns:a16="http://schemas.microsoft.com/office/drawing/2014/main" id="{8C09A1A6-4598-D150-847C-8354CC978C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2" name="Forma libre 60">
                  <a:extLst>
                    <a:ext uri="{FF2B5EF4-FFF2-40B4-BE49-F238E27FC236}">
                      <a16:creationId xmlns:a16="http://schemas.microsoft.com/office/drawing/2014/main" id="{DEBC3636-7B6F-ED9C-AD85-8CF12F1EFC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3" name="Forma libre 59">
                  <a:extLst>
                    <a:ext uri="{FF2B5EF4-FFF2-40B4-BE49-F238E27FC236}">
                      <a16:creationId xmlns:a16="http://schemas.microsoft.com/office/drawing/2014/main" id="{50BFD87E-80F6-E655-4866-E6CCBD63889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4" name="Forma libre 62">
                  <a:extLst>
                    <a:ext uri="{FF2B5EF4-FFF2-40B4-BE49-F238E27FC236}">
                      <a16:creationId xmlns:a16="http://schemas.microsoft.com/office/drawing/2014/main" id="{3E089B7D-DC55-52FA-02B0-13DD7F0AFD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5" name="Forma libre 65">
                  <a:extLst>
                    <a:ext uri="{FF2B5EF4-FFF2-40B4-BE49-F238E27FC236}">
                      <a16:creationId xmlns:a16="http://schemas.microsoft.com/office/drawing/2014/main" id="{026604DF-D6BC-93FA-C8CF-5053231067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6" name="Forma libre 79">
                  <a:extLst>
                    <a:ext uri="{FF2B5EF4-FFF2-40B4-BE49-F238E27FC236}">
                      <a16:creationId xmlns:a16="http://schemas.microsoft.com/office/drawing/2014/main" id="{6C53B505-3DA7-BA71-49FF-B2EE22287C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7" name="Forma libre 82">
                  <a:extLst>
                    <a:ext uri="{FF2B5EF4-FFF2-40B4-BE49-F238E27FC236}">
                      <a16:creationId xmlns:a16="http://schemas.microsoft.com/office/drawing/2014/main" id="{FFAF5B93-C6DF-C8A2-95B6-3D5CDA2CB1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8" name="Forma libre 85">
                  <a:extLst>
                    <a:ext uri="{FF2B5EF4-FFF2-40B4-BE49-F238E27FC236}">
                      <a16:creationId xmlns:a16="http://schemas.microsoft.com/office/drawing/2014/main" id="{3737A360-4BDB-39C8-7418-8FEAB1593D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9" name="Forma libre 88">
                  <a:extLst>
                    <a:ext uri="{FF2B5EF4-FFF2-40B4-BE49-F238E27FC236}">
                      <a16:creationId xmlns:a16="http://schemas.microsoft.com/office/drawing/2014/main" id="{7BE4B3C8-EDBB-0EF1-FCDC-60D93B0DEEF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80" name="Grupo 79">
                  <a:extLst>
                    <a:ext uri="{FF2B5EF4-FFF2-40B4-BE49-F238E27FC236}">
                      <a16:creationId xmlns:a16="http://schemas.microsoft.com/office/drawing/2014/main" id="{1AB76D16-D2CD-DB7D-C075-297DB74AA9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1" name="Línea 63">
                    <a:extLst>
                      <a:ext uri="{FF2B5EF4-FFF2-40B4-BE49-F238E27FC236}">
                        <a16:creationId xmlns:a16="http://schemas.microsoft.com/office/drawing/2014/main" id="{3693750C-1D39-9D37-2554-9F06821252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2" name="Línea 66">
                    <a:extLst>
                      <a:ext uri="{FF2B5EF4-FFF2-40B4-BE49-F238E27FC236}">
                        <a16:creationId xmlns:a16="http://schemas.microsoft.com/office/drawing/2014/main" id="{CAAE2C7C-2053-44AC-632E-C7AF3E7046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3" name="Línea 67">
                    <a:extLst>
                      <a:ext uri="{FF2B5EF4-FFF2-40B4-BE49-F238E27FC236}">
                        <a16:creationId xmlns:a16="http://schemas.microsoft.com/office/drawing/2014/main" id="{54EB7F42-5E61-8652-870B-1F168F773C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4" name="Línea 80">
                    <a:extLst>
                      <a:ext uri="{FF2B5EF4-FFF2-40B4-BE49-F238E27FC236}">
                        <a16:creationId xmlns:a16="http://schemas.microsoft.com/office/drawing/2014/main" id="{778D2F09-7408-6FF8-F734-1B34678A94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5" name="Línea 83">
                    <a:extLst>
                      <a:ext uri="{FF2B5EF4-FFF2-40B4-BE49-F238E27FC236}">
                        <a16:creationId xmlns:a16="http://schemas.microsoft.com/office/drawing/2014/main" id="{592C27BF-D6D8-03FB-07CA-3D060FA6E0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6" name="Línea 86">
                    <a:extLst>
                      <a:ext uri="{FF2B5EF4-FFF2-40B4-BE49-F238E27FC236}">
                        <a16:creationId xmlns:a16="http://schemas.microsoft.com/office/drawing/2014/main" id="{1324D316-5B44-7CC2-6A95-6296754562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87" name="Línea 89">
                    <a:extLst>
                      <a:ext uri="{FF2B5EF4-FFF2-40B4-BE49-F238E27FC236}">
                        <a16:creationId xmlns:a16="http://schemas.microsoft.com/office/drawing/2014/main" id="{46D14D7B-9B49-5972-8189-5C462CF69D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52" name="Grupo 51">
                <a:extLst>
                  <a:ext uri="{FF2B5EF4-FFF2-40B4-BE49-F238E27FC236}">
                    <a16:creationId xmlns:a16="http://schemas.microsoft.com/office/drawing/2014/main" id="{E695C05B-8DFD-232A-2802-53844C4A044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8" name="Grupo 57">
                  <a:extLst>
                    <a:ext uri="{FF2B5EF4-FFF2-40B4-BE49-F238E27FC236}">
                      <a16:creationId xmlns:a16="http://schemas.microsoft.com/office/drawing/2014/main" id="{64958B93-28EB-7595-68B2-5DFB97608F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2" name="Conector recto 61">
                    <a:extLst>
                      <a:ext uri="{FF2B5EF4-FFF2-40B4-BE49-F238E27FC236}">
                        <a16:creationId xmlns:a16="http://schemas.microsoft.com/office/drawing/2014/main" id="{C2DF01BD-D200-F7BA-EF6A-CCFC2734CF2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3" name="Conector recto 62">
                    <a:extLst>
                      <a:ext uri="{FF2B5EF4-FFF2-40B4-BE49-F238E27FC236}">
                        <a16:creationId xmlns:a16="http://schemas.microsoft.com/office/drawing/2014/main" id="{4F7849D9-51FA-4CBC-B3DB-C68B07F4E62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4" name="Rectángulo 30">
                    <a:extLst>
                      <a:ext uri="{FF2B5EF4-FFF2-40B4-BE49-F238E27FC236}">
                        <a16:creationId xmlns:a16="http://schemas.microsoft.com/office/drawing/2014/main" id="{6F230D4B-A629-8B55-3657-A4DF1FD7DB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5" name="Rectángulo 30">
                    <a:extLst>
                      <a:ext uri="{FF2B5EF4-FFF2-40B4-BE49-F238E27FC236}">
                        <a16:creationId xmlns:a16="http://schemas.microsoft.com/office/drawing/2014/main" id="{4631441B-F6BE-8473-C5F1-AC0384148F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59" name="Grupo 58">
                  <a:extLst>
                    <a:ext uri="{FF2B5EF4-FFF2-40B4-BE49-F238E27FC236}">
                      <a16:creationId xmlns:a16="http://schemas.microsoft.com/office/drawing/2014/main" id="{C6C7BD15-95B8-3301-5D53-0CC7C00A71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0" name="Forma libre: Forma 57">
                    <a:extLst>
                      <a:ext uri="{FF2B5EF4-FFF2-40B4-BE49-F238E27FC236}">
                        <a16:creationId xmlns:a16="http://schemas.microsoft.com/office/drawing/2014/main" id="{610EA3F2-39BD-B413-E23E-9C3C58BB19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61" name="Forma libre: Forma 58">
                    <a:extLst>
                      <a:ext uri="{FF2B5EF4-FFF2-40B4-BE49-F238E27FC236}">
                        <a16:creationId xmlns:a16="http://schemas.microsoft.com/office/drawing/2014/main" id="{E2DB8265-A1E8-DF31-ABA4-5EDAB208D58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53" name="Grupo 52">
                <a:extLst>
                  <a:ext uri="{FF2B5EF4-FFF2-40B4-BE49-F238E27FC236}">
                    <a16:creationId xmlns:a16="http://schemas.microsoft.com/office/drawing/2014/main" id="{33910432-B89C-46E2-CA42-1FBE85FAFA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4" name="Grupo 53">
                  <a:extLst>
                    <a:ext uri="{FF2B5EF4-FFF2-40B4-BE49-F238E27FC236}">
                      <a16:creationId xmlns:a16="http://schemas.microsoft.com/office/drawing/2014/main" id="{141C035D-3DBF-D302-8196-17BA96930F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6" name="Forma libre 68">
                    <a:extLst>
                      <a:ext uri="{FF2B5EF4-FFF2-40B4-BE49-F238E27FC236}">
                        <a16:creationId xmlns:a16="http://schemas.microsoft.com/office/drawing/2014/main" id="{2288FE95-A778-114E-ACBB-B1221D104F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bre 69">
                    <a:extLst>
                      <a:ext uri="{FF2B5EF4-FFF2-40B4-BE49-F238E27FC236}">
                        <a16:creationId xmlns:a16="http://schemas.microsoft.com/office/drawing/2014/main" id="{3CC1BB6C-56DC-BFFD-AF27-682EEB089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5" name="Línea 70">
                  <a:extLst>
                    <a:ext uri="{FF2B5EF4-FFF2-40B4-BE49-F238E27FC236}">
                      <a16:creationId xmlns:a16="http://schemas.microsoft.com/office/drawing/2014/main" id="{9F57943F-731F-E730-C502-354015CB1A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1" name="Grupo 10">
              <a:extLst>
                <a:ext uri="{FF2B5EF4-FFF2-40B4-BE49-F238E27FC236}">
                  <a16:creationId xmlns:a16="http://schemas.microsoft.com/office/drawing/2014/main" id="{8FCF5F2C-3B9F-086A-DF2F-18B361070F3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2" name="Elipse 11">
                <a:extLst>
                  <a:ext uri="{FF2B5EF4-FFF2-40B4-BE49-F238E27FC236}">
                    <a16:creationId xmlns:a16="http://schemas.microsoft.com/office/drawing/2014/main" id="{40E2AC7A-92C2-CEA4-C0E4-1B44651555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nvGrpSpPr>
              <p:cNvPr id="13" name="Grupo 12">
                <a:extLst>
                  <a:ext uri="{FF2B5EF4-FFF2-40B4-BE49-F238E27FC236}">
                    <a16:creationId xmlns:a16="http://schemas.microsoft.com/office/drawing/2014/main" id="{E0A50A76-F51F-E1E0-D894-5C5BD6F28E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8" name="Forma libre 64">
                  <a:extLst>
                    <a:ext uri="{FF2B5EF4-FFF2-40B4-BE49-F238E27FC236}">
                      <a16:creationId xmlns:a16="http://schemas.microsoft.com/office/drawing/2014/main" id="{3C070FAC-5374-2CC3-F851-42B13416AE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bre 81">
                  <a:extLst>
                    <a:ext uri="{FF2B5EF4-FFF2-40B4-BE49-F238E27FC236}">
                      <a16:creationId xmlns:a16="http://schemas.microsoft.com/office/drawing/2014/main" id="{90916BA4-0B1A-79AC-6E63-A741226F80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0" name="Forma libre 61">
                  <a:extLst>
                    <a:ext uri="{FF2B5EF4-FFF2-40B4-BE49-F238E27FC236}">
                      <a16:creationId xmlns:a16="http://schemas.microsoft.com/office/drawing/2014/main" id="{D5B20AFB-4D06-0070-F28F-7E67D70A8D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1" name="Forma libre 78">
                  <a:extLst>
                    <a:ext uri="{FF2B5EF4-FFF2-40B4-BE49-F238E27FC236}">
                      <a16:creationId xmlns:a16="http://schemas.microsoft.com/office/drawing/2014/main" id="{F9853C45-1E33-7BF5-8276-AC8D6EA8DC7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2" name="Forma libre 84">
                  <a:extLst>
                    <a:ext uri="{FF2B5EF4-FFF2-40B4-BE49-F238E27FC236}">
                      <a16:creationId xmlns:a16="http://schemas.microsoft.com/office/drawing/2014/main" id="{BBE66E34-89BD-F29B-5309-4B340EF68F7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3" name="Forma libre 87">
                  <a:extLst>
                    <a:ext uri="{FF2B5EF4-FFF2-40B4-BE49-F238E27FC236}">
                      <a16:creationId xmlns:a16="http://schemas.microsoft.com/office/drawing/2014/main" id="{D7055C4D-5A85-F425-9454-6B77722173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4" name="Forma libre 60">
                  <a:extLst>
                    <a:ext uri="{FF2B5EF4-FFF2-40B4-BE49-F238E27FC236}">
                      <a16:creationId xmlns:a16="http://schemas.microsoft.com/office/drawing/2014/main" id="{FE0D66C0-7626-6148-4DF1-E11433F730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bre 59">
                  <a:extLst>
                    <a:ext uri="{FF2B5EF4-FFF2-40B4-BE49-F238E27FC236}">
                      <a16:creationId xmlns:a16="http://schemas.microsoft.com/office/drawing/2014/main" id="{61BEBD06-28B4-B0D9-B33E-092CEF4595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bre 62">
                  <a:extLst>
                    <a:ext uri="{FF2B5EF4-FFF2-40B4-BE49-F238E27FC236}">
                      <a16:creationId xmlns:a16="http://schemas.microsoft.com/office/drawing/2014/main" id="{AFD9A11F-2223-66B0-FBC7-FE265314E3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bre 65">
                  <a:extLst>
                    <a:ext uri="{FF2B5EF4-FFF2-40B4-BE49-F238E27FC236}">
                      <a16:creationId xmlns:a16="http://schemas.microsoft.com/office/drawing/2014/main" id="{46CFE920-A4B6-F01E-901E-7561F79C773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bre 79">
                  <a:extLst>
                    <a:ext uri="{FF2B5EF4-FFF2-40B4-BE49-F238E27FC236}">
                      <a16:creationId xmlns:a16="http://schemas.microsoft.com/office/drawing/2014/main" id="{00ABE4CD-28B1-56AD-7F67-4436A8DB95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bre 82">
                  <a:extLst>
                    <a:ext uri="{FF2B5EF4-FFF2-40B4-BE49-F238E27FC236}">
                      <a16:creationId xmlns:a16="http://schemas.microsoft.com/office/drawing/2014/main" id="{250C68AE-542D-DF1A-82C3-EE1C6981839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bre 85">
                  <a:extLst>
                    <a:ext uri="{FF2B5EF4-FFF2-40B4-BE49-F238E27FC236}">
                      <a16:creationId xmlns:a16="http://schemas.microsoft.com/office/drawing/2014/main" id="{AB5E25B7-7456-9DC2-119B-1E8AB08FF2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bre 88">
                  <a:extLst>
                    <a:ext uri="{FF2B5EF4-FFF2-40B4-BE49-F238E27FC236}">
                      <a16:creationId xmlns:a16="http://schemas.microsoft.com/office/drawing/2014/main" id="{BC6D39C9-8015-8DFE-12B3-A257F92E91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2" name="Grupo 41">
                  <a:extLst>
                    <a:ext uri="{FF2B5EF4-FFF2-40B4-BE49-F238E27FC236}">
                      <a16:creationId xmlns:a16="http://schemas.microsoft.com/office/drawing/2014/main" id="{EEBDB756-E675-3264-1605-792EC5EF97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3" name="Línea 63">
                    <a:extLst>
                      <a:ext uri="{FF2B5EF4-FFF2-40B4-BE49-F238E27FC236}">
                        <a16:creationId xmlns:a16="http://schemas.microsoft.com/office/drawing/2014/main" id="{B6D25B1A-A38E-A36A-ADB3-72B3EDC48B6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4" name="Línea 66">
                    <a:extLst>
                      <a:ext uri="{FF2B5EF4-FFF2-40B4-BE49-F238E27FC236}">
                        <a16:creationId xmlns:a16="http://schemas.microsoft.com/office/drawing/2014/main" id="{68741054-B65A-B4C9-A603-8BB7E0DBC6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5" name="Línea 67">
                    <a:extLst>
                      <a:ext uri="{FF2B5EF4-FFF2-40B4-BE49-F238E27FC236}">
                        <a16:creationId xmlns:a16="http://schemas.microsoft.com/office/drawing/2014/main" id="{53E14090-BB5A-7098-67B5-D824E11748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6" name="Línea 80">
                    <a:extLst>
                      <a:ext uri="{FF2B5EF4-FFF2-40B4-BE49-F238E27FC236}">
                        <a16:creationId xmlns:a16="http://schemas.microsoft.com/office/drawing/2014/main" id="{94D5DF44-3026-BF68-F105-9F1E0B2BFC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7" name="Línea 83">
                    <a:extLst>
                      <a:ext uri="{FF2B5EF4-FFF2-40B4-BE49-F238E27FC236}">
                        <a16:creationId xmlns:a16="http://schemas.microsoft.com/office/drawing/2014/main" id="{641FADF8-914D-01EC-24B3-F8C2B4F1C96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8" name="Línea 86">
                    <a:extLst>
                      <a:ext uri="{FF2B5EF4-FFF2-40B4-BE49-F238E27FC236}">
                        <a16:creationId xmlns:a16="http://schemas.microsoft.com/office/drawing/2014/main" id="{B702207E-6A8D-87F1-A598-DA5D2113BF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9" name="Línea 89">
                    <a:extLst>
                      <a:ext uri="{FF2B5EF4-FFF2-40B4-BE49-F238E27FC236}">
                        <a16:creationId xmlns:a16="http://schemas.microsoft.com/office/drawing/2014/main" id="{00222A51-5FA7-B34E-C67A-1AABF1FB7A6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4" name="Grupo 13">
                <a:extLst>
                  <a:ext uri="{FF2B5EF4-FFF2-40B4-BE49-F238E27FC236}">
                    <a16:creationId xmlns:a16="http://schemas.microsoft.com/office/drawing/2014/main" id="{CA809619-2671-FE68-269A-B5980838B3B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0" name="Grupo 19">
                  <a:extLst>
                    <a:ext uri="{FF2B5EF4-FFF2-40B4-BE49-F238E27FC236}">
                      <a16:creationId xmlns:a16="http://schemas.microsoft.com/office/drawing/2014/main" id="{AE12CB03-1ECB-CF66-4072-A7385AC921F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4" name="Conector recto 23">
                    <a:extLst>
                      <a:ext uri="{FF2B5EF4-FFF2-40B4-BE49-F238E27FC236}">
                        <a16:creationId xmlns:a16="http://schemas.microsoft.com/office/drawing/2014/main" id="{C48478E3-1E69-D75A-C983-7920AC68D29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BE78FC6E-4803-3CA9-D31B-401C882F041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6" name="Rectángulo 30">
                    <a:extLst>
                      <a:ext uri="{FF2B5EF4-FFF2-40B4-BE49-F238E27FC236}">
                        <a16:creationId xmlns:a16="http://schemas.microsoft.com/office/drawing/2014/main" id="{A4819FD3-E864-E8CA-28B0-58C99C2F382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7" name="Rectángulo 30">
                    <a:extLst>
                      <a:ext uri="{FF2B5EF4-FFF2-40B4-BE49-F238E27FC236}">
                        <a16:creationId xmlns:a16="http://schemas.microsoft.com/office/drawing/2014/main" id="{B884F701-C536-2027-B5C2-79F606FBA4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1" name="Grupo 20">
                  <a:extLst>
                    <a:ext uri="{FF2B5EF4-FFF2-40B4-BE49-F238E27FC236}">
                      <a16:creationId xmlns:a16="http://schemas.microsoft.com/office/drawing/2014/main" id="{78D1BFB5-E7EB-C28F-549B-E1995F84DE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2" name="Forma libre: Forma 19">
                    <a:extLst>
                      <a:ext uri="{FF2B5EF4-FFF2-40B4-BE49-F238E27FC236}">
                        <a16:creationId xmlns:a16="http://schemas.microsoft.com/office/drawing/2014/main" id="{3844E194-CBF2-65EA-AF17-382B0267DE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23" name="Forma libre: Forma 20">
                    <a:extLst>
                      <a:ext uri="{FF2B5EF4-FFF2-40B4-BE49-F238E27FC236}">
                        <a16:creationId xmlns:a16="http://schemas.microsoft.com/office/drawing/2014/main" id="{44DFC31A-C703-5C5C-4193-BE8FF2BFF1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5" name="Grupo 14">
                <a:extLst>
                  <a:ext uri="{FF2B5EF4-FFF2-40B4-BE49-F238E27FC236}">
                    <a16:creationId xmlns:a16="http://schemas.microsoft.com/office/drawing/2014/main" id="{889628BF-7186-7A75-0876-89F5B4B1C02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 name="Grupo 15">
                  <a:extLst>
                    <a:ext uri="{FF2B5EF4-FFF2-40B4-BE49-F238E27FC236}">
                      <a16:creationId xmlns:a16="http://schemas.microsoft.com/office/drawing/2014/main" id="{987593C9-FB9C-181D-3CD3-4F54D3970E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8" name="Forma libre 68">
                    <a:extLst>
                      <a:ext uri="{FF2B5EF4-FFF2-40B4-BE49-F238E27FC236}">
                        <a16:creationId xmlns:a16="http://schemas.microsoft.com/office/drawing/2014/main" id="{F55F6F25-9F5E-91A0-6C43-3C7BF55935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bre 69">
                    <a:extLst>
                      <a:ext uri="{FF2B5EF4-FFF2-40B4-BE49-F238E27FC236}">
                        <a16:creationId xmlns:a16="http://schemas.microsoft.com/office/drawing/2014/main" id="{7A43BDD5-8103-AA66-DF8D-A371C872FE4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7" name="Línea 70">
                  <a:extLst>
                    <a:ext uri="{FF2B5EF4-FFF2-40B4-BE49-F238E27FC236}">
                      <a16:creationId xmlns:a16="http://schemas.microsoft.com/office/drawing/2014/main" id="{E82D7850-57A5-B65A-F9E4-0D7F712F62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91" name="Conector recto 90">
            <a:extLst>
              <a:ext uri="{FF2B5EF4-FFF2-40B4-BE49-F238E27FC236}">
                <a16:creationId xmlns:a16="http://schemas.microsoft.com/office/drawing/2014/main" id="{C03296DA-EB8F-5AEB-133C-27E46E8ECD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77288" y="387427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143898"/>
            <a:ext cx="5852160" cy="1545336"/>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533291"/>
            <a:ext cx="5852160" cy="3089399"/>
          </a:xfrm>
        </p:spPr>
        <p:txBody>
          <a:bodyPr rtlCol="0" anchor="b" anchorCtr="0">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413469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6F764B11.xml><?xml version="1.0" encoding="utf-8"?>
<p:sldLayout xmlns:a="http://schemas.openxmlformats.org/drawingml/2006/main" xmlns:r="http://schemas.openxmlformats.org/officeDocument/2006/relationships" xmlns:p="http://schemas.openxmlformats.org/presentationml/2006/main" type="title" preserve="1">
  <p:cSld name="Título 2">
    <p:spTree>
      <p:nvGrpSpPr>
        <p:cNvPr id="1" name=""/>
        <p:cNvGrpSpPr/>
        <p:nvPr/>
      </p:nvGrpSpPr>
      <p:grpSpPr>
        <a:xfrm>
          <a:off x="0" y="0"/>
          <a:ext cx="0" cy="0"/>
          <a:chOff x="0" y="0"/>
          <a:chExt cx="0" cy="0"/>
        </a:xfrm>
      </p:grpSpPr>
      <p:grpSp>
        <p:nvGrpSpPr>
          <p:cNvPr id="8" name="Grupo 7">
            <a:extLst>
              <a:ext uri="{FF2B5EF4-FFF2-40B4-BE49-F238E27FC236}">
                <a16:creationId xmlns:a16="http://schemas.microsoft.com/office/drawing/2014/main" id="{F2D4ACAB-F8A8-4D48-2267-05B79149FD0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9" name="Grupo 8">
              <a:extLst>
                <a:ext uri="{FF2B5EF4-FFF2-40B4-BE49-F238E27FC236}">
                  <a16:creationId xmlns:a16="http://schemas.microsoft.com/office/drawing/2014/main" id="{8279BD0B-60A9-D1DD-9E49-65CB74D316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5" name="Grupo 14">
                <a:extLst>
                  <a:ext uri="{FF2B5EF4-FFF2-40B4-BE49-F238E27FC236}">
                    <a16:creationId xmlns:a16="http://schemas.microsoft.com/office/drawing/2014/main" id="{320E17F3-D288-7E15-C3D5-872E1C3C36D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 name="Conector recto 18">
                  <a:extLst>
                    <a:ext uri="{FF2B5EF4-FFF2-40B4-BE49-F238E27FC236}">
                      <a16:creationId xmlns:a16="http://schemas.microsoft.com/office/drawing/2014/main" id="{A1564520-0A43-07BF-A598-3511E1674A5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B0D642F9-3D48-CD91-A0F8-9E461E94657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ángulo 30">
                  <a:extLst>
                    <a:ext uri="{FF2B5EF4-FFF2-40B4-BE49-F238E27FC236}">
                      <a16:creationId xmlns:a16="http://schemas.microsoft.com/office/drawing/2014/main" id="{A8F5072D-6DFA-6D8C-1908-6DA907D45F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ctángulo 30">
                  <a:extLst>
                    <a:ext uri="{FF2B5EF4-FFF2-40B4-BE49-F238E27FC236}">
                      <a16:creationId xmlns:a16="http://schemas.microsoft.com/office/drawing/2014/main" id="{CB4BF53F-8A4B-6CEF-2E62-E5620C9FE4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6" name="Grupo 15">
                <a:extLst>
                  <a:ext uri="{FF2B5EF4-FFF2-40B4-BE49-F238E27FC236}">
                    <a16:creationId xmlns:a16="http://schemas.microsoft.com/office/drawing/2014/main" id="{5B200D10-C15C-F3AF-B0A2-414BCC8657D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 name="Forma libre: Forma 101">
                  <a:extLst>
                    <a:ext uri="{FF2B5EF4-FFF2-40B4-BE49-F238E27FC236}">
                      <a16:creationId xmlns:a16="http://schemas.microsoft.com/office/drawing/2014/main" id="{86CB3DEE-F32B-D601-7B07-B49738AB77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 name="Forma libre: Forma 102">
                  <a:extLst>
                    <a:ext uri="{FF2B5EF4-FFF2-40B4-BE49-F238E27FC236}">
                      <a16:creationId xmlns:a16="http://schemas.microsoft.com/office/drawing/2014/main" id="{8152C998-45C7-CA42-4DB3-64976DD97A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0" name="Grupo 9">
              <a:extLst>
                <a:ext uri="{FF2B5EF4-FFF2-40B4-BE49-F238E27FC236}">
                  <a16:creationId xmlns:a16="http://schemas.microsoft.com/office/drawing/2014/main" id="{F071EAF9-A586-D7A6-CC2C-09D3AE1030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1" name="Grupo 10">
                <a:extLst>
                  <a:ext uri="{FF2B5EF4-FFF2-40B4-BE49-F238E27FC236}">
                    <a16:creationId xmlns:a16="http://schemas.microsoft.com/office/drawing/2014/main" id="{ADDB901B-65D7-B089-B6C7-A959566B12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 name="Forma libre 68">
                  <a:extLst>
                    <a:ext uri="{FF2B5EF4-FFF2-40B4-BE49-F238E27FC236}">
                      <a16:creationId xmlns:a16="http://schemas.microsoft.com/office/drawing/2014/main" id="{11C5248D-C98F-1D5C-9025-80E5CC4E88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69">
                  <a:extLst>
                    <a:ext uri="{FF2B5EF4-FFF2-40B4-BE49-F238E27FC236}">
                      <a16:creationId xmlns:a16="http://schemas.microsoft.com/office/drawing/2014/main" id="{F294E533-DB35-FA0C-75A7-4BEDE1E405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Línea 70">
                <a:extLst>
                  <a:ext uri="{FF2B5EF4-FFF2-40B4-BE49-F238E27FC236}">
                    <a16:creationId xmlns:a16="http://schemas.microsoft.com/office/drawing/2014/main" id="{3A962B92-0778-C53C-DFA5-2649ACD5E0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cxnSp>
        <p:nvCxnSpPr>
          <p:cNvPr id="38" name="Conector recto 37">
            <a:extLst>
              <a:ext uri="{FF2B5EF4-FFF2-40B4-BE49-F238E27FC236}">
                <a16:creationId xmlns:a16="http://schemas.microsoft.com/office/drawing/2014/main" id="{FDC5DE84-575E-AC44-63E5-8EE708B949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657600" y="469052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50" name="Grupo 49">
            <a:extLst>
              <a:ext uri="{FF2B5EF4-FFF2-40B4-BE49-F238E27FC236}">
                <a16:creationId xmlns:a16="http://schemas.microsoft.com/office/drawing/2014/main" id="{83B07C71-AFC3-4B42-F041-22EF11C1F2B3}"/>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51" name="Grupo 50">
              <a:extLst>
                <a:ext uri="{FF2B5EF4-FFF2-40B4-BE49-F238E27FC236}">
                  <a16:creationId xmlns:a16="http://schemas.microsoft.com/office/drawing/2014/main" id="{BDF1CE82-5D0F-530E-B3CB-FAF3620B5E1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7" name="Grupo 56">
                <a:extLst>
                  <a:ext uri="{FF2B5EF4-FFF2-40B4-BE49-F238E27FC236}">
                    <a16:creationId xmlns:a16="http://schemas.microsoft.com/office/drawing/2014/main" id="{2638DCAC-033B-4CD1-B938-F1F9D254B7D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1" name="Conector recto 60">
                  <a:extLst>
                    <a:ext uri="{FF2B5EF4-FFF2-40B4-BE49-F238E27FC236}">
                      <a16:creationId xmlns:a16="http://schemas.microsoft.com/office/drawing/2014/main" id="{72DCE3D9-B14E-CEA4-DB3A-CD8E93F7A99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2" name="Conector recto 61">
                  <a:extLst>
                    <a:ext uri="{FF2B5EF4-FFF2-40B4-BE49-F238E27FC236}">
                      <a16:creationId xmlns:a16="http://schemas.microsoft.com/office/drawing/2014/main" id="{63D16014-42BA-4B29-745C-6781DB3B4DD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3" name="Rectángulo 30">
                  <a:extLst>
                    <a:ext uri="{FF2B5EF4-FFF2-40B4-BE49-F238E27FC236}">
                      <a16:creationId xmlns:a16="http://schemas.microsoft.com/office/drawing/2014/main" id="{536EBB1C-CF9D-8A12-101D-947E868ABF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4" name="Rectángulo 30">
                  <a:extLst>
                    <a:ext uri="{FF2B5EF4-FFF2-40B4-BE49-F238E27FC236}">
                      <a16:creationId xmlns:a16="http://schemas.microsoft.com/office/drawing/2014/main" id="{7E5E57E7-5A79-55BC-F0F1-B6F5ACAEED6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58" name="Grupo 57">
                <a:extLst>
                  <a:ext uri="{FF2B5EF4-FFF2-40B4-BE49-F238E27FC236}">
                    <a16:creationId xmlns:a16="http://schemas.microsoft.com/office/drawing/2014/main" id="{5C81C977-8115-5816-E66F-7E0B849FD4F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9" name="Forma libre: Forma 116">
                  <a:extLst>
                    <a:ext uri="{FF2B5EF4-FFF2-40B4-BE49-F238E27FC236}">
                      <a16:creationId xmlns:a16="http://schemas.microsoft.com/office/drawing/2014/main" id="{41A0B1B1-8E48-65FD-9C64-5DCC6A3FAE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60" name="Forma libre: Forma 117">
                  <a:extLst>
                    <a:ext uri="{FF2B5EF4-FFF2-40B4-BE49-F238E27FC236}">
                      <a16:creationId xmlns:a16="http://schemas.microsoft.com/office/drawing/2014/main" id="{BB44FE1B-4F9C-5C4E-6949-63941C1A8D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52" name="Grupo 51">
              <a:extLst>
                <a:ext uri="{FF2B5EF4-FFF2-40B4-BE49-F238E27FC236}">
                  <a16:creationId xmlns:a16="http://schemas.microsoft.com/office/drawing/2014/main" id="{E6840146-90BC-4C77-6D49-8F1E8AF68754}"/>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3" name="Grupo 52">
                <a:extLst>
                  <a:ext uri="{FF2B5EF4-FFF2-40B4-BE49-F238E27FC236}">
                    <a16:creationId xmlns:a16="http://schemas.microsoft.com/office/drawing/2014/main" id="{38E5F249-811C-ADD6-A33E-C5ACB5F3B9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5" name="Forma libre 68">
                  <a:extLst>
                    <a:ext uri="{FF2B5EF4-FFF2-40B4-BE49-F238E27FC236}">
                      <a16:creationId xmlns:a16="http://schemas.microsoft.com/office/drawing/2014/main" id="{4B642DC8-9DF5-22EE-211E-EF4C4D53E6C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6" name="Forma libre 69">
                  <a:extLst>
                    <a:ext uri="{FF2B5EF4-FFF2-40B4-BE49-F238E27FC236}">
                      <a16:creationId xmlns:a16="http://schemas.microsoft.com/office/drawing/2014/main" id="{75B1942E-DFF7-CB44-9A29-ABD0C32FA2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4" name="Línea 70">
                <a:extLst>
                  <a:ext uri="{FF2B5EF4-FFF2-40B4-BE49-F238E27FC236}">
                    <a16:creationId xmlns:a16="http://schemas.microsoft.com/office/drawing/2014/main" id="{950CFC66-DC5A-C4F9-1C85-072090A03410}"/>
                  </a:ext>
                  <a:ext uri="{C183D7F6-B498-43B3-948B-1728B52AA6E4}">
                    <adec:decorative xmlns:adec="http://schemas.microsoft.com/office/drawing/2017/decorative" val="1"/>
                  </a:ext>
                </a:extLst>
              </p:cNvPr>
              <p:cNvSpPr>
                <a:spLocks noChangeAspect="1"/>
              </p:cNvSpPr>
              <p:nvPr userDrawn="1">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474720" y="4966272"/>
            <a:ext cx="7375466" cy="1014984"/>
          </a:xfrm>
        </p:spPr>
        <p:txBody>
          <a:bodyPr rtlCol="0" anchor="t">
            <a:normAutofit/>
          </a:bodyPr>
          <a:lstStyle>
            <a:lvl1pPr marL="0" indent="0" algn="l">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3474720" y="854239"/>
            <a:ext cx="7876287" cy="3592629"/>
          </a:xfrm>
        </p:spPr>
        <p:txBody>
          <a:bodyPr rtlCol="0" anchor="b" anchorCtr="0">
            <a:normAutofit/>
          </a:bodyPr>
          <a:lstStyle>
            <a:lvl1pPr algn="l">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8700234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3_5E6157D8.xml><?xml version="1.0" encoding="utf-8"?>
<p:sldLayout xmlns:a="http://schemas.openxmlformats.org/drawingml/2006/main" xmlns:r="http://schemas.openxmlformats.org/officeDocument/2006/relationships" xmlns:p="http://schemas.openxmlformats.org/presentationml/2006/main" type="title" preserve="1">
  <p:cSld name="Título 3">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7F2EA6EE-583B-9CB1-ED38-C8C155E0E284}"/>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5" name="Grupo 4">
              <a:extLst>
                <a:ext uri="{FF2B5EF4-FFF2-40B4-BE49-F238E27FC236}">
                  <a16:creationId xmlns:a16="http://schemas.microsoft.com/office/drawing/2014/main" id="{24D2A0AA-2FC3-2E73-2AD8-EE703CB19DE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09" name="Forma libre 64">
                <a:extLst>
                  <a:ext uri="{FF2B5EF4-FFF2-40B4-BE49-F238E27FC236}">
                    <a16:creationId xmlns:a16="http://schemas.microsoft.com/office/drawing/2014/main" id="{4331904F-F6B2-F60E-62DD-98E499329F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0" name="Forma libre 81">
                <a:extLst>
                  <a:ext uri="{FF2B5EF4-FFF2-40B4-BE49-F238E27FC236}">
                    <a16:creationId xmlns:a16="http://schemas.microsoft.com/office/drawing/2014/main" id="{CA31659A-9E79-2F24-79B3-10DC666EAD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1" name="Forma libre 61">
                <a:extLst>
                  <a:ext uri="{FF2B5EF4-FFF2-40B4-BE49-F238E27FC236}">
                    <a16:creationId xmlns:a16="http://schemas.microsoft.com/office/drawing/2014/main" id="{A3C27673-9CDE-753E-28D3-C15171A4BD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2" name="Forma libre 78">
                <a:extLst>
                  <a:ext uri="{FF2B5EF4-FFF2-40B4-BE49-F238E27FC236}">
                    <a16:creationId xmlns:a16="http://schemas.microsoft.com/office/drawing/2014/main" id="{6B120809-D1AA-FF6F-BB07-2D898730A0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3" name="Forma libre 84">
                <a:extLst>
                  <a:ext uri="{FF2B5EF4-FFF2-40B4-BE49-F238E27FC236}">
                    <a16:creationId xmlns:a16="http://schemas.microsoft.com/office/drawing/2014/main" id="{C74C572C-D182-8024-74C7-A3DCCFCA70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4" name="Forma libre 87">
                <a:extLst>
                  <a:ext uri="{FF2B5EF4-FFF2-40B4-BE49-F238E27FC236}">
                    <a16:creationId xmlns:a16="http://schemas.microsoft.com/office/drawing/2014/main" id="{E49BABEE-ADFA-6C29-DC65-86B3432BF1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5" name="Forma libre 60">
                <a:extLst>
                  <a:ext uri="{FF2B5EF4-FFF2-40B4-BE49-F238E27FC236}">
                    <a16:creationId xmlns:a16="http://schemas.microsoft.com/office/drawing/2014/main" id="{D8862DC5-C8D1-ABBC-9A31-02EA600B4C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6" name="Forma libre 59">
                <a:extLst>
                  <a:ext uri="{FF2B5EF4-FFF2-40B4-BE49-F238E27FC236}">
                    <a16:creationId xmlns:a16="http://schemas.microsoft.com/office/drawing/2014/main" id="{76C1BBB5-9D90-97BE-5762-6532F9A65C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7" name="Forma libre 62">
                <a:extLst>
                  <a:ext uri="{FF2B5EF4-FFF2-40B4-BE49-F238E27FC236}">
                    <a16:creationId xmlns:a16="http://schemas.microsoft.com/office/drawing/2014/main" id="{D12D760B-A163-4768-6ACB-7592FD80E3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8" name="Forma libre 65">
                <a:extLst>
                  <a:ext uri="{FF2B5EF4-FFF2-40B4-BE49-F238E27FC236}">
                    <a16:creationId xmlns:a16="http://schemas.microsoft.com/office/drawing/2014/main" id="{1443DC88-3D62-DE22-9118-C4AF662760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9" name="Forma libre 79">
                <a:extLst>
                  <a:ext uri="{FF2B5EF4-FFF2-40B4-BE49-F238E27FC236}">
                    <a16:creationId xmlns:a16="http://schemas.microsoft.com/office/drawing/2014/main" id="{84BEFE0C-3E59-AC68-A178-5B0FAA9650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0" name="Forma libre 82">
                <a:extLst>
                  <a:ext uri="{FF2B5EF4-FFF2-40B4-BE49-F238E27FC236}">
                    <a16:creationId xmlns:a16="http://schemas.microsoft.com/office/drawing/2014/main" id="{43738054-ECB0-225A-2EE4-AB6FF92D834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1" name="Forma libre 85">
                <a:extLst>
                  <a:ext uri="{FF2B5EF4-FFF2-40B4-BE49-F238E27FC236}">
                    <a16:creationId xmlns:a16="http://schemas.microsoft.com/office/drawing/2014/main" id="{0064E701-83A2-9FAE-C5F0-B05384CB422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2" name="Forma libre 88">
                <a:extLst>
                  <a:ext uri="{FF2B5EF4-FFF2-40B4-BE49-F238E27FC236}">
                    <a16:creationId xmlns:a16="http://schemas.microsoft.com/office/drawing/2014/main" id="{CEDC6506-A8B7-9564-6DD6-6BFF0CD1B4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23" name="Grupo 122">
                <a:extLst>
                  <a:ext uri="{FF2B5EF4-FFF2-40B4-BE49-F238E27FC236}">
                    <a16:creationId xmlns:a16="http://schemas.microsoft.com/office/drawing/2014/main" id="{6D7969DC-C326-3F5B-7135-66C6127097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24" name="Línea 63">
                  <a:extLst>
                    <a:ext uri="{FF2B5EF4-FFF2-40B4-BE49-F238E27FC236}">
                      <a16:creationId xmlns:a16="http://schemas.microsoft.com/office/drawing/2014/main" id="{7A26AD15-46BA-A950-71C7-77B5A9462B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5" name="Línea 66">
                  <a:extLst>
                    <a:ext uri="{FF2B5EF4-FFF2-40B4-BE49-F238E27FC236}">
                      <a16:creationId xmlns:a16="http://schemas.microsoft.com/office/drawing/2014/main" id="{67AD311D-CAA4-01BD-DCB1-F3E520637C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6" name="Línea 67">
                  <a:extLst>
                    <a:ext uri="{FF2B5EF4-FFF2-40B4-BE49-F238E27FC236}">
                      <a16:creationId xmlns:a16="http://schemas.microsoft.com/office/drawing/2014/main" id="{F0FA478C-34ED-B03C-460E-7635C31B4F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7" name="Línea 80">
                  <a:extLst>
                    <a:ext uri="{FF2B5EF4-FFF2-40B4-BE49-F238E27FC236}">
                      <a16:creationId xmlns:a16="http://schemas.microsoft.com/office/drawing/2014/main" id="{E4906E5C-7CBA-0F2A-C536-8ADE7227FC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8" name="Línea 83">
                  <a:extLst>
                    <a:ext uri="{FF2B5EF4-FFF2-40B4-BE49-F238E27FC236}">
                      <a16:creationId xmlns:a16="http://schemas.microsoft.com/office/drawing/2014/main" id="{C97D58EA-A981-B3E4-301C-BF8AC2EAFE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29" name="Línea 86">
                  <a:extLst>
                    <a:ext uri="{FF2B5EF4-FFF2-40B4-BE49-F238E27FC236}">
                      <a16:creationId xmlns:a16="http://schemas.microsoft.com/office/drawing/2014/main" id="{08DBCA62-D06F-EDEF-06A1-75C9F3A10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30" name="Línea 89">
                  <a:extLst>
                    <a:ext uri="{FF2B5EF4-FFF2-40B4-BE49-F238E27FC236}">
                      <a16:creationId xmlns:a16="http://schemas.microsoft.com/office/drawing/2014/main" id="{06032994-E77B-11A6-A7DB-F0C078DF03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6" name="Grupo 5">
              <a:extLst>
                <a:ext uri="{FF2B5EF4-FFF2-40B4-BE49-F238E27FC236}">
                  <a16:creationId xmlns:a16="http://schemas.microsoft.com/office/drawing/2014/main" id="{8B14A183-6F74-E90F-31AE-B35BA19C699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01" name="Grupo 100">
                <a:extLst>
                  <a:ext uri="{FF2B5EF4-FFF2-40B4-BE49-F238E27FC236}">
                    <a16:creationId xmlns:a16="http://schemas.microsoft.com/office/drawing/2014/main" id="{0BF97D4E-D91C-5FC3-5E31-D46860BA940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5" name="Conector recto 104">
                  <a:extLst>
                    <a:ext uri="{FF2B5EF4-FFF2-40B4-BE49-F238E27FC236}">
                      <a16:creationId xmlns:a16="http://schemas.microsoft.com/office/drawing/2014/main" id="{D1FC6DBA-D4EB-D839-0D43-8CC49516547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6" name="Conector recto 105">
                  <a:extLst>
                    <a:ext uri="{FF2B5EF4-FFF2-40B4-BE49-F238E27FC236}">
                      <a16:creationId xmlns:a16="http://schemas.microsoft.com/office/drawing/2014/main" id="{165380AC-A9ED-77C8-87CB-EC7EDC77373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7" name="Rectángulo 30">
                  <a:extLst>
                    <a:ext uri="{FF2B5EF4-FFF2-40B4-BE49-F238E27FC236}">
                      <a16:creationId xmlns:a16="http://schemas.microsoft.com/office/drawing/2014/main" id="{4A057B86-28DB-459D-CB0E-17A8D2353E2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08" name="Rectángulo 30">
                  <a:extLst>
                    <a:ext uri="{FF2B5EF4-FFF2-40B4-BE49-F238E27FC236}">
                      <a16:creationId xmlns:a16="http://schemas.microsoft.com/office/drawing/2014/main" id="{B88AD41D-07C8-86F5-7BF5-94C790D160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02" name="Grupo 101">
                <a:extLst>
                  <a:ext uri="{FF2B5EF4-FFF2-40B4-BE49-F238E27FC236}">
                    <a16:creationId xmlns:a16="http://schemas.microsoft.com/office/drawing/2014/main" id="{77FD4F43-427D-12C8-0E17-3840E97A338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3" name="Forma libre: Forma 31">
                  <a:extLst>
                    <a:ext uri="{FF2B5EF4-FFF2-40B4-BE49-F238E27FC236}">
                      <a16:creationId xmlns:a16="http://schemas.microsoft.com/office/drawing/2014/main" id="{52C20785-7856-8DC3-B634-39856BBC7E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04" name="Forma libre: Forma 32">
                  <a:extLst>
                    <a:ext uri="{FF2B5EF4-FFF2-40B4-BE49-F238E27FC236}">
                      <a16:creationId xmlns:a16="http://schemas.microsoft.com/office/drawing/2014/main" id="{81440AE1-2191-A55D-E304-5C4E7A6FD2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7" name="Grupo 6">
              <a:extLst>
                <a:ext uri="{FF2B5EF4-FFF2-40B4-BE49-F238E27FC236}">
                  <a16:creationId xmlns:a16="http://schemas.microsoft.com/office/drawing/2014/main" id="{65A6EDC0-7A42-50B6-0B6A-FC6B5CCF89F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8" name="Grupo 7">
                <a:extLst>
                  <a:ext uri="{FF2B5EF4-FFF2-40B4-BE49-F238E27FC236}">
                    <a16:creationId xmlns:a16="http://schemas.microsoft.com/office/drawing/2014/main" id="{3B5DB4F3-2A6D-D89F-2C1B-AAC2545353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3" name="Forma libre 68">
                  <a:extLst>
                    <a:ext uri="{FF2B5EF4-FFF2-40B4-BE49-F238E27FC236}">
                      <a16:creationId xmlns:a16="http://schemas.microsoft.com/office/drawing/2014/main" id="{9DE85A21-2E89-D47D-6084-5F3E42D26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69">
                  <a:extLst>
                    <a:ext uri="{FF2B5EF4-FFF2-40B4-BE49-F238E27FC236}">
                      <a16:creationId xmlns:a16="http://schemas.microsoft.com/office/drawing/2014/main" id="{E5CC6B9E-961A-8F0A-4B21-3EDC567B76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0" name="Línea 70">
                  <a:extLst>
                    <a:ext uri="{FF2B5EF4-FFF2-40B4-BE49-F238E27FC236}">
                      <a16:creationId xmlns:a16="http://schemas.microsoft.com/office/drawing/2014/main" id="{4D8CDF78-7A5A-8540-8D00-07C8963EB7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9" name="Grupo 8">
                <a:extLst>
                  <a:ext uri="{FF2B5EF4-FFF2-40B4-BE49-F238E27FC236}">
                    <a16:creationId xmlns:a16="http://schemas.microsoft.com/office/drawing/2014/main" id="{1F4A7F54-1649-09B5-B530-1E870B6A85E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0" name="Forma libre 68">
                  <a:extLst>
                    <a:ext uri="{FF2B5EF4-FFF2-40B4-BE49-F238E27FC236}">
                      <a16:creationId xmlns:a16="http://schemas.microsoft.com/office/drawing/2014/main" id="{830610D3-1CEE-5BD2-6DA8-CCF29709AD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bre 69">
                  <a:extLst>
                    <a:ext uri="{FF2B5EF4-FFF2-40B4-BE49-F238E27FC236}">
                      <a16:creationId xmlns:a16="http://schemas.microsoft.com/office/drawing/2014/main" id="{019674EC-148D-A2DB-6D76-682679AEC6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Línea 70">
                  <a:extLst>
                    <a:ext uri="{FF2B5EF4-FFF2-40B4-BE49-F238E27FC236}">
                      <a16:creationId xmlns:a16="http://schemas.microsoft.com/office/drawing/2014/main" id="{9359613E-31DC-1391-7C73-C028F5EDD33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grpSp>
        <p:nvGrpSpPr>
          <p:cNvPr id="131" name="Grupo 130">
            <a:extLst>
              <a:ext uri="{FF2B5EF4-FFF2-40B4-BE49-F238E27FC236}">
                <a16:creationId xmlns:a16="http://schemas.microsoft.com/office/drawing/2014/main" id="{3946478E-FC4D-66E4-1926-E74FB0809178}"/>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132" name="Grupo 131">
              <a:extLst>
                <a:ext uri="{FF2B5EF4-FFF2-40B4-BE49-F238E27FC236}">
                  <a16:creationId xmlns:a16="http://schemas.microsoft.com/office/drawing/2014/main" id="{1D60F00F-314A-856A-E9D9-6067684C27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151" name="Forma libre 64">
                <a:extLst>
                  <a:ext uri="{FF2B5EF4-FFF2-40B4-BE49-F238E27FC236}">
                    <a16:creationId xmlns:a16="http://schemas.microsoft.com/office/drawing/2014/main" id="{EEFB2243-A614-B80C-B955-D0D5FFDA787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2" name="Forma libre 81">
                <a:extLst>
                  <a:ext uri="{FF2B5EF4-FFF2-40B4-BE49-F238E27FC236}">
                    <a16:creationId xmlns:a16="http://schemas.microsoft.com/office/drawing/2014/main" id="{096B6BFF-3AC9-463C-CC65-558294EE22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3" name="Forma libre 61">
                <a:extLst>
                  <a:ext uri="{FF2B5EF4-FFF2-40B4-BE49-F238E27FC236}">
                    <a16:creationId xmlns:a16="http://schemas.microsoft.com/office/drawing/2014/main" id="{F5BCA2A8-B3F7-5696-8D09-8B8FF70570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4" name="Forma libre 78">
                <a:extLst>
                  <a:ext uri="{FF2B5EF4-FFF2-40B4-BE49-F238E27FC236}">
                    <a16:creationId xmlns:a16="http://schemas.microsoft.com/office/drawing/2014/main" id="{996156F6-87AD-1B4A-A47F-B0F0F8C1C4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5" name="Forma libre 84">
                <a:extLst>
                  <a:ext uri="{FF2B5EF4-FFF2-40B4-BE49-F238E27FC236}">
                    <a16:creationId xmlns:a16="http://schemas.microsoft.com/office/drawing/2014/main" id="{C44246DF-9D6A-125B-85A6-8DEE4C19E2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6" name="Forma libre 87">
                <a:extLst>
                  <a:ext uri="{FF2B5EF4-FFF2-40B4-BE49-F238E27FC236}">
                    <a16:creationId xmlns:a16="http://schemas.microsoft.com/office/drawing/2014/main" id="{3F161EC5-D40C-68DF-7A82-85AC0B2EA3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7" name="Forma libre 60">
                <a:extLst>
                  <a:ext uri="{FF2B5EF4-FFF2-40B4-BE49-F238E27FC236}">
                    <a16:creationId xmlns:a16="http://schemas.microsoft.com/office/drawing/2014/main" id="{E829B76D-EE03-4045-0413-F2DDF6E4581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8" name="Forma libre 59">
                <a:extLst>
                  <a:ext uri="{FF2B5EF4-FFF2-40B4-BE49-F238E27FC236}">
                    <a16:creationId xmlns:a16="http://schemas.microsoft.com/office/drawing/2014/main" id="{4110166E-2491-A655-6879-2C149957A4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9" name="Forma libre 62">
                <a:extLst>
                  <a:ext uri="{FF2B5EF4-FFF2-40B4-BE49-F238E27FC236}">
                    <a16:creationId xmlns:a16="http://schemas.microsoft.com/office/drawing/2014/main" id="{797E181A-2633-1987-A6A6-9F4FF73C0C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0" name="Forma libre 65">
                <a:extLst>
                  <a:ext uri="{FF2B5EF4-FFF2-40B4-BE49-F238E27FC236}">
                    <a16:creationId xmlns:a16="http://schemas.microsoft.com/office/drawing/2014/main" id="{DE4F1B65-F266-5FC5-01C7-95E6AEB897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1" name="Forma libre 79">
                <a:extLst>
                  <a:ext uri="{FF2B5EF4-FFF2-40B4-BE49-F238E27FC236}">
                    <a16:creationId xmlns:a16="http://schemas.microsoft.com/office/drawing/2014/main" id="{E6756D0B-82C1-03ED-8CBE-BC5C6C69CA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2" name="Forma libre 82">
                <a:extLst>
                  <a:ext uri="{FF2B5EF4-FFF2-40B4-BE49-F238E27FC236}">
                    <a16:creationId xmlns:a16="http://schemas.microsoft.com/office/drawing/2014/main" id="{EFE48CE2-1346-3D9A-94B4-F5163CFE0F7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3" name="Forma libre 85">
                <a:extLst>
                  <a:ext uri="{FF2B5EF4-FFF2-40B4-BE49-F238E27FC236}">
                    <a16:creationId xmlns:a16="http://schemas.microsoft.com/office/drawing/2014/main" id="{50EBE132-F118-4795-6DAB-BB5124CFD17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4" name="Forma libre 88">
                <a:extLst>
                  <a:ext uri="{FF2B5EF4-FFF2-40B4-BE49-F238E27FC236}">
                    <a16:creationId xmlns:a16="http://schemas.microsoft.com/office/drawing/2014/main" id="{4116EA0C-6286-94AB-D7B1-E70EBCE7D5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65" name="Grupo 164">
                <a:extLst>
                  <a:ext uri="{FF2B5EF4-FFF2-40B4-BE49-F238E27FC236}">
                    <a16:creationId xmlns:a16="http://schemas.microsoft.com/office/drawing/2014/main" id="{DB68DB1A-8688-C1F9-D548-F4B2C4EF2C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66" name="Línea 63">
                  <a:extLst>
                    <a:ext uri="{FF2B5EF4-FFF2-40B4-BE49-F238E27FC236}">
                      <a16:creationId xmlns:a16="http://schemas.microsoft.com/office/drawing/2014/main" id="{844587EA-6D48-3080-73F2-4D0BD8B3EA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7" name="Línea 66">
                  <a:extLst>
                    <a:ext uri="{FF2B5EF4-FFF2-40B4-BE49-F238E27FC236}">
                      <a16:creationId xmlns:a16="http://schemas.microsoft.com/office/drawing/2014/main" id="{DC2986B4-6FB3-733A-C32F-8A25A6A61B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8" name="Línea 67">
                  <a:extLst>
                    <a:ext uri="{FF2B5EF4-FFF2-40B4-BE49-F238E27FC236}">
                      <a16:creationId xmlns:a16="http://schemas.microsoft.com/office/drawing/2014/main" id="{74CBA34B-5B4E-1893-7F95-C719EB9F2A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9" name="Línea 80">
                  <a:extLst>
                    <a:ext uri="{FF2B5EF4-FFF2-40B4-BE49-F238E27FC236}">
                      <a16:creationId xmlns:a16="http://schemas.microsoft.com/office/drawing/2014/main" id="{EBB9AF3B-99F7-1CD2-B6FC-3832E31034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70" name="Línea 83">
                  <a:extLst>
                    <a:ext uri="{FF2B5EF4-FFF2-40B4-BE49-F238E27FC236}">
                      <a16:creationId xmlns:a16="http://schemas.microsoft.com/office/drawing/2014/main" id="{6BC9DC96-72AE-FC31-DCAE-AC9D9D851E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71" name="Línea 86">
                  <a:extLst>
                    <a:ext uri="{FF2B5EF4-FFF2-40B4-BE49-F238E27FC236}">
                      <a16:creationId xmlns:a16="http://schemas.microsoft.com/office/drawing/2014/main" id="{ECA69BCC-FD73-270A-801C-2C75871E16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72" name="Línea 89">
                  <a:extLst>
                    <a:ext uri="{FF2B5EF4-FFF2-40B4-BE49-F238E27FC236}">
                      <a16:creationId xmlns:a16="http://schemas.microsoft.com/office/drawing/2014/main" id="{B6E2338A-38B0-B990-0E5E-BBFC3555D9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33" name="Grupo 132">
              <a:extLst>
                <a:ext uri="{FF2B5EF4-FFF2-40B4-BE49-F238E27FC236}">
                  <a16:creationId xmlns:a16="http://schemas.microsoft.com/office/drawing/2014/main" id="{FE17FF2C-4E8C-DCC0-047C-72850556294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43" name="Grupo 142">
                <a:extLst>
                  <a:ext uri="{FF2B5EF4-FFF2-40B4-BE49-F238E27FC236}">
                    <a16:creationId xmlns:a16="http://schemas.microsoft.com/office/drawing/2014/main" id="{B9838957-E766-2286-F0E0-E8AA64CF82F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7" name="Conector recto 146">
                  <a:extLst>
                    <a:ext uri="{FF2B5EF4-FFF2-40B4-BE49-F238E27FC236}">
                      <a16:creationId xmlns:a16="http://schemas.microsoft.com/office/drawing/2014/main" id="{6004B92B-95CD-6CB7-1293-CA5AEFF1FF1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8" name="Conector recto 147">
                  <a:extLst>
                    <a:ext uri="{FF2B5EF4-FFF2-40B4-BE49-F238E27FC236}">
                      <a16:creationId xmlns:a16="http://schemas.microsoft.com/office/drawing/2014/main" id="{465ED323-24D6-AF71-2276-B69E499F1BC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9" name="Rectángulo 30">
                  <a:extLst>
                    <a:ext uri="{FF2B5EF4-FFF2-40B4-BE49-F238E27FC236}">
                      <a16:creationId xmlns:a16="http://schemas.microsoft.com/office/drawing/2014/main" id="{7AB49ECD-07D1-906C-28BA-1F05904E2D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50" name="Rectángulo 30">
                  <a:extLst>
                    <a:ext uri="{FF2B5EF4-FFF2-40B4-BE49-F238E27FC236}">
                      <a16:creationId xmlns:a16="http://schemas.microsoft.com/office/drawing/2014/main" id="{553F1C08-09C1-09DC-DE9F-6744606EBA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44" name="Grupo 143">
                <a:extLst>
                  <a:ext uri="{FF2B5EF4-FFF2-40B4-BE49-F238E27FC236}">
                    <a16:creationId xmlns:a16="http://schemas.microsoft.com/office/drawing/2014/main" id="{2E9293D8-3769-FF38-84B1-27DB4537DC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5" name="Forma libre: Forma 73">
                  <a:extLst>
                    <a:ext uri="{FF2B5EF4-FFF2-40B4-BE49-F238E27FC236}">
                      <a16:creationId xmlns:a16="http://schemas.microsoft.com/office/drawing/2014/main" id="{27277C88-78C8-3D7B-2052-2C25C90B5F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46" name="Forma libre: Forma 74">
                  <a:extLst>
                    <a:ext uri="{FF2B5EF4-FFF2-40B4-BE49-F238E27FC236}">
                      <a16:creationId xmlns:a16="http://schemas.microsoft.com/office/drawing/2014/main" id="{A03A0507-C0B1-3923-F407-64C405A1EE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34" name="Grupo 133">
              <a:extLst>
                <a:ext uri="{FF2B5EF4-FFF2-40B4-BE49-F238E27FC236}">
                  <a16:creationId xmlns:a16="http://schemas.microsoft.com/office/drawing/2014/main" id="{A83717D6-6455-C96D-C84D-4DD40D033B0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35" name="Grupo 134">
                <a:extLst>
                  <a:ext uri="{FF2B5EF4-FFF2-40B4-BE49-F238E27FC236}">
                    <a16:creationId xmlns:a16="http://schemas.microsoft.com/office/drawing/2014/main" id="{21B31963-9DBB-A1AE-5A1A-1452346EDE9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40" name="Forma libre 139">
                  <a:extLst>
                    <a:ext uri="{FF2B5EF4-FFF2-40B4-BE49-F238E27FC236}">
                      <a16:creationId xmlns:a16="http://schemas.microsoft.com/office/drawing/2014/main" id="{57F78BA3-3C6D-8527-6C85-ED42569040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1" name="Forma libre 140">
                  <a:extLst>
                    <a:ext uri="{FF2B5EF4-FFF2-40B4-BE49-F238E27FC236}">
                      <a16:creationId xmlns:a16="http://schemas.microsoft.com/office/drawing/2014/main" id="{456098A8-1060-236A-C045-A611747D16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2" name="Línea 70">
                  <a:extLst>
                    <a:ext uri="{FF2B5EF4-FFF2-40B4-BE49-F238E27FC236}">
                      <a16:creationId xmlns:a16="http://schemas.microsoft.com/office/drawing/2014/main" id="{1C2D33BD-7FD1-294B-C535-96CD85DC15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36" name="Grupo 135">
                <a:extLst>
                  <a:ext uri="{FF2B5EF4-FFF2-40B4-BE49-F238E27FC236}">
                    <a16:creationId xmlns:a16="http://schemas.microsoft.com/office/drawing/2014/main" id="{E53D121D-AF5C-0FF1-C315-E1BF2A4B74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7" name="Forma libre 68">
                  <a:extLst>
                    <a:ext uri="{FF2B5EF4-FFF2-40B4-BE49-F238E27FC236}">
                      <a16:creationId xmlns:a16="http://schemas.microsoft.com/office/drawing/2014/main" id="{09CA641D-FF7D-A8A7-1CB3-54C7EAA385B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8" name="Forma libre 69">
                  <a:extLst>
                    <a:ext uri="{FF2B5EF4-FFF2-40B4-BE49-F238E27FC236}">
                      <a16:creationId xmlns:a16="http://schemas.microsoft.com/office/drawing/2014/main" id="{46F838EF-F6A4-4AAF-A6C2-14960D5010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9" name="Línea 70">
                  <a:extLst>
                    <a:ext uri="{FF2B5EF4-FFF2-40B4-BE49-F238E27FC236}">
                      <a16:creationId xmlns:a16="http://schemas.microsoft.com/office/drawing/2014/main" id="{76814A78-39E8-6256-E17E-48050A16E2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73" name="Conector recto 172">
            <a:extLst>
              <a:ext uri="{FF2B5EF4-FFF2-40B4-BE49-F238E27FC236}">
                <a16:creationId xmlns:a16="http://schemas.microsoft.com/office/drawing/2014/main" id="{E369360A-8DA6-B37A-CF0E-7DF617B2715C}"/>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347189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3215640" y="1796175"/>
            <a:ext cx="5760720" cy="1414091"/>
          </a:xfrm>
        </p:spPr>
        <p:txBody>
          <a:bodyPr rtlCol="0" anchor="b"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2621280" y="3689939"/>
            <a:ext cx="6949440" cy="2790825"/>
          </a:xfrm>
        </p:spPr>
        <p:txBody>
          <a:bodyPr rtlCol="0" anchor="t" anchorCtr="0">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5834377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6C272CBD.xml><?xml version="1.0" encoding="utf-8"?>
<p:sldLayout xmlns:a="http://schemas.openxmlformats.org/drawingml/2006/main" xmlns:r="http://schemas.openxmlformats.org/officeDocument/2006/relationships" xmlns:p="http://schemas.openxmlformats.org/presentationml/2006/main" preserve="1">
  <p:cSld name="Título, foto 1">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878F442-2FC9-4DB8-620F-79A1D4707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92001" cy="4986425"/>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250372" y="239487"/>
            <a:ext cx="11691255" cy="4461693"/>
          </a:xfrm>
          <a:blipFill dpi="0" rotWithShape="1">
            <a:blip r:embed="rId2">
              <a:alphaModFix amt="60000"/>
            </a:blip>
            <a:srcRect/>
            <a:stretch>
              <a:fillRect l="1" t="1" r="-8000" b="-22000"/>
            </a:stretch>
          </a:blipFill>
        </p:spPr>
        <p:txBody>
          <a:bodyPr rtlCol="0"/>
          <a:lstStyle/>
          <a:p>
            <a:pPr rtl="0"/>
            <a:r>
              <a:rPr lang="es"/>
              <a:t>Haga clic en el icono para agregar una imagen</a:t>
            </a:r>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5972628"/>
            <a:ext cx="10972800" cy="548640"/>
          </a:xfrm>
        </p:spPr>
        <p:txBody>
          <a:bodyPr rtlCol="0" anchor="t">
            <a:normAutofit/>
          </a:bodyPr>
          <a:lstStyle>
            <a:lvl1pPr marL="0" indent="0" algn="ctr">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5218032"/>
            <a:ext cx="10972800" cy="786384"/>
          </a:xfrm>
        </p:spPr>
        <p:txBody>
          <a:bodyPr rtlCol="0" anchor="b">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8145066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E3E67467.xml><?xml version="1.0" encoding="utf-8"?>
<p:sldLayout xmlns:a="http://schemas.openxmlformats.org/drawingml/2006/main" xmlns:r="http://schemas.openxmlformats.org/officeDocument/2006/relationships" xmlns:p="http://schemas.openxmlformats.org/presentationml/2006/main" preserve="1">
  <p:cSld name="Título Foto 2">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C36CCEBD-2E6F-C659-9001-608341D95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265727" y="259262"/>
            <a:ext cx="5590788" cy="6339475"/>
          </a:xfrm>
          <a:blipFill dpi="0" rotWithShape="1">
            <a:blip r:embed="rId2">
              <a:alphaModFix amt="60000"/>
            </a:blip>
            <a:srcRect/>
            <a:stretch>
              <a:fillRect/>
            </a:stretch>
          </a:blipFill>
        </p:spPr>
        <p:txBody>
          <a:bodyPr rtlCol="0"/>
          <a:lstStyle/>
          <a:p>
            <a:pPr rtl="0"/>
            <a:r>
              <a:rPr lang="es"/>
              <a:t>Haga clic en el icono para agregar una imagen</a:t>
            </a:r>
          </a:p>
        </p:txBody>
      </p:sp>
      <p:grpSp>
        <p:nvGrpSpPr>
          <p:cNvPr id="5" name="Grupo 4">
            <a:extLst>
              <a:ext uri="{FF2B5EF4-FFF2-40B4-BE49-F238E27FC236}">
                <a16:creationId xmlns:a16="http://schemas.microsoft.com/office/drawing/2014/main" id="{5F6A7B37-FBA3-5CE9-7BD2-D74F0A13498B}"/>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5925" y="49440"/>
            <a:ext cx="2216150" cy="1177924"/>
            <a:chOff x="4987925" y="2840038"/>
            <a:chExt cx="2216150" cy="1177924"/>
          </a:xfrm>
        </p:grpSpPr>
        <p:sp>
          <p:nvSpPr>
            <p:cNvPr id="6" name="Rectángulo 5">
              <a:extLst>
                <a:ext uri="{FF2B5EF4-FFF2-40B4-BE49-F238E27FC236}">
                  <a16:creationId xmlns:a16="http://schemas.microsoft.com/office/drawing/2014/main" id="{17F11D24-51C0-449A-302D-18512BABEB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20" name="Grupo 19">
              <a:extLst>
                <a:ext uri="{FF2B5EF4-FFF2-40B4-BE49-F238E27FC236}">
                  <a16:creationId xmlns:a16="http://schemas.microsoft.com/office/drawing/2014/main" id="{64EDD1EC-C107-F025-C44F-267ECD88C47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1" name="Grupo 20">
                <a:extLst>
                  <a:ext uri="{FF2B5EF4-FFF2-40B4-BE49-F238E27FC236}">
                    <a16:creationId xmlns:a16="http://schemas.microsoft.com/office/drawing/2014/main" id="{A842A611-498C-CDD4-7948-26B85462723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6" name="Forma libre 68">
                  <a:extLst>
                    <a:ext uri="{FF2B5EF4-FFF2-40B4-BE49-F238E27FC236}">
                      <a16:creationId xmlns:a16="http://schemas.microsoft.com/office/drawing/2014/main" id="{0C134841-9A38-1B34-5AA2-B7E7221A9E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7" name="Forma libre 69">
                  <a:extLst>
                    <a:ext uri="{FF2B5EF4-FFF2-40B4-BE49-F238E27FC236}">
                      <a16:creationId xmlns:a16="http://schemas.microsoft.com/office/drawing/2014/main" id="{12B76238-4F33-A717-AA66-17D0D36565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8" name="Línea 70">
                  <a:extLst>
                    <a:ext uri="{FF2B5EF4-FFF2-40B4-BE49-F238E27FC236}">
                      <a16:creationId xmlns:a16="http://schemas.microsoft.com/office/drawing/2014/main" id="{79F60F3D-E13C-235A-C618-3881CD9A0D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22" name="Grupo 21">
                <a:extLst>
                  <a:ext uri="{FF2B5EF4-FFF2-40B4-BE49-F238E27FC236}">
                    <a16:creationId xmlns:a16="http://schemas.microsoft.com/office/drawing/2014/main" id="{BEF40E18-7739-93E9-1DA7-8A9B5DAC10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orma libre 68">
                  <a:extLst>
                    <a:ext uri="{FF2B5EF4-FFF2-40B4-BE49-F238E27FC236}">
                      <a16:creationId xmlns:a16="http://schemas.microsoft.com/office/drawing/2014/main" id="{4C36420A-8B58-157A-F2C8-AE7D8ED3BD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4" name="Forma libre 69">
                  <a:extLst>
                    <a:ext uri="{FF2B5EF4-FFF2-40B4-BE49-F238E27FC236}">
                      <a16:creationId xmlns:a16="http://schemas.microsoft.com/office/drawing/2014/main" id="{8A9ADAE3-CE25-FF00-D87A-AFBC53C674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5" name="Línea 70">
                  <a:extLst>
                    <a:ext uri="{FF2B5EF4-FFF2-40B4-BE49-F238E27FC236}">
                      <a16:creationId xmlns:a16="http://schemas.microsoft.com/office/drawing/2014/main" id="{57562CD7-6935-46CA-ABFF-F1786989D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675120" y="4731335"/>
            <a:ext cx="4937760" cy="1184585"/>
          </a:xfrm>
        </p:spPr>
        <p:txBody>
          <a:bodyPr rtlCol="0" anchor="t">
            <a:normAutofit/>
          </a:bodyPr>
          <a:lstStyle>
            <a:lvl1pPr marL="0" indent="0" algn="l">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675120" y="1129554"/>
            <a:ext cx="4937760" cy="3475236"/>
          </a:xfrm>
        </p:spPr>
        <p:txBody>
          <a:bodyPr rtlCol="0" anchor="b">
            <a:normAutofit/>
          </a:bodyPr>
          <a:lstStyle>
            <a:lvl1pPr algn="l">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8235311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629450EF.xml><?xml version="1.0" encoding="utf-8"?>
<p:sldLayout xmlns:a="http://schemas.openxmlformats.org/drawingml/2006/main" xmlns:r="http://schemas.openxmlformats.org/officeDocument/2006/relationships" xmlns:p="http://schemas.openxmlformats.org/presentationml/2006/main" preserve="1">
  <p:cSld name="Título Foto 3">
    <p:spTree>
      <p:nvGrpSpPr>
        <p:cNvPr id="1" name=""/>
        <p:cNvGrpSpPr/>
        <p:nvPr/>
      </p:nvGrpSpPr>
      <p:grpSpPr>
        <a:xfrm>
          <a:off x="0" y="0"/>
          <a:ext cx="0" cy="0"/>
          <a:chOff x="0" y="0"/>
          <a:chExt cx="0" cy="0"/>
        </a:xfrm>
      </p:grpSpPr>
      <p:sp>
        <p:nvSpPr>
          <p:cNvPr id="34" name="Rectángulo 33">
            <a:extLst>
              <a:ext uri="{FF2B5EF4-FFF2-40B4-BE49-F238E27FC236}">
                <a16:creationId xmlns:a16="http://schemas.microsoft.com/office/drawing/2014/main" id="{3A28DC48-00C6-EBEB-EC03-5D122ECF1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grpSp>
        <p:nvGrpSpPr>
          <p:cNvPr id="48" name="Grupo 47">
            <a:extLst>
              <a:ext uri="{FF2B5EF4-FFF2-40B4-BE49-F238E27FC236}">
                <a16:creationId xmlns:a16="http://schemas.microsoft.com/office/drawing/2014/main" id="{3D48BC54-8D8A-CB76-97E5-688D541010B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49" name="Rectángulo 48">
              <a:extLst>
                <a:ext uri="{FF2B5EF4-FFF2-40B4-BE49-F238E27FC236}">
                  <a16:creationId xmlns:a16="http://schemas.microsoft.com/office/drawing/2014/main" id="{DF9F6865-3666-CD82-3523-522A8E25AD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50" name="Grupo 49">
              <a:extLst>
                <a:ext uri="{FF2B5EF4-FFF2-40B4-BE49-F238E27FC236}">
                  <a16:creationId xmlns:a16="http://schemas.microsoft.com/office/drawing/2014/main" id="{C35F671F-5698-97D3-0D20-C74B5B8C74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51" name="Grupo 50">
                <a:extLst>
                  <a:ext uri="{FF2B5EF4-FFF2-40B4-BE49-F238E27FC236}">
                    <a16:creationId xmlns:a16="http://schemas.microsoft.com/office/drawing/2014/main" id="{4A99469D-3148-A32C-3CD1-DFF2EF0591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56" name="Forma libre 68">
                  <a:extLst>
                    <a:ext uri="{FF2B5EF4-FFF2-40B4-BE49-F238E27FC236}">
                      <a16:creationId xmlns:a16="http://schemas.microsoft.com/office/drawing/2014/main" id="{0DF6D303-2C2F-DA3C-6EE3-EB1E706CA1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bre 69">
                  <a:extLst>
                    <a:ext uri="{FF2B5EF4-FFF2-40B4-BE49-F238E27FC236}">
                      <a16:creationId xmlns:a16="http://schemas.microsoft.com/office/drawing/2014/main" id="{2CC53E69-D74A-855C-DB63-69BE6E67A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8" name="Línea 70">
                  <a:extLst>
                    <a:ext uri="{FF2B5EF4-FFF2-40B4-BE49-F238E27FC236}">
                      <a16:creationId xmlns:a16="http://schemas.microsoft.com/office/drawing/2014/main" id="{A6CFA2CF-7D8C-BD33-3155-F83E3F93E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2" name="Grupo 51">
                <a:extLst>
                  <a:ext uri="{FF2B5EF4-FFF2-40B4-BE49-F238E27FC236}">
                    <a16:creationId xmlns:a16="http://schemas.microsoft.com/office/drawing/2014/main" id="{A7FC8204-EC4D-7BF1-59ED-7BA4CDFF6EE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53" name="Forma libre 68">
                  <a:extLst>
                    <a:ext uri="{FF2B5EF4-FFF2-40B4-BE49-F238E27FC236}">
                      <a16:creationId xmlns:a16="http://schemas.microsoft.com/office/drawing/2014/main" id="{5DB2EA0C-6181-1906-BED8-53E2B5A98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4" name="Forma libre 69">
                  <a:extLst>
                    <a:ext uri="{FF2B5EF4-FFF2-40B4-BE49-F238E27FC236}">
                      <a16:creationId xmlns:a16="http://schemas.microsoft.com/office/drawing/2014/main" id="{E373093C-0DA0-6D92-0DC1-4CC323D3AD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5" name="Línea 70">
                  <a:extLst>
                    <a:ext uri="{FF2B5EF4-FFF2-40B4-BE49-F238E27FC236}">
                      <a16:creationId xmlns:a16="http://schemas.microsoft.com/office/drawing/2014/main" id="{71CCCCA5-296E-2676-BF68-6CA3AEDC78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6500212" y="295656"/>
            <a:ext cx="5372481" cy="6288459"/>
          </a:xfrm>
          <a:blipFill dpi="0" rotWithShape="1">
            <a:blip r:embed="rId2">
              <a:alphaModFix amt="60000"/>
            </a:blip>
            <a:srcRect/>
            <a:stretch>
              <a:fillRect/>
            </a:stretch>
          </a:blipFill>
        </p:spPr>
        <p:txBody>
          <a:bodyPr rtlCol="0"/>
          <a:lstStyle/>
          <a:p>
            <a:pPr rtl="0"/>
            <a:r>
              <a:rPr lang="es"/>
              <a:t>Haga clic en el icono para agregar una imagen</a:t>
            </a:r>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576072" y="4937760"/>
            <a:ext cx="4937760" cy="1380744"/>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576072" y="1188720"/>
            <a:ext cx="4937760" cy="3739896"/>
          </a:xfrm>
        </p:spPr>
        <p:txBody>
          <a:bodyPr rtlCol="0" anchor="ctr" anchorCtr="0">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65388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8935A95.xml><?xml version="1.0" encoding="utf-8"?>
<p:sldLayout xmlns:a="http://schemas.openxmlformats.org/drawingml/2006/main" xmlns:r="http://schemas.openxmlformats.org/officeDocument/2006/relationships" xmlns:p="http://schemas.openxmlformats.org/presentationml/2006/main" preserve="1">
  <p:cSld name="Encabezado de sección">
    <p:bg>
      <p:bgPr>
        <a:solidFill>
          <a:schemeClr val="tx2"/>
        </a:solidFill>
        <a:effectLst/>
      </p:bgPr>
    </p:bg>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AD64FEE6-6395-124F-D5E5-CB39A09F74B6}"/>
              </a:ext>
            </a:extLst>
          </p:cNvPr>
          <p:cNvGrpSpPr/>
          <p:nvPr/>
        </p:nvGrpSpPr>
        <p:grpSpPr>
          <a:xfrm flipH="1">
            <a:off x="8353425" y="531607"/>
            <a:ext cx="3838575" cy="6520778"/>
            <a:chOff x="192855" y="531607"/>
            <a:chExt cx="3838575" cy="6520778"/>
          </a:xfrm>
        </p:grpSpPr>
        <p:grpSp>
          <p:nvGrpSpPr>
            <p:cNvPr id="8" name="Grupo 7">
              <a:extLst>
                <a:ext uri="{FF2B5EF4-FFF2-40B4-BE49-F238E27FC236}">
                  <a16:creationId xmlns:a16="http://schemas.microsoft.com/office/drawing/2014/main" id="{230525EF-886F-AC42-7343-BCD034E2BF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orma libre 64">
                <a:extLst>
                  <a:ext uri="{FF2B5EF4-FFF2-40B4-BE49-F238E27FC236}">
                    <a16:creationId xmlns:a16="http://schemas.microsoft.com/office/drawing/2014/main" id="{A8A8E47A-FDF5-50B4-4618-C4A33A149E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3" name="Forma libre 81">
                <a:extLst>
                  <a:ext uri="{FF2B5EF4-FFF2-40B4-BE49-F238E27FC236}">
                    <a16:creationId xmlns:a16="http://schemas.microsoft.com/office/drawing/2014/main" id="{F09EDABE-26FB-7A79-5E5F-B8AD04C9FE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4" name="Forma libre 61">
                <a:extLst>
                  <a:ext uri="{FF2B5EF4-FFF2-40B4-BE49-F238E27FC236}">
                    <a16:creationId xmlns:a16="http://schemas.microsoft.com/office/drawing/2014/main" id="{7DB87FB9-B1F5-F6AE-0228-7FA380AB6D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bre 34">
                <a:extLst>
                  <a:ext uri="{FF2B5EF4-FFF2-40B4-BE49-F238E27FC236}">
                    <a16:creationId xmlns:a16="http://schemas.microsoft.com/office/drawing/2014/main" id="{67BDD086-994B-3951-7EA1-38884495F8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bre 84">
                <a:extLst>
                  <a:ext uri="{FF2B5EF4-FFF2-40B4-BE49-F238E27FC236}">
                    <a16:creationId xmlns:a16="http://schemas.microsoft.com/office/drawing/2014/main" id="{B3EFDABE-410D-EF8D-61E8-EE12A74A41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bre 87">
                <a:extLst>
                  <a:ext uri="{FF2B5EF4-FFF2-40B4-BE49-F238E27FC236}">
                    <a16:creationId xmlns:a16="http://schemas.microsoft.com/office/drawing/2014/main" id="{D8FFB40C-5E15-95EF-4B23-067F2A3501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bre 60">
                <a:extLst>
                  <a:ext uri="{FF2B5EF4-FFF2-40B4-BE49-F238E27FC236}">
                    <a16:creationId xmlns:a16="http://schemas.microsoft.com/office/drawing/2014/main" id="{CFA464F4-D964-530E-FA7D-D25F0A9F031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bre 59">
                <a:extLst>
                  <a:ext uri="{FF2B5EF4-FFF2-40B4-BE49-F238E27FC236}">
                    <a16:creationId xmlns:a16="http://schemas.microsoft.com/office/drawing/2014/main" id="{F60BEB1C-DF4B-927D-1E0A-683BD39FA2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bre 62">
                <a:extLst>
                  <a:ext uri="{FF2B5EF4-FFF2-40B4-BE49-F238E27FC236}">
                    <a16:creationId xmlns:a16="http://schemas.microsoft.com/office/drawing/2014/main" id="{A17898DB-E35C-3A9A-435D-9BCE2DD8E3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bre 65">
                <a:extLst>
                  <a:ext uri="{FF2B5EF4-FFF2-40B4-BE49-F238E27FC236}">
                    <a16:creationId xmlns:a16="http://schemas.microsoft.com/office/drawing/2014/main" id="{CBE2BF2F-7E74-3DD9-186E-912B073D05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bre 79">
                <a:extLst>
                  <a:ext uri="{FF2B5EF4-FFF2-40B4-BE49-F238E27FC236}">
                    <a16:creationId xmlns:a16="http://schemas.microsoft.com/office/drawing/2014/main" id="{49F71F86-6386-300F-7999-42ADAFCDD2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bre 82">
                <a:extLst>
                  <a:ext uri="{FF2B5EF4-FFF2-40B4-BE49-F238E27FC236}">
                    <a16:creationId xmlns:a16="http://schemas.microsoft.com/office/drawing/2014/main" id="{272CBC94-1FB5-29DD-4296-1EA2107080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bre 85">
                <a:extLst>
                  <a:ext uri="{FF2B5EF4-FFF2-40B4-BE49-F238E27FC236}">
                    <a16:creationId xmlns:a16="http://schemas.microsoft.com/office/drawing/2014/main" id="{1D2991E6-DCC1-0573-F0B2-5382A6C60E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5" name="Forma libre 44">
                <a:extLst>
                  <a:ext uri="{FF2B5EF4-FFF2-40B4-BE49-F238E27FC236}">
                    <a16:creationId xmlns:a16="http://schemas.microsoft.com/office/drawing/2014/main" id="{C2AEDDE2-F8D5-ED87-23A5-63DAAC0888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6" name="Grupo 45">
                <a:extLst>
                  <a:ext uri="{FF2B5EF4-FFF2-40B4-BE49-F238E27FC236}">
                    <a16:creationId xmlns:a16="http://schemas.microsoft.com/office/drawing/2014/main" id="{C7AAF43A-91DA-4185-DFAB-1D39B0B1456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ínea 63">
                  <a:extLst>
                    <a:ext uri="{FF2B5EF4-FFF2-40B4-BE49-F238E27FC236}">
                      <a16:creationId xmlns:a16="http://schemas.microsoft.com/office/drawing/2014/main" id="{35FFD34C-40E3-A60B-76EE-AECF44B083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8" name="Línea 66">
                  <a:extLst>
                    <a:ext uri="{FF2B5EF4-FFF2-40B4-BE49-F238E27FC236}">
                      <a16:creationId xmlns:a16="http://schemas.microsoft.com/office/drawing/2014/main" id="{92576DA0-9F10-00AF-6282-619223BA45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49" name="Línea 67">
                  <a:extLst>
                    <a:ext uri="{FF2B5EF4-FFF2-40B4-BE49-F238E27FC236}">
                      <a16:creationId xmlns:a16="http://schemas.microsoft.com/office/drawing/2014/main" id="{03FBA44C-D20F-47A2-62F6-2154950EEE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0" name="Línea 80">
                  <a:extLst>
                    <a:ext uri="{FF2B5EF4-FFF2-40B4-BE49-F238E27FC236}">
                      <a16:creationId xmlns:a16="http://schemas.microsoft.com/office/drawing/2014/main" id="{DDD4051D-4885-B8EF-F73F-8BCC936B11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ínea 83">
                  <a:extLst>
                    <a:ext uri="{FF2B5EF4-FFF2-40B4-BE49-F238E27FC236}">
                      <a16:creationId xmlns:a16="http://schemas.microsoft.com/office/drawing/2014/main" id="{7A2A002C-64A0-5FE8-8DE8-4702055EF8D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ínea 86">
                  <a:extLst>
                    <a:ext uri="{FF2B5EF4-FFF2-40B4-BE49-F238E27FC236}">
                      <a16:creationId xmlns:a16="http://schemas.microsoft.com/office/drawing/2014/main" id="{F88510A4-6BE3-9532-3F93-FEC2A23C87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3" name="Línea 89">
                  <a:extLst>
                    <a:ext uri="{FF2B5EF4-FFF2-40B4-BE49-F238E27FC236}">
                      <a16:creationId xmlns:a16="http://schemas.microsoft.com/office/drawing/2014/main" id="{9BABD774-DBCA-30BC-4131-4F1577FAEFC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9" name="Grupo 8">
              <a:extLst>
                <a:ext uri="{FF2B5EF4-FFF2-40B4-BE49-F238E27FC236}">
                  <a16:creationId xmlns:a16="http://schemas.microsoft.com/office/drawing/2014/main" id="{199AFFB3-9F1A-3E38-0F08-5D2791AFA3A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orma libre 64">
                <a:extLst>
                  <a:ext uri="{FF2B5EF4-FFF2-40B4-BE49-F238E27FC236}">
                    <a16:creationId xmlns:a16="http://schemas.microsoft.com/office/drawing/2014/main" id="{EA1D0E4F-E46D-8CCB-C5E5-25E5C1E3007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bre 81">
                <a:extLst>
                  <a:ext uri="{FF2B5EF4-FFF2-40B4-BE49-F238E27FC236}">
                    <a16:creationId xmlns:a16="http://schemas.microsoft.com/office/drawing/2014/main" id="{CC53FE50-7808-83C8-D8F2-2E8DA5311B0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bre 61">
                <a:extLst>
                  <a:ext uri="{FF2B5EF4-FFF2-40B4-BE49-F238E27FC236}">
                    <a16:creationId xmlns:a16="http://schemas.microsoft.com/office/drawing/2014/main" id="{B919EF98-7B2F-6B04-7A77-AE875D533A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bre 78">
                <a:extLst>
                  <a:ext uri="{FF2B5EF4-FFF2-40B4-BE49-F238E27FC236}">
                    <a16:creationId xmlns:a16="http://schemas.microsoft.com/office/drawing/2014/main" id="{1B0D9C04-0F2C-8B44-18FA-FC2024A09C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84">
                <a:extLst>
                  <a:ext uri="{FF2B5EF4-FFF2-40B4-BE49-F238E27FC236}">
                    <a16:creationId xmlns:a16="http://schemas.microsoft.com/office/drawing/2014/main" id="{362D619A-CD55-CF0F-0422-1B8D7B52D9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bre 87">
                <a:extLst>
                  <a:ext uri="{FF2B5EF4-FFF2-40B4-BE49-F238E27FC236}">
                    <a16:creationId xmlns:a16="http://schemas.microsoft.com/office/drawing/2014/main" id="{065F7B4C-A938-3C32-A861-A7587B5ED7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bre 60">
                <a:extLst>
                  <a:ext uri="{FF2B5EF4-FFF2-40B4-BE49-F238E27FC236}">
                    <a16:creationId xmlns:a16="http://schemas.microsoft.com/office/drawing/2014/main" id="{CB749656-8463-F0E6-D036-DD50CE3DFE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bre 59">
                <a:extLst>
                  <a:ext uri="{FF2B5EF4-FFF2-40B4-BE49-F238E27FC236}">
                    <a16:creationId xmlns:a16="http://schemas.microsoft.com/office/drawing/2014/main" id="{03A5A064-4A6E-94C6-0076-456A760397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Forma libre 62">
                <a:extLst>
                  <a:ext uri="{FF2B5EF4-FFF2-40B4-BE49-F238E27FC236}">
                    <a16:creationId xmlns:a16="http://schemas.microsoft.com/office/drawing/2014/main" id="{72E10200-1944-FD96-1E5B-E098B88824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bre 65">
                <a:extLst>
                  <a:ext uri="{FF2B5EF4-FFF2-40B4-BE49-F238E27FC236}">
                    <a16:creationId xmlns:a16="http://schemas.microsoft.com/office/drawing/2014/main" id="{EC6AD87D-3D37-1325-B5D7-475D0D4F0D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bre 79">
                <a:extLst>
                  <a:ext uri="{FF2B5EF4-FFF2-40B4-BE49-F238E27FC236}">
                    <a16:creationId xmlns:a16="http://schemas.microsoft.com/office/drawing/2014/main" id="{C809F72C-9526-16ED-4C68-0CD1508A43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Forma libre 82">
                <a:extLst>
                  <a:ext uri="{FF2B5EF4-FFF2-40B4-BE49-F238E27FC236}">
                    <a16:creationId xmlns:a16="http://schemas.microsoft.com/office/drawing/2014/main" id="{C7501AEE-3511-7DA8-5507-E58163F157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2" name="Forma libre 85">
                <a:extLst>
                  <a:ext uri="{FF2B5EF4-FFF2-40B4-BE49-F238E27FC236}">
                    <a16:creationId xmlns:a16="http://schemas.microsoft.com/office/drawing/2014/main" id="{B5B3B3C2-40C7-5724-D6DD-A7FD525E5A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Forma libre 88">
                <a:extLst>
                  <a:ext uri="{FF2B5EF4-FFF2-40B4-BE49-F238E27FC236}">
                    <a16:creationId xmlns:a16="http://schemas.microsoft.com/office/drawing/2014/main" id="{0685F264-945C-7E67-FED1-0A8FDCD239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4" name="Grupo 23">
                <a:extLst>
                  <a:ext uri="{FF2B5EF4-FFF2-40B4-BE49-F238E27FC236}">
                    <a16:creationId xmlns:a16="http://schemas.microsoft.com/office/drawing/2014/main" id="{91DF5D6B-A63F-B56E-BED3-BBA18B004F1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ínea 63">
                  <a:extLst>
                    <a:ext uri="{FF2B5EF4-FFF2-40B4-BE49-F238E27FC236}">
                      <a16:creationId xmlns:a16="http://schemas.microsoft.com/office/drawing/2014/main" id="{9C52AE5B-80CF-FCA5-A301-C9B63524BE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6" name="Línea 66">
                  <a:extLst>
                    <a:ext uri="{FF2B5EF4-FFF2-40B4-BE49-F238E27FC236}">
                      <a16:creationId xmlns:a16="http://schemas.microsoft.com/office/drawing/2014/main" id="{F3010A9D-7D19-D866-7901-002C392914B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7" name="Línea 67">
                  <a:extLst>
                    <a:ext uri="{FF2B5EF4-FFF2-40B4-BE49-F238E27FC236}">
                      <a16:creationId xmlns:a16="http://schemas.microsoft.com/office/drawing/2014/main" id="{28EA7283-1E23-555B-CC7B-A33AA653F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8" name="Línea 80">
                  <a:extLst>
                    <a:ext uri="{FF2B5EF4-FFF2-40B4-BE49-F238E27FC236}">
                      <a16:creationId xmlns:a16="http://schemas.microsoft.com/office/drawing/2014/main" id="{4F797A27-15AB-6170-23BF-8524DD8690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9" name="Línea 83">
                  <a:extLst>
                    <a:ext uri="{FF2B5EF4-FFF2-40B4-BE49-F238E27FC236}">
                      <a16:creationId xmlns:a16="http://schemas.microsoft.com/office/drawing/2014/main" id="{1E2C16E9-4D3E-3E94-2784-236D16B781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0" name="Línea 86">
                  <a:extLst>
                    <a:ext uri="{FF2B5EF4-FFF2-40B4-BE49-F238E27FC236}">
                      <a16:creationId xmlns:a16="http://schemas.microsoft.com/office/drawing/2014/main" id="{28440BE9-C3A0-9278-6300-38A20C6036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1" name="Línea 89">
                  <a:extLst>
                    <a:ext uri="{FF2B5EF4-FFF2-40B4-BE49-F238E27FC236}">
                      <a16:creationId xmlns:a16="http://schemas.microsoft.com/office/drawing/2014/main" id="{F096B6BD-724F-1EF4-8567-708DA2A210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54" name="Marcador de fecha 53">
            <a:extLst>
              <a:ext uri="{FF2B5EF4-FFF2-40B4-BE49-F238E27FC236}">
                <a16:creationId xmlns:a16="http://schemas.microsoft.com/office/drawing/2014/main" id="{D6C00DCA-8042-28CC-7733-F23E4BF0958A}"/>
              </a:ext>
            </a:extLst>
          </p:cNvPr>
          <p:cNvSpPr>
            <a:spLocks noGrp="1"/>
          </p:cNvSpPr>
          <p:nvPr>
            <p:ph type="dt" sz="half" idx="10"/>
          </p:nvPr>
        </p:nvSpPr>
        <p:spPr/>
        <p:txBody>
          <a:bodyPr rtlCol="0"/>
          <a:lstStyle>
            <a:lvl1pPr>
              <a:defRPr>
                <a:solidFill>
                  <a:schemeClr val="bg1">
                    <a:lumMod val="65000"/>
                    <a:lumOff val="35000"/>
                  </a:schemeClr>
                </a:solidFill>
              </a:defRPr>
            </a:lvl1pPr>
          </a:lstStyle>
          <a:p>
            <a:pPr rtl="0"/>
            <a:r>
              <a:rPr lang="es"/>
              <a:t>20XX</a:t>
            </a:r>
            <a:endParaRPr lang="en-US"/>
          </a:p>
        </p:txBody>
      </p:sp>
      <p:sp>
        <p:nvSpPr>
          <p:cNvPr id="55" name="Marcador de pie de página 54">
            <a:extLst>
              <a:ext uri="{FF2B5EF4-FFF2-40B4-BE49-F238E27FC236}">
                <a16:creationId xmlns:a16="http://schemas.microsoft.com/office/drawing/2014/main" id="{CA419D95-2441-367A-791C-9BFF447BFE16}"/>
              </a:ext>
            </a:extLst>
          </p:cNvPr>
          <p:cNvSpPr>
            <a:spLocks noGrp="1"/>
          </p:cNvSpPr>
          <p:nvPr>
            <p:ph type="ftr" sz="quarter" idx="11"/>
          </p:nvPr>
        </p:nvSpPr>
        <p:spPr/>
        <p:txBody>
          <a:bodyPr rtlCol="0"/>
          <a:lstStyle>
            <a:lvl1pPr>
              <a:defRPr>
                <a:solidFill>
                  <a:schemeClr val="bg1">
                    <a:lumMod val="65000"/>
                    <a:lumOff val="35000"/>
                  </a:schemeClr>
                </a:solidFill>
              </a:defRPr>
            </a:lvl1pPr>
          </a:lstStyle>
          <a:p>
            <a:pPr rtl="0"/>
            <a:r>
              <a:rPr lang="es"/>
              <a:t>Ejemplo de Texto de pie de página</a:t>
            </a:r>
            <a:endParaRPr lang="en-US"/>
          </a:p>
        </p:txBody>
      </p:sp>
      <p:sp>
        <p:nvSpPr>
          <p:cNvPr id="56" name="Marcador de número de diapositiva 55">
            <a:extLst>
              <a:ext uri="{FF2B5EF4-FFF2-40B4-BE49-F238E27FC236}">
                <a16:creationId xmlns:a16="http://schemas.microsoft.com/office/drawing/2014/main" id="{D503C1E9-A9FC-A423-20DB-6F2A1BC3A9F8}"/>
              </a:ext>
            </a:extLst>
          </p:cNvPr>
          <p:cNvSpPr>
            <a:spLocks noGrp="1"/>
          </p:cNvSpPr>
          <p:nvPr>
            <p:ph type="sldNum" sz="quarter" idx="12"/>
          </p:nvPr>
        </p:nvSpPr>
        <p:spPr/>
        <p:txBody>
          <a:bodyPr rtlCol="0"/>
          <a:lstStyle>
            <a:lvl1pPr>
              <a:defRPr>
                <a:solidFill>
                  <a:schemeClr val="bg1">
                    <a:lumMod val="65000"/>
                    <a:lumOff val="35000"/>
                  </a:schemeClr>
                </a:solidFill>
              </a:defRPr>
            </a:lvl1pPr>
          </a:lstStyle>
          <a:p>
            <a:pPr rtl="0"/>
            <a:fld id="{CC057153-B650-4DEB-B370-79DDCFDCE934}" type="slidenum">
              <a:rPr lang="en-US" smtClean="0"/>
              <a:pPr rtl="0"/>
              <a:t/>
            </a:fld>
            <a:endParaRPr lang="en-US"/>
          </a:p>
        </p:txBody>
      </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612648" y="484632"/>
            <a:ext cx="7772400" cy="594360"/>
          </a:xfrm>
        </p:spPr>
        <p:txBody>
          <a:bodyPr rtlCol="0" anchor="t">
            <a:normAutofit/>
          </a:bodyPr>
          <a:lstStyle>
            <a:lvl1pPr marL="0" indent="0" algn="l">
              <a:buNone/>
              <a:defRPr sz="2000" cap="all" spc="100" baseline="0">
                <a:solidFill>
                  <a:schemeClr val="bg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612648" y="1463040"/>
            <a:ext cx="7772400" cy="4572000"/>
          </a:xfrm>
        </p:spPr>
        <p:txBody>
          <a:bodyPr rtlCol="0" anchor="b">
            <a:normAutofit/>
          </a:bodyPr>
          <a:lstStyle>
            <a:lvl1pPr algn="l">
              <a:defRPr sz="6000">
                <a:solidFill>
                  <a:schemeClr val="bg1">
                    <a:lumMod val="75000"/>
                    <a:lumOff val="25000"/>
                  </a:schemeClr>
                </a:solidFill>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438747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7230BBC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39" name="Grupo 38">
            <a:extLst>
              <a:ext uri="{FF2B5EF4-FFF2-40B4-BE49-F238E27FC236}">
                <a16:creationId xmlns:a16="http://schemas.microsoft.com/office/drawing/2014/main" id="{AA3B1714-633E-6EE4-2EEA-072FA0231A3D}"/>
              </a:ext>
            </a:extLst>
          </p:cNvPr>
          <p:cNvGrpSpPr/>
          <p:nvPr/>
        </p:nvGrpSpPr>
        <p:grpSpPr>
          <a:xfrm flipH="1">
            <a:off x="9740417" y="457964"/>
            <a:ext cx="2227875" cy="5970551"/>
            <a:chOff x="9740417" y="457964"/>
            <a:chExt cx="2227875" cy="5970551"/>
          </a:xfrm>
        </p:grpSpPr>
        <p:grpSp>
          <p:nvGrpSpPr>
            <p:cNvPr id="8" name="Grupo 7">
              <a:extLst>
                <a:ext uri="{FF2B5EF4-FFF2-40B4-BE49-F238E27FC236}">
                  <a16:creationId xmlns:a16="http://schemas.microsoft.com/office/drawing/2014/main" id="{36234EE4-D59F-9595-0CAF-7E2B184B6D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9" name="Grupo 8">
                <a:extLst>
                  <a:ext uri="{FF2B5EF4-FFF2-40B4-BE49-F238E27FC236}">
                    <a16:creationId xmlns:a16="http://schemas.microsoft.com/office/drawing/2014/main" id="{C4393667-DAEE-BF37-1DB5-FBDEEB8B0E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5" name="Grupo 14">
                  <a:extLst>
                    <a:ext uri="{FF2B5EF4-FFF2-40B4-BE49-F238E27FC236}">
                      <a16:creationId xmlns:a16="http://schemas.microsoft.com/office/drawing/2014/main" id="{F9747B89-1B4D-4C1A-E343-D17E46FF543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 name="Conector recto 18">
                    <a:extLst>
                      <a:ext uri="{FF2B5EF4-FFF2-40B4-BE49-F238E27FC236}">
                        <a16:creationId xmlns:a16="http://schemas.microsoft.com/office/drawing/2014/main" id="{2840429C-AD32-422F-0EB5-9CEF123D90A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16D36F6E-763C-7D59-3110-B58BF69F59B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ángulo 30">
                    <a:extLst>
                      <a:ext uri="{FF2B5EF4-FFF2-40B4-BE49-F238E27FC236}">
                        <a16:creationId xmlns:a16="http://schemas.microsoft.com/office/drawing/2014/main" id="{C7D62A00-0021-3E68-2F15-1F446A9072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ctángulo 30">
                    <a:extLst>
                      <a:ext uri="{FF2B5EF4-FFF2-40B4-BE49-F238E27FC236}">
                        <a16:creationId xmlns:a16="http://schemas.microsoft.com/office/drawing/2014/main" id="{2F72EF90-C961-E32C-DC61-BF6B4BCF2D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6" name="Grupo 15">
                  <a:extLst>
                    <a:ext uri="{FF2B5EF4-FFF2-40B4-BE49-F238E27FC236}">
                      <a16:creationId xmlns:a16="http://schemas.microsoft.com/office/drawing/2014/main" id="{3BC4B4E9-DD4D-CF42-1A17-19944A46D9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 name="Forma libre: Forma 57">
                    <a:extLst>
                      <a:ext uri="{FF2B5EF4-FFF2-40B4-BE49-F238E27FC236}">
                        <a16:creationId xmlns:a16="http://schemas.microsoft.com/office/drawing/2014/main" id="{D8B78FF7-F53D-26F6-0193-BB8C5BAA65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 name="Forma libre: Forma 58">
                    <a:extLst>
                      <a:ext uri="{FF2B5EF4-FFF2-40B4-BE49-F238E27FC236}">
                        <a16:creationId xmlns:a16="http://schemas.microsoft.com/office/drawing/2014/main" id="{E78BE96D-BBD4-7722-A220-17FB4C9E16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0" name="Grupo 9">
                <a:extLst>
                  <a:ext uri="{FF2B5EF4-FFF2-40B4-BE49-F238E27FC236}">
                    <a16:creationId xmlns:a16="http://schemas.microsoft.com/office/drawing/2014/main" id="{C3972467-2E19-E51B-3CB8-C689E4ADB6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1" name="Grupo 10">
                  <a:extLst>
                    <a:ext uri="{FF2B5EF4-FFF2-40B4-BE49-F238E27FC236}">
                      <a16:creationId xmlns:a16="http://schemas.microsoft.com/office/drawing/2014/main" id="{8BC28241-A8AC-A3BA-60F6-B1D98F3754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 name="Forma libre 68">
                    <a:extLst>
                      <a:ext uri="{FF2B5EF4-FFF2-40B4-BE49-F238E27FC236}">
                        <a16:creationId xmlns:a16="http://schemas.microsoft.com/office/drawing/2014/main" id="{3B1310B4-6584-4B7F-55BD-FA6BD60940A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69">
                    <a:extLst>
                      <a:ext uri="{FF2B5EF4-FFF2-40B4-BE49-F238E27FC236}">
                        <a16:creationId xmlns:a16="http://schemas.microsoft.com/office/drawing/2014/main" id="{B8E757E4-39BA-2D4D-1282-EB401424DD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Línea 70">
                  <a:extLst>
                    <a:ext uri="{FF2B5EF4-FFF2-40B4-BE49-F238E27FC236}">
                      <a16:creationId xmlns:a16="http://schemas.microsoft.com/office/drawing/2014/main" id="{E5F9323E-9E51-34EA-E786-5DD2B96DD6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23" name="Grupo 22">
              <a:extLst>
                <a:ext uri="{FF2B5EF4-FFF2-40B4-BE49-F238E27FC236}">
                  <a16:creationId xmlns:a16="http://schemas.microsoft.com/office/drawing/2014/main" id="{1499C04C-5D0D-0DE0-CBC4-50D633AD42E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24" name="Grupo 23">
                <a:extLst>
                  <a:ext uri="{FF2B5EF4-FFF2-40B4-BE49-F238E27FC236}">
                    <a16:creationId xmlns:a16="http://schemas.microsoft.com/office/drawing/2014/main" id="{BBCFF766-676D-A1AA-7C2C-FF66EE53585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upo 29">
                  <a:extLst>
                    <a:ext uri="{FF2B5EF4-FFF2-40B4-BE49-F238E27FC236}">
                      <a16:creationId xmlns:a16="http://schemas.microsoft.com/office/drawing/2014/main" id="{0977AEAB-78CE-3F68-9FB4-17ECFE6A02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Conector recto 33">
                    <a:extLst>
                      <a:ext uri="{FF2B5EF4-FFF2-40B4-BE49-F238E27FC236}">
                        <a16:creationId xmlns:a16="http://schemas.microsoft.com/office/drawing/2014/main" id="{D8124234-A0FE-CFFA-1DF2-0A0E1C869C4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FADBB8B7-DB6D-25AF-0EA5-10A888E1AB8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ángulo 30">
                    <a:extLst>
                      <a:ext uri="{FF2B5EF4-FFF2-40B4-BE49-F238E27FC236}">
                        <a16:creationId xmlns:a16="http://schemas.microsoft.com/office/drawing/2014/main" id="{CD4F824D-4613-D9E2-6EEC-F468282A62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ctángulo 30">
                    <a:extLst>
                      <a:ext uri="{FF2B5EF4-FFF2-40B4-BE49-F238E27FC236}">
                        <a16:creationId xmlns:a16="http://schemas.microsoft.com/office/drawing/2014/main" id="{8F3DADDB-772F-D01F-4146-D2160556D5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1" name="Grupo 30">
                  <a:extLst>
                    <a:ext uri="{FF2B5EF4-FFF2-40B4-BE49-F238E27FC236}">
                      <a16:creationId xmlns:a16="http://schemas.microsoft.com/office/drawing/2014/main" id="{2B50E9CE-7919-386C-ACAD-B392FA02485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orma libre: Forma 141">
                    <a:extLst>
                      <a:ext uri="{FF2B5EF4-FFF2-40B4-BE49-F238E27FC236}">
                        <a16:creationId xmlns:a16="http://schemas.microsoft.com/office/drawing/2014/main" id="{677DD91C-F25C-A581-878A-40BD59CC379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3" name="Forma libre: Forma 142">
                    <a:extLst>
                      <a:ext uri="{FF2B5EF4-FFF2-40B4-BE49-F238E27FC236}">
                        <a16:creationId xmlns:a16="http://schemas.microsoft.com/office/drawing/2014/main" id="{47FB4B59-3004-AEFD-E4CE-32ACF51DD4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5" name="Grupo 24">
                <a:extLst>
                  <a:ext uri="{FF2B5EF4-FFF2-40B4-BE49-F238E27FC236}">
                    <a16:creationId xmlns:a16="http://schemas.microsoft.com/office/drawing/2014/main" id="{637D399C-13F0-F535-B7FB-BE71580939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upo 25">
                  <a:extLst>
                    <a:ext uri="{FF2B5EF4-FFF2-40B4-BE49-F238E27FC236}">
                      <a16:creationId xmlns:a16="http://schemas.microsoft.com/office/drawing/2014/main" id="{395CAC00-9D51-EBE1-B672-C38C7C68089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orma libre 68">
                    <a:extLst>
                      <a:ext uri="{FF2B5EF4-FFF2-40B4-BE49-F238E27FC236}">
                        <a16:creationId xmlns:a16="http://schemas.microsoft.com/office/drawing/2014/main" id="{4EA30DDB-D605-CD01-CD14-7B0042A770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bre 69">
                    <a:extLst>
                      <a:ext uri="{FF2B5EF4-FFF2-40B4-BE49-F238E27FC236}">
                        <a16:creationId xmlns:a16="http://schemas.microsoft.com/office/drawing/2014/main" id="{FFB3AD06-597D-0A93-F9E5-3BCCAC06E3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7" name="Línea 70">
                  <a:extLst>
                    <a:ext uri="{FF2B5EF4-FFF2-40B4-BE49-F238E27FC236}">
                      <a16:creationId xmlns:a16="http://schemas.microsoft.com/office/drawing/2014/main" id="{0BC08890-16A3-DD5A-A157-35BDC3A4DD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8" name="Marcador de fecha 37">
            <a:extLst>
              <a:ext uri="{FF2B5EF4-FFF2-40B4-BE49-F238E27FC236}">
                <a16:creationId xmlns:a16="http://schemas.microsoft.com/office/drawing/2014/main" id="{C95BBF15-A343-270F-0EA8-B8EE401AE66B}"/>
              </a:ext>
            </a:extLst>
          </p:cNvPr>
          <p:cNvSpPr>
            <a:spLocks noGrp="1"/>
          </p:cNvSpPr>
          <p:nvPr>
            <p:ph type="dt" sz="half" idx="14"/>
          </p:nvPr>
        </p:nvSpPr>
        <p:spPr/>
        <p:txBody>
          <a:bodyPr rtlCol="0"/>
          <a:lstStyle/>
          <a:p>
            <a:pPr rtl="0"/>
            <a:r>
              <a:rPr lang="es"/>
              <a:t>20XX</a:t>
            </a:r>
            <a:endParaRPr lang="en-US"/>
          </a:p>
        </p:txBody>
      </p:sp>
      <p:sp>
        <p:nvSpPr>
          <p:cNvPr id="40" name="Marcador de pie de página 39">
            <a:extLst>
              <a:ext uri="{FF2B5EF4-FFF2-40B4-BE49-F238E27FC236}">
                <a16:creationId xmlns:a16="http://schemas.microsoft.com/office/drawing/2014/main" id="{227EE3CB-33AA-E1EF-BD4D-FE872F5E8D65}"/>
              </a:ext>
            </a:extLst>
          </p:cNvPr>
          <p:cNvSpPr>
            <a:spLocks noGrp="1"/>
          </p:cNvSpPr>
          <p:nvPr>
            <p:ph type="ftr" sz="quarter" idx="15"/>
          </p:nvPr>
        </p:nvSpPr>
        <p:spPr/>
        <p:txBody>
          <a:bodyPr rtlCol="0"/>
          <a:lstStyle/>
          <a:p>
            <a:pPr rtl="0"/>
            <a:r>
              <a:rPr lang="es"/>
              <a:t>Ejemplo de Texto de pie de página</a:t>
            </a:r>
            <a:endParaRPr lang="en-US"/>
          </a:p>
        </p:txBody>
      </p:sp>
      <p:sp>
        <p:nvSpPr>
          <p:cNvPr id="41" name="Marcador de número de diapositiva 40">
            <a:extLst>
              <a:ext uri="{FF2B5EF4-FFF2-40B4-BE49-F238E27FC236}">
                <a16:creationId xmlns:a16="http://schemas.microsoft.com/office/drawing/2014/main" id="{28AE7F2B-F721-79E7-7462-157C98B25B59}"/>
              </a:ext>
            </a:extLst>
          </p:cNvPr>
          <p:cNvSpPr>
            <a:spLocks noGrp="1"/>
          </p:cNvSpPr>
          <p:nvPr>
            <p:ph type="sldNum" sz="quarter" idx="16"/>
          </p:nvPr>
        </p:nvSpPr>
        <p:spPr/>
        <p:txBody>
          <a:bodyPr rtlCol="0"/>
          <a:lstStyle/>
          <a:p>
            <a:pPr rtl="0"/>
            <a:fld id="{CC057153-B650-4DEB-B370-79DDCFDCE934}" type="slidenum">
              <a:rPr lang="en-US" smtClean="0"/>
              <a:pPr rtl="0"/>
              <a:t/>
            </a:fld>
            <a:endParaRPr lang="en-US"/>
          </a:p>
        </p:txBody>
      </p:sp>
      <p:cxnSp>
        <p:nvCxnSpPr>
          <p:cNvPr id="3" name="Conector recto 2">
            <a:extLst>
              <a:ext uri="{FF2B5EF4-FFF2-40B4-BE49-F238E27FC236}">
                <a16:creationId xmlns:a16="http://schemas.microsoft.com/office/drawing/2014/main" id="{C0A23D82-12FF-B662-F377-51D819DCAA7F}"/>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2514600"/>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Marcador de contenido 6">
            <a:extLst>
              <a:ext uri="{FF2B5EF4-FFF2-40B4-BE49-F238E27FC236}">
                <a16:creationId xmlns:a16="http://schemas.microsoft.com/office/drawing/2014/main" id="{28C8B19A-6FC1-2B71-0BFB-9274CBF396B9}"/>
              </a:ext>
            </a:extLst>
          </p:cNvPr>
          <p:cNvSpPr>
            <a:spLocks noGrp="1"/>
          </p:cNvSpPr>
          <p:nvPr>
            <p:ph sz="quarter" idx="13"/>
          </p:nvPr>
        </p:nvSpPr>
        <p:spPr>
          <a:xfrm>
            <a:off x="612648" y="2743200"/>
            <a:ext cx="8467558" cy="3474720"/>
          </a:xfrm>
        </p:spPr>
        <p:txBody>
          <a:bodyPr rtlCol="0">
            <a:normAutofit/>
          </a:bodyPr>
          <a:lstStyle>
            <a:lvl1pPr marL="285750" indent="-285750">
              <a:buFont typeface="Arial" panose="020B0604020202020204" pitchFamily="34" charset="0"/>
              <a:buChar char="•"/>
              <a:defRPr sz="1800" cap="all" spc="100" baseline="0"/>
            </a:lvl1pPr>
            <a:lvl2pPr>
              <a:defRPr sz="1800"/>
            </a:lvl2pPr>
            <a:lvl3pPr>
              <a:defRPr sz="1800"/>
            </a:lvl3pPr>
            <a:lvl4pPr>
              <a:defRPr sz="1800"/>
            </a:lvl4pPr>
            <a:lvl5pPr>
              <a:defRPr sz="18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4E4019F8-742E-9EEF-F591-C9666AC32AF1}"/>
              </a:ext>
            </a:extLst>
          </p:cNvPr>
          <p:cNvSpPr>
            <a:spLocks noGrp="1"/>
          </p:cNvSpPr>
          <p:nvPr>
            <p:ph type="title"/>
          </p:nvPr>
        </p:nvSpPr>
        <p:spPr>
          <a:xfrm>
            <a:off x="612648" y="664108"/>
            <a:ext cx="8467558" cy="1554480"/>
          </a:xfrm>
        </p:spPr>
        <p:txBody>
          <a:bodyPr rtlCol="0" anchor="b">
            <a:normAutofit/>
          </a:bodyPr>
          <a:lstStyle>
            <a:lvl1pP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915796416"/>
      </p:ext>
    </p:extLst>
  </p:cSld>
  <p:clrMapOvr>
    <a:masterClrMapping/>
  </p:clrMapOvr>
</p:sldLayout>
</file>

<file path=ppt/slideLayouts/slideLayout_80000009_8073B9B7.xml><?xml version="1.0" encoding="utf-8"?>
<p:sldLayout xmlns:a="http://schemas.openxmlformats.org/drawingml/2006/main" xmlns:r="http://schemas.openxmlformats.org/officeDocument/2006/relationships" xmlns:p="http://schemas.openxmlformats.org/presentationml/2006/main" type="obj" preserve="1">
  <p:cSld name="Título, contenido 1 (máx.)">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43589EAA-E3B5-7904-98E0-CECB9A18DF78}"/>
              </a:ext>
            </a:extLst>
          </p:cNvPr>
          <p:cNvSpPr>
            <a:spLocks noGrp="1"/>
          </p:cNvSpPr>
          <p:nvPr>
            <p:ph type="dt" sz="half" idx="10"/>
          </p:nvPr>
        </p:nvSpPr>
        <p:spPr/>
        <p:txBody>
          <a:bodyPr rtlCol="0"/>
          <a:lstStyle/>
          <a:p>
            <a:pPr rtl="0"/>
            <a:r>
              <a:rPr lang="es"/>
              <a:t>20XX</a:t>
            </a:r>
            <a:endParaRPr lang="en-US"/>
          </a:p>
        </p:txBody>
      </p:sp>
      <p:sp>
        <p:nvSpPr>
          <p:cNvPr id="8" name="Marcador de pie de página 7">
            <a:extLst>
              <a:ext uri="{FF2B5EF4-FFF2-40B4-BE49-F238E27FC236}">
                <a16:creationId xmlns:a16="http://schemas.microsoft.com/office/drawing/2014/main" id="{E98B8381-1EBC-AEC1-0F78-956977AFB6D6}"/>
              </a:ext>
            </a:extLst>
          </p:cNvPr>
          <p:cNvSpPr>
            <a:spLocks noGrp="1"/>
          </p:cNvSpPr>
          <p:nvPr>
            <p:ph type="ftr" sz="quarter" idx="11"/>
          </p:nvPr>
        </p:nvSpPr>
        <p:spPr/>
        <p:txBody>
          <a:bodyPr rtlCol="0"/>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DF3DECDB-2EF3-B217-DA4B-FC0605CB9DFB}"/>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612649" y="1554480"/>
            <a:ext cx="11064240" cy="475488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612648"/>
            <a:ext cx="11064240" cy="914400"/>
          </a:xfrm>
        </p:spPr>
        <p:txBody>
          <a:bodyPr rtlCol="0" anchor="t" anchorCtr="0">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155067831"/>
      </p:ext>
    </p:extLst>
  </p:cSld>
  <p:clrMapOvr>
    <a:masterClrMapping/>
  </p:clrMapOvr>
</p:sldLayout>
</file>

<file path=ppt/slideLayouts/slideLayout_80000018_555663C3.xml><?xml version="1.0" encoding="utf-8"?>
<p:sldLayout xmlns:a="http://schemas.openxmlformats.org/drawingml/2006/main" xmlns:r="http://schemas.openxmlformats.org/officeDocument/2006/relationships" xmlns:p="http://schemas.openxmlformats.org/presentationml/2006/main" preserve="1">
  <p:cSld name="Título, contenido 2">
    <p:spTree>
      <p:nvGrpSpPr>
        <p:cNvPr id="1" name=""/>
        <p:cNvGrpSpPr/>
        <p:nvPr/>
      </p:nvGrpSpPr>
      <p:grpSpPr>
        <a:xfrm>
          <a:off x="0" y="0"/>
          <a:ext cx="0" cy="0"/>
          <a:chOff x="0" y="0"/>
          <a:chExt cx="0" cy="0"/>
        </a:xfrm>
      </p:grpSpPr>
      <p:cxnSp>
        <p:nvCxnSpPr>
          <p:cNvPr id="17" name="Conector recto 16">
            <a:extLst>
              <a:ext uri="{FF2B5EF4-FFF2-40B4-BE49-F238E27FC236}">
                <a16:creationId xmlns:a16="http://schemas.microsoft.com/office/drawing/2014/main" id="{6BA6D1CB-88BF-EFC6-CCD1-3B4AB573C705}"/>
              </a:ext>
            </a:extLst>
          </p:cNvPr>
          <p:cNvCxnSpPr>
            <a:cxnSpLocks/>
          </p:cNvCxnSpPr>
          <p:nvPr/>
        </p:nvCxnSpPr>
        <p:spPr>
          <a:xfrm rot="16200000" flipH="1">
            <a:off x="5698569"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8" name="Marcador de fecha 17">
            <a:extLst>
              <a:ext uri="{FF2B5EF4-FFF2-40B4-BE49-F238E27FC236}">
                <a16:creationId xmlns:a16="http://schemas.microsoft.com/office/drawing/2014/main" id="{A83F8DDF-9CD6-1CF4-186D-16790D936941}"/>
              </a:ext>
            </a:extLst>
          </p:cNvPr>
          <p:cNvSpPr>
            <a:spLocks noGrp="1"/>
          </p:cNvSpPr>
          <p:nvPr>
            <p:ph type="dt" sz="half" idx="14"/>
          </p:nvPr>
        </p:nvSpPr>
        <p:spPr/>
        <p:txBody>
          <a:bodyPr rtlCol="0"/>
          <a:lstStyle/>
          <a:p>
            <a:pPr rtl="0"/>
            <a:r>
              <a:rPr lang="es"/>
              <a:t>20XX</a:t>
            </a:r>
            <a:endParaRPr lang="en-US"/>
          </a:p>
        </p:txBody>
      </p:sp>
      <p:sp>
        <p:nvSpPr>
          <p:cNvPr id="19" name="Marcador de pie de página 18">
            <a:extLst>
              <a:ext uri="{FF2B5EF4-FFF2-40B4-BE49-F238E27FC236}">
                <a16:creationId xmlns:a16="http://schemas.microsoft.com/office/drawing/2014/main" id="{B0A1E442-EF65-1E17-5729-A6BC962A249B}"/>
              </a:ext>
            </a:extLst>
          </p:cNvPr>
          <p:cNvSpPr>
            <a:spLocks noGrp="1"/>
          </p:cNvSpPr>
          <p:nvPr>
            <p:ph type="ftr" sz="quarter" idx="15"/>
          </p:nvPr>
        </p:nvSpPr>
        <p:spPr/>
        <p:txBody>
          <a:bodyPr rtlCol="0"/>
          <a:lstStyle/>
          <a:p>
            <a:pPr rtl="0"/>
            <a:r>
              <a:rPr lang="es"/>
              <a:t>Ejemplo de Texto de pie de página</a:t>
            </a:r>
            <a:endParaRPr lang="en-US"/>
          </a:p>
        </p:txBody>
      </p:sp>
      <p:sp>
        <p:nvSpPr>
          <p:cNvPr id="20" name="Marcador de número de diapositiva 19">
            <a:extLst>
              <a:ext uri="{FF2B5EF4-FFF2-40B4-BE49-F238E27FC236}">
                <a16:creationId xmlns:a16="http://schemas.microsoft.com/office/drawing/2014/main" id="{AB0F88FD-8FB0-20ED-A444-CFDC8EE8B07A}"/>
              </a:ext>
            </a:extLst>
          </p:cNvPr>
          <p:cNvSpPr>
            <a:spLocks noGrp="1"/>
          </p:cNvSpPr>
          <p:nvPr>
            <p:ph type="sldNum" sz="quarter" idx="16"/>
          </p:nvPr>
        </p:nvSpPr>
        <p:spPr/>
        <p:txBody>
          <a:bodyPr rtlCol="0"/>
          <a:lstStyle/>
          <a:p>
            <a:pPr rtl="0"/>
            <a:fld id="{CC057153-B650-4DEB-B370-79DDCFDCE934}" type="slidenum">
              <a:rPr lang="en-US" smtClean="0"/>
              <a:pPr rtl="0"/>
              <a:t/>
            </a:fld>
            <a:endParaRPr lang="en-US"/>
          </a:p>
        </p:txBody>
      </p:sp>
      <p:sp>
        <p:nvSpPr>
          <p:cNvPr id="4" name="Elipse 3">
            <a:extLst>
              <a:ext uri="{FF2B5EF4-FFF2-40B4-BE49-F238E27FC236}">
                <a16:creationId xmlns:a16="http://schemas.microsoft.com/office/drawing/2014/main" id="{FFCFF5C0-9825-57E9-1B05-A0151B8CDFE0}"/>
              </a:ext>
            </a:extLst>
          </p:cNvPr>
          <p:cNvSpPr/>
          <p:nvPr userDrawn="1"/>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5" name="Grupo 4">
            <a:extLst>
              <a:ext uri="{FF2B5EF4-FFF2-40B4-BE49-F238E27FC236}">
                <a16:creationId xmlns:a16="http://schemas.microsoft.com/office/drawing/2014/main" id="{C65ED5AA-2345-487C-0581-20B9544B9CE5}"/>
              </a:ext>
            </a:extLst>
          </p:cNvPr>
          <p:cNvGrpSpPr/>
          <p:nvPr userDrawn="1"/>
        </p:nvGrpSpPr>
        <p:grpSpPr>
          <a:xfrm rot="10800000">
            <a:off x="1079500" y="952167"/>
            <a:ext cx="641184" cy="1069728"/>
            <a:chOff x="6484111" y="2967038"/>
            <a:chExt cx="641184" cy="1069728"/>
          </a:xfrm>
        </p:grpSpPr>
        <p:grpSp>
          <p:nvGrpSpPr>
            <p:cNvPr id="6" name="Grupo 5">
              <a:extLst>
                <a:ext uri="{FF2B5EF4-FFF2-40B4-BE49-F238E27FC236}">
                  <a16:creationId xmlns:a16="http://schemas.microsoft.com/office/drawing/2014/main" id="{5204E3A2-EA8E-A93F-C758-9AB42C425CCC}"/>
                </a:ext>
              </a:extLst>
            </p:cNvPr>
            <p:cNvGrpSpPr/>
            <p:nvPr/>
          </p:nvGrpSpPr>
          <p:grpSpPr>
            <a:xfrm>
              <a:off x="6808136" y="2967038"/>
              <a:ext cx="317159" cy="932400"/>
              <a:chOff x="6808136" y="2967038"/>
              <a:chExt cx="317159" cy="932400"/>
            </a:xfrm>
          </p:grpSpPr>
          <p:sp>
            <p:nvSpPr>
              <p:cNvPr id="25" name="Forma libre 68">
                <a:extLst>
                  <a:ext uri="{FF2B5EF4-FFF2-40B4-BE49-F238E27FC236}">
                    <a16:creationId xmlns:a16="http://schemas.microsoft.com/office/drawing/2014/main" id="{0A98D6CA-F08C-050B-7DBC-0DD12D239EB9}"/>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6" name="Forma libre 69">
                <a:extLst>
                  <a:ext uri="{FF2B5EF4-FFF2-40B4-BE49-F238E27FC236}">
                    <a16:creationId xmlns:a16="http://schemas.microsoft.com/office/drawing/2014/main" id="{C0A2E882-438D-8168-8A7A-79E8F2E897F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7" name="Línea 70">
                <a:extLst>
                  <a:ext uri="{FF2B5EF4-FFF2-40B4-BE49-F238E27FC236}">
                    <a16:creationId xmlns:a16="http://schemas.microsoft.com/office/drawing/2014/main" id="{ECD7DEE2-A183-06A9-0A2A-0E1737EF75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21" name="Grupo 20">
              <a:extLst>
                <a:ext uri="{FF2B5EF4-FFF2-40B4-BE49-F238E27FC236}">
                  <a16:creationId xmlns:a16="http://schemas.microsoft.com/office/drawing/2014/main" id="{92DCEECB-E38E-CE3C-195A-CCE650A36B99}"/>
                </a:ext>
              </a:extLst>
            </p:cNvPr>
            <p:cNvGrpSpPr/>
            <p:nvPr/>
          </p:nvGrpSpPr>
          <p:grpSpPr>
            <a:xfrm rot="18900000" flipH="1">
              <a:off x="6484111" y="3104366"/>
              <a:ext cx="317159" cy="932400"/>
              <a:chOff x="6808136" y="2967038"/>
              <a:chExt cx="317159" cy="932400"/>
            </a:xfrm>
          </p:grpSpPr>
          <p:sp>
            <p:nvSpPr>
              <p:cNvPr id="22" name="Forma libre 68">
                <a:extLst>
                  <a:ext uri="{FF2B5EF4-FFF2-40B4-BE49-F238E27FC236}">
                    <a16:creationId xmlns:a16="http://schemas.microsoft.com/office/drawing/2014/main" id="{29CB368B-FC86-CF4E-8046-2B835CB73D08}"/>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Forma libre 69">
                <a:extLst>
                  <a:ext uri="{FF2B5EF4-FFF2-40B4-BE49-F238E27FC236}">
                    <a16:creationId xmlns:a16="http://schemas.microsoft.com/office/drawing/2014/main" id="{741D373D-58D4-51FC-3905-C7324B66B1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4" name="Línea 70">
                <a:extLst>
                  <a:ext uri="{FF2B5EF4-FFF2-40B4-BE49-F238E27FC236}">
                    <a16:creationId xmlns:a16="http://schemas.microsoft.com/office/drawing/2014/main" id="{B41C2481-8AC7-F4C6-7C20-CC661D2FC1F1}"/>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8" name="Marcador de contenido 7">
            <a:extLst>
              <a:ext uri="{FF2B5EF4-FFF2-40B4-BE49-F238E27FC236}">
                <a16:creationId xmlns:a16="http://schemas.microsoft.com/office/drawing/2014/main" id="{7D633F00-464B-3088-812A-40496FD1021A}"/>
              </a:ext>
            </a:extLst>
          </p:cNvPr>
          <p:cNvSpPr>
            <a:spLocks noGrp="1"/>
          </p:cNvSpPr>
          <p:nvPr>
            <p:ph sz="quarter" idx="13"/>
          </p:nvPr>
        </p:nvSpPr>
        <p:spPr>
          <a:xfrm>
            <a:off x="6583680" y="2199132"/>
            <a:ext cx="4325112" cy="2459736"/>
          </a:xfrm>
        </p:spPr>
        <p:txBody>
          <a:bodyPr rtlCol="0" anchor="ctr"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2199132"/>
            <a:ext cx="4325112" cy="2459736"/>
          </a:xfrm>
        </p:spPr>
        <p:txBody>
          <a:bodyPr rtlCol="0" anchor="ctr" anchorCtr="0">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1431724995"/>
      </p:ext>
    </p:extLst>
  </p:cSld>
  <p:clrMapOvr>
    <a:masterClrMapping/>
  </p:clrMapOvr>
</p:sldLayout>
</file>

<file path=ppt/slideLayouts/slideLayout_80000019_D48EC461.xml><?xml version="1.0" encoding="utf-8"?>
<p:sldLayout xmlns:a="http://schemas.openxmlformats.org/drawingml/2006/main" xmlns:r="http://schemas.openxmlformats.org/officeDocument/2006/relationships" xmlns:p="http://schemas.openxmlformats.org/presentationml/2006/main" preserve="1">
  <p:cSld name="Título, contenido 3">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8761CFCC-60CB-253B-AD6D-9EC1BD8C8130}"/>
              </a:ext>
            </a:extLst>
          </p:cNvPr>
          <p:cNvSpPr>
            <a:spLocks noGrp="1"/>
          </p:cNvSpPr>
          <p:nvPr>
            <p:ph type="dt" sz="half" idx="14"/>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38E61F94-9AF3-2A06-6E98-0F1C2086859A}"/>
              </a:ext>
            </a:extLst>
          </p:cNvPr>
          <p:cNvSpPr>
            <a:spLocks noGrp="1"/>
          </p:cNvSpPr>
          <p:nvPr>
            <p:ph type="ftr" sz="quarter" idx="15"/>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6456F75C-0D2D-5CE1-B2F3-31FAA67D0AEA}"/>
              </a:ext>
            </a:extLst>
          </p:cNvPr>
          <p:cNvSpPr>
            <a:spLocks noGrp="1"/>
          </p:cNvSpPr>
          <p:nvPr>
            <p:ph type="sldNum" sz="quarter" idx="16"/>
          </p:nvPr>
        </p:nvSpPr>
        <p:spPr/>
        <p:txBody>
          <a:bodyPr rtlCol="0"/>
          <a:lstStyle/>
          <a:p>
            <a:pPr rtl="0"/>
            <a:fld id="{CC057153-B650-4DEB-B370-79DDCFDCE934}" type="slidenum">
              <a:rPr lang="en-US" smtClean="0"/>
              <a:pPr rtl="0"/>
              <a:t/>
            </a:fld>
            <a:endParaRPr lang="en-US"/>
          </a:p>
        </p:txBody>
      </p:sp>
      <p:cxnSp>
        <p:nvCxnSpPr>
          <p:cNvPr id="3" name="Conector recto 2">
            <a:extLst>
              <a:ext uri="{FF2B5EF4-FFF2-40B4-BE49-F238E27FC236}">
                <a16:creationId xmlns:a16="http://schemas.microsoft.com/office/drawing/2014/main" id="{BB7E99DB-C241-0C01-308E-CA8815B750F5}"/>
              </a:ext>
              <a:ext uri="{C183D7F6-B498-43B3-948B-1728B52AA6E4}">
                <adec:decorative xmlns:adec="http://schemas.microsoft.com/office/drawing/2017/decorative" val="0"/>
              </a:ext>
            </a:extLst>
          </p:cNvPr>
          <p:cNvCxnSpPr>
            <a:cxnSpLocks/>
          </p:cNvCxnSpPr>
          <p:nvPr/>
        </p:nvCxnSpPr>
        <p:spPr>
          <a:xfrm>
            <a:off x="5180565" y="540000"/>
            <a:ext cx="0" cy="5778000"/>
          </a:xfrm>
          <a:prstGeom prst="line">
            <a:avLst/>
          </a:prstGeom>
          <a:ln w="12700">
            <a:solidFill>
              <a:schemeClr val="bg1">
                <a:alpha val="40000"/>
              </a:schemeClr>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D42D62A0-8127-CE86-0633-0D65E1E136F7}"/>
              </a:ext>
            </a:extLst>
          </p:cNvPr>
          <p:cNvSpPr>
            <a:spLocks noGrp="1"/>
          </p:cNvSpPr>
          <p:nvPr>
            <p:ph sz="quarter" idx="13"/>
          </p:nvPr>
        </p:nvSpPr>
        <p:spPr>
          <a:xfrm>
            <a:off x="5519738" y="1651000"/>
            <a:ext cx="4956048" cy="3556000"/>
          </a:xfrm>
        </p:spPr>
        <p:txBody>
          <a:bodyPr rtlCol="0" anchor="ctr" anchorCtr="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1028347" y="1650492"/>
            <a:ext cx="3813048" cy="3557016"/>
          </a:xfrm>
        </p:spPr>
        <p:txBody>
          <a:bodyPr rtlCol="0" anchor="ctr" anchorCtr="0">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566126177"/>
      </p:ext>
    </p:extLst>
  </p:cSld>
  <p:clrMapOvr>
    <a:masterClrMapping/>
  </p:clrMapOvr>
</p:sldLayout>
</file>

<file path=ppt/slideLayouts/slideLayout_80000020_5B62D0CF.xml><?xml version="1.0" encoding="utf-8"?>
<p:sldLayout xmlns:a="http://schemas.openxmlformats.org/drawingml/2006/main" xmlns:r="http://schemas.openxmlformats.org/officeDocument/2006/relationships" xmlns:p="http://schemas.openxmlformats.org/presentationml/2006/main" preserve="1">
  <p:cSld name="Foto del contenido 4">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21C9C6E9-9B59-6CB5-CBAA-81921EB86F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0186" y="0"/>
            <a:ext cx="4061814"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8417562" y="266700"/>
            <a:ext cx="3525516" cy="6324600"/>
          </a:xfrm>
          <a:blipFill>
            <a:blip r:embed="rId2">
              <a:alphaModFix amt="60000"/>
            </a:blip>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F5F5B7C9-DFBD-0D0B-DA25-6C70107F9A63}"/>
              </a:ext>
            </a:extLst>
          </p:cNvPr>
          <p:cNvSpPr>
            <a:spLocks noGrp="1"/>
          </p:cNvSpPr>
          <p:nvPr>
            <p:ph type="dt" sz="half" idx="15"/>
          </p:nvPr>
        </p:nvSpPr>
        <p:spPr/>
        <p:txBody>
          <a:bodyPr rtlCol="0"/>
          <a:lstStyle/>
          <a:p>
            <a:pPr rtl="0"/>
            <a:r>
              <a:rPr lang="es"/>
              <a:t>20XX</a:t>
            </a:r>
            <a:endParaRPr lang="en-US"/>
          </a:p>
        </p:txBody>
      </p:sp>
      <p:sp>
        <p:nvSpPr>
          <p:cNvPr id="6" name="Marcador de pie de página 5">
            <a:extLst>
              <a:ext uri="{FF2B5EF4-FFF2-40B4-BE49-F238E27FC236}">
                <a16:creationId xmlns:a16="http://schemas.microsoft.com/office/drawing/2014/main" id="{4B9366FE-6506-3577-B7CC-1B690383E5D0}"/>
              </a:ext>
            </a:extLst>
          </p:cNvPr>
          <p:cNvSpPr>
            <a:spLocks noGrp="1"/>
          </p:cNvSpPr>
          <p:nvPr>
            <p:ph type="ftr" sz="quarter" idx="16"/>
          </p:nvPr>
        </p:nvSpPr>
        <p:spPr>
          <a:xfrm>
            <a:off x="2011680" y="6355080"/>
            <a:ext cx="4242816" cy="457200"/>
          </a:xfrm>
        </p:spPr>
        <p:txBody>
          <a:bodyPr rtlCol="0"/>
          <a:lstStyle/>
          <a:p>
            <a:pPr rtl="0"/>
            <a:r>
              <a:rPr lang="es"/>
              <a:t>Ejemplo de Texto de pie de página</a:t>
            </a:r>
            <a:endParaRPr lang="en-US"/>
          </a:p>
        </p:txBody>
      </p:sp>
      <p:sp>
        <p:nvSpPr>
          <p:cNvPr id="7" name="Marcador de número de diapositiva 6">
            <a:extLst>
              <a:ext uri="{FF2B5EF4-FFF2-40B4-BE49-F238E27FC236}">
                <a16:creationId xmlns:a16="http://schemas.microsoft.com/office/drawing/2014/main" id="{CDF93961-7717-5300-E6D4-6F2EFD850BE0}"/>
              </a:ext>
            </a:extLst>
          </p:cNvPr>
          <p:cNvSpPr>
            <a:spLocks noGrp="1"/>
          </p:cNvSpPr>
          <p:nvPr>
            <p:ph type="sldNum" sz="quarter" idx="17"/>
          </p:nvPr>
        </p:nvSpPr>
        <p:spPr>
          <a:xfrm>
            <a:off x="6486145" y="6355080"/>
            <a:ext cx="1292352"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07755DB3-9272-8E5E-039F-AC14A2C07898}"/>
              </a:ext>
            </a:extLst>
          </p:cNvPr>
          <p:cNvSpPr>
            <a:spLocks noGrp="1"/>
          </p:cNvSpPr>
          <p:nvPr>
            <p:ph sz="quarter" idx="14"/>
          </p:nvPr>
        </p:nvSpPr>
        <p:spPr>
          <a:xfrm>
            <a:off x="612648" y="1645920"/>
            <a:ext cx="7040880" cy="46634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493776"/>
            <a:ext cx="7040880" cy="932688"/>
          </a:xfrm>
        </p:spPr>
        <p:txBody>
          <a:bodyPr rtlCol="0" anchor="b"/>
          <a:lstStyle/>
          <a:p>
            <a:pPr rtl="0"/>
            <a:r>
              <a:rPr lang="es"/>
              <a:t>Haga clic para modificar el estilo de título del patrón</a:t>
            </a:r>
          </a:p>
        </p:txBody>
      </p:sp>
    </p:spTree>
    <p:extLst>
      <p:ext uri="{BB962C8B-B14F-4D97-AF65-F5344CB8AC3E}">
        <p14:creationId xmlns:p14="http://schemas.microsoft.com/office/powerpoint/2010/main" val="1533202639"/>
      </p:ext>
    </p:extLst>
  </p:cSld>
  <p:clrMapOvr>
    <a:masterClrMapping/>
  </p:clrMapOvr>
</p:sldLayout>
</file>

<file path=ppt/slideLayouts/slideLayout_80000021_8A992D1A.xml><?xml version="1.0" encoding="utf-8"?>
<p:sldLayout xmlns:a="http://schemas.openxmlformats.org/drawingml/2006/main" xmlns:r="http://schemas.openxmlformats.org/officeDocument/2006/relationships" xmlns:p="http://schemas.openxmlformats.org/presentationml/2006/main" preserve="1">
  <p:cSld name="Foto del contenido 5">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7C0A1BE-4C45-81D4-ABF3-6F790F3AD9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6611509"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239485" y="293098"/>
            <a:ext cx="6139543" cy="6271804"/>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9C5961B9-C2AC-2803-FD47-AB438BEED8B2}"/>
              </a:ext>
            </a:extLst>
          </p:cNvPr>
          <p:cNvSpPr>
            <a:spLocks noGrp="1"/>
          </p:cNvSpPr>
          <p:nvPr>
            <p:ph type="dt" sz="half" idx="15"/>
          </p:nvPr>
        </p:nvSpPr>
        <p:spPr>
          <a:xfrm>
            <a:off x="7253744" y="6355080"/>
            <a:ext cx="829551" cy="457200"/>
          </a:xfrm>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7E570B5D-0A02-5A8F-6565-3C4BEF3D35A5}"/>
              </a:ext>
            </a:extLst>
          </p:cNvPr>
          <p:cNvSpPr>
            <a:spLocks noGrp="1"/>
          </p:cNvSpPr>
          <p:nvPr>
            <p:ph type="ftr" sz="quarter" idx="16"/>
          </p:nvPr>
        </p:nvSpPr>
        <p:spPr>
          <a:xfrm>
            <a:off x="7923162" y="6355080"/>
            <a:ext cx="3023616" cy="457200"/>
          </a:xfrm>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29754DA5-C2B1-32FF-272D-B527329263CA}"/>
              </a:ext>
            </a:extLst>
          </p:cNvPr>
          <p:cNvSpPr>
            <a:spLocks noGrp="1"/>
          </p:cNvSpPr>
          <p:nvPr>
            <p:ph type="sldNum" sz="quarter" idx="17"/>
          </p:nvPr>
        </p:nvSpPr>
        <p:spPr>
          <a:xfrm>
            <a:off x="11021567" y="6355080"/>
            <a:ext cx="644251"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253745" y="2194560"/>
            <a:ext cx="4362450" cy="40957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254126" y="457200"/>
            <a:ext cx="4361688" cy="1527048"/>
          </a:xfrm>
        </p:spPr>
        <p:txBody>
          <a:bodyPr rtlCol="0" anchor="b"/>
          <a:lstStyle/>
          <a:p>
            <a:pPr rtl="0"/>
            <a:r>
              <a:rPr lang="es"/>
              <a:t>Haga clic para modificar el estilo de título del patrón</a:t>
            </a:r>
            <a:endParaRPr lang="en-US"/>
          </a:p>
        </p:txBody>
      </p:sp>
    </p:spTree>
    <p:extLst>
      <p:ext uri="{BB962C8B-B14F-4D97-AF65-F5344CB8AC3E}">
        <p14:creationId xmlns:p14="http://schemas.microsoft.com/office/powerpoint/2010/main" val="2325294362"/>
      </p:ext>
    </p:extLst>
  </p:cSld>
  <p:clrMapOvr>
    <a:masterClrMapping/>
  </p:clrMapOvr>
</p:sldLayout>
</file>

<file path=ppt/slideLayouts/slideLayout_80000022_6D7ADF36.xml><?xml version="1.0" encoding="utf-8"?>
<p:sldLayout xmlns:a="http://schemas.openxmlformats.org/drawingml/2006/main" xmlns:r="http://schemas.openxmlformats.org/officeDocument/2006/relationships" xmlns:p="http://schemas.openxmlformats.org/presentationml/2006/main" preserve="1">
  <p:cSld name="Foto del contenido 6">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AB84969-B881-505B-0A1C-4DB2779B66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580491" y="0"/>
            <a:ext cx="6611509"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5823856" y="223157"/>
            <a:ext cx="6117771" cy="6411686"/>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1CB72A4B-5080-228F-D7D4-8E1C9ED103B3}"/>
              </a:ext>
            </a:extLst>
          </p:cNvPr>
          <p:cNvSpPr>
            <a:spLocks noGrp="1"/>
          </p:cNvSpPr>
          <p:nvPr>
            <p:ph type="dt" sz="half" idx="15"/>
          </p:nvPr>
        </p:nvSpPr>
        <p:spPr>
          <a:xfrm>
            <a:off x="612648" y="6355080"/>
            <a:ext cx="533400" cy="457200"/>
          </a:xfrm>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5CC07534-A148-E252-4047-DD88311677FF}"/>
              </a:ext>
            </a:extLst>
          </p:cNvPr>
          <p:cNvSpPr>
            <a:spLocks noGrp="1"/>
          </p:cNvSpPr>
          <p:nvPr>
            <p:ph type="ftr" sz="quarter" idx="16"/>
          </p:nvPr>
        </p:nvSpPr>
        <p:spPr>
          <a:xfrm>
            <a:off x="1281684" y="6355080"/>
            <a:ext cx="3023616" cy="457200"/>
          </a:xfrm>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87A32912-5759-1251-BE8C-0FD8C834FDA8}"/>
              </a:ext>
            </a:extLst>
          </p:cNvPr>
          <p:cNvSpPr>
            <a:spLocks noGrp="1"/>
          </p:cNvSpPr>
          <p:nvPr>
            <p:ph type="sldNum" sz="quarter" idx="17"/>
          </p:nvPr>
        </p:nvSpPr>
        <p:spPr>
          <a:xfrm>
            <a:off x="4169665" y="6355080"/>
            <a:ext cx="939712"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3061" y="2194560"/>
            <a:ext cx="4360863" cy="40957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457200"/>
            <a:ext cx="4361688" cy="1527048"/>
          </a:xfrm>
        </p:spPr>
        <p:txBody>
          <a:bodyPr rtlCol="0" anchor="b"/>
          <a:lstStyle/>
          <a:p>
            <a:pPr rtl="0"/>
            <a:r>
              <a:rPr lang="es"/>
              <a:t>Haga clic para modificar el estilo de título del patrón</a:t>
            </a:r>
            <a:endParaRPr lang="en-US"/>
          </a:p>
        </p:txBody>
      </p:sp>
    </p:spTree>
    <p:extLst>
      <p:ext uri="{BB962C8B-B14F-4D97-AF65-F5344CB8AC3E}">
        <p14:creationId xmlns:p14="http://schemas.microsoft.com/office/powerpoint/2010/main" val="1836769078"/>
      </p:ext>
    </p:extLst>
  </p:cSld>
  <p:clrMapOvr>
    <a:masterClrMapping/>
  </p:clrMapOvr>
</p:sldLayout>
</file>

<file path=ppt/slideLayouts/slideLayout_80000023_A4D223FE.xml><?xml version="1.0" encoding="utf-8"?>
<p:sldLayout xmlns:a="http://schemas.openxmlformats.org/drawingml/2006/main" xmlns:r="http://schemas.openxmlformats.org/officeDocument/2006/relationships" xmlns:p="http://schemas.openxmlformats.org/presentationml/2006/main" preserve="1">
  <p:cSld name="Foto del contenido 7">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AB6C3A7-8C5F-8AF8-225B-6C7801436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53294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206829" y="234043"/>
            <a:ext cx="6085114" cy="6389914"/>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40C384E9-4DAD-0A23-8382-03C515802C12}"/>
              </a:ext>
            </a:extLst>
          </p:cNvPr>
          <p:cNvSpPr>
            <a:spLocks noGrp="1"/>
          </p:cNvSpPr>
          <p:nvPr>
            <p:ph type="dt" sz="half" idx="15"/>
          </p:nvPr>
        </p:nvSpPr>
        <p:spPr>
          <a:xfrm>
            <a:off x="7094552" y="6355080"/>
            <a:ext cx="624009" cy="457200"/>
          </a:xfrm>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7D87FD27-47D3-C204-BA84-0FCB12695DD6}"/>
              </a:ext>
            </a:extLst>
          </p:cNvPr>
          <p:cNvSpPr>
            <a:spLocks noGrp="1"/>
          </p:cNvSpPr>
          <p:nvPr>
            <p:ph type="ftr" sz="quarter" idx="16"/>
          </p:nvPr>
        </p:nvSpPr>
        <p:spPr>
          <a:xfrm>
            <a:off x="7718562" y="6355080"/>
            <a:ext cx="3274918" cy="457200"/>
          </a:xfrm>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67DDD9B2-CB58-7BA3-CD4C-F2D46308550A}"/>
              </a:ext>
            </a:extLst>
          </p:cNvPr>
          <p:cNvSpPr>
            <a:spLocks noGrp="1"/>
          </p:cNvSpPr>
          <p:nvPr>
            <p:ph type="sldNum" sz="quarter" idx="17"/>
          </p:nvPr>
        </p:nvSpPr>
        <p:spPr>
          <a:xfrm>
            <a:off x="11253215" y="6355080"/>
            <a:ext cx="412603"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7FF0220E-48F8-B4D9-19DE-7B457C3C221C}"/>
              </a:ext>
            </a:extLst>
          </p:cNvPr>
          <p:cNvSpPr>
            <a:spLocks noGrp="1"/>
          </p:cNvSpPr>
          <p:nvPr>
            <p:ph sz="quarter" idx="14"/>
          </p:nvPr>
        </p:nvSpPr>
        <p:spPr>
          <a:xfrm>
            <a:off x="7099721" y="1417320"/>
            <a:ext cx="4512601" cy="498348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rtlCol="0" anchor="b"/>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765235198"/>
      </p:ext>
    </p:extLst>
  </p:cSld>
  <p:clrMapOvr>
    <a:masterClrMapping/>
  </p:clrMapOvr>
</p:sldLayout>
</file>

<file path=ppt/slideLayouts/slideLayout_80000024_3206CC84.xml><?xml version="1.0" encoding="utf-8"?>
<p:sldLayout xmlns:a="http://schemas.openxmlformats.org/drawingml/2006/main" xmlns:r="http://schemas.openxmlformats.org/officeDocument/2006/relationships" xmlns:p="http://schemas.openxmlformats.org/presentationml/2006/main" preserve="1">
  <p:cSld name="Foto del contenido 8">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3C90C267-E8BA-E190-801F-01F6D90AEA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7720" y="0"/>
            <a:ext cx="627428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6275831" y="320040"/>
            <a:ext cx="5578711" cy="6233160"/>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0F16F48E-6F58-BBD9-F92F-F41CFDC5C4E0}"/>
              </a:ext>
            </a:extLst>
          </p:cNvPr>
          <p:cNvSpPr>
            <a:spLocks noGrp="1"/>
          </p:cNvSpPr>
          <p:nvPr>
            <p:ph type="dt" sz="half" idx="15"/>
          </p:nvPr>
        </p:nvSpPr>
        <p:spPr>
          <a:xfrm>
            <a:off x="612648" y="6355080"/>
            <a:ext cx="472440" cy="457200"/>
          </a:xfrm>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65478CC8-5305-BEF9-226E-178D470B9C7E}"/>
              </a:ext>
            </a:extLst>
          </p:cNvPr>
          <p:cNvSpPr>
            <a:spLocks noGrp="1"/>
          </p:cNvSpPr>
          <p:nvPr>
            <p:ph type="ftr" sz="quarter" idx="16"/>
          </p:nvPr>
        </p:nvSpPr>
        <p:spPr>
          <a:xfrm>
            <a:off x="1466864" y="6355080"/>
            <a:ext cx="3137889" cy="457200"/>
          </a:xfrm>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38D3C94C-1FF1-CAA0-7963-B4DAEBB80E76}"/>
              </a:ext>
            </a:extLst>
          </p:cNvPr>
          <p:cNvSpPr>
            <a:spLocks noGrp="1"/>
          </p:cNvSpPr>
          <p:nvPr>
            <p:ph type="sldNum" sz="quarter" idx="17"/>
          </p:nvPr>
        </p:nvSpPr>
        <p:spPr>
          <a:xfrm>
            <a:off x="4681729" y="6355080"/>
            <a:ext cx="890016"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612648" y="1417320"/>
            <a:ext cx="4846320" cy="493776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846320" cy="932688"/>
          </a:xfrm>
        </p:spPr>
        <p:txBody>
          <a:bodyPr rtlCol="0" anchor="b"/>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839306372"/>
      </p:ext>
    </p:extLst>
  </p:cSld>
  <p:clrMapOvr>
    <a:masterClrMapping/>
  </p:clrMapOvr>
</p:sldLayout>
</file>

<file path=ppt/slideLayouts/slideLayout_80000025_256A8599.xml><?xml version="1.0" encoding="utf-8"?>
<p:sldLayout xmlns:a="http://schemas.openxmlformats.org/drawingml/2006/main" xmlns:r="http://schemas.openxmlformats.org/officeDocument/2006/relationships" xmlns:p="http://schemas.openxmlformats.org/presentationml/2006/main" preserve="1">
  <p:cSld name="Foto del contenido 9">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04ED7B93-A65D-2707-91B8-A1150C7C39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7584144"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239484" y="283029"/>
            <a:ext cx="7064829" cy="6302828"/>
          </a:xfrm>
          <a:blipFill>
            <a:blip r:embed="rId2">
              <a:alphaModFix amt="60000"/>
            </a:blip>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B97C2C01-4B2B-2A7F-7F58-2CD830D12147}"/>
              </a:ext>
            </a:extLst>
          </p:cNvPr>
          <p:cNvSpPr>
            <a:spLocks noGrp="1"/>
          </p:cNvSpPr>
          <p:nvPr>
            <p:ph type="dt" sz="half" idx="15"/>
          </p:nvPr>
        </p:nvSpPr>
        <p:spPr>
          <a:xfrm>
            <a:off x="8041344" y="6355080"/>
            <a:ext cx="493054" cy="457200"/>
          </a:xfrm>
        </p:spPr>
        <p:txBody>
          <a:bodyPr rtlCol="0"/>
          <a:lstStyle/>
          <a:p>
            <a:pPr rtl="0"/>
            <a:r>
              <a:rPr lang="es"/>
              <a:t>20XX</a:t>
            </a:r>
            <a:endParaRPr lang="en-US"/>
          </a:p>
        </p:txBody>
      </p:sp>
      <p:sp>
        <p:nvSpPr>
          <p:cNvPr id="6" name="Marcador de pie de página 5">
            <a:extLst>
              <a:ext uri="{FF2B5EF4-FFF2-40B4-BE49-F238E27FC236}">
                <a16:creationId xmlns:a16="http://schemas.microsoft.com/office/drawing/2014/main" id="{05E917B9-F73E-CD11-59A3-BD816DFAE2E7}"/>
              </a:ext>
            </a:extLst>
          </p:cNvPr>
          <p:cNvSpPr>
            <a:spLocks noGrp="1"/>
          </p:cNvSpPr>
          <p:nvPr>
            <p:ph type="ftr" sz="quarter" idx="16"/>
          </p:nvPr>
        </p:nvSpPr>
        <p:spPr>
          <a:xfrm>
            <a:off x="8406385" y="6355080"/>
            <a:ext cx="2682238" cy="457200"/>
          </a:xfrm>
        </p:spPr>
        <p:txBody>
          <a:bodyPr rtlCol="0"/>
          <a:lstStyle/>
          <a:p>
            <a:pPr rtl="0"/>
            <a:r>
              <a:rPr lang="es"/>
              <a:t>Ejemplo de Texto de pie de página</a:t>
            </a:r>
            <a:endParaRPr lang="en-US"/>
          </a:p>
        </p:txBody>
      </p:sp>
      <p:sp>
        <p:nvSpPr>
          <p:cNvPr id="7" name="Marcador de número de diapositiva 6">
            <a:extLst>
              <a:ext uri="{FF2B5EF4-FFF2-40B4-BE49-F238E27FC236}">
                <a16:creationId xmlns:a16="http://schemas.microsoft.com/office/drawing/2014/main" id="{CA194A8F-F439-5C4F-E261-4D0645BD5B2C}"/>
              </a:ext>
            </a:extLst>
          </p:cNvPr>
          <p:cNvSpPr>
            <a:spLocks noGrp="1"/>
          </p:cNvSpPr>
          <p:nvPr>
            <p:ph type="sldNum" sz="quarter" idx="17"/>
          </p:nvPr>
        </p:nvSpPr>
        <p:spPr>
          <a:xfrm>
            <a:off x="11116431" y="6355080"/>
            <a:ext cx="449179"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401568" cy="4136258"/>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046720" y="502920"/>
            <a:ext cx="3401568" cy="1527048"/>
          </a:xfrm>
        </p:spPr>
        <p:txBody>
          <a:bodyPr rtlCol="0" anchor="b">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627738009"/>
      </p:ext>
    </p:extLst>
  </p:cSld>
  <p:clrMapOvr>
    <a:masterClrMapping/>
  </p:clrMapOvr>
</p:sldLayout>
</file>

<file path=ppt/slideLayouts/slideLayout_80000026_A852D0CD.xml><?xml version="1.0" encoding="utf-8"?>
<p:sldLayout xmlns:a="http://schemas.openxmlformats.org/drawingml/2006/main" xmlns:r="http://schemas.openxmlformats.org/officeDocument/2006/relationships" xmlns:p="http://schemas.openxmlformats.org/presentationml/2006/main" preserve="1">
  <p:cSld name="Foto del contenido 10">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6420DB8C-92F1-7962-0FA5-B67E37C61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1780" y="0"/>
            <a:ext cx="743022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4985323" y="227784"/>
            <a:ext cx="6988963" cy="6402431"/>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8C0BA12E-DFA3-A99A-8239-37C95D4401E7}"/>
              </a:ext>
            </a:extLst>
          </p:cNvPr>
          <p:cNvSpPr>
            <a:spLocks noGrp="1"/>
          </p:cNvSpPr>
          <p:nvPr>
            <p:ph type="dt" sz="half" idx="15"/>
          </p:nvPr>
        </p:nvSpPr>
        <p:spPr>
          <a:xfrm>
            <a:off x="457200" y="6355080"/>
            <a:ext cx="723900" cy="457200"/>
          </a:xfrm>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0D61AEDB-9E6A-FD5E-58CE-60D0B3040D0F}"/>
              </a:ext>
            </a:extLst>
          </p:cNvPr>
          <p:cNvSpPr>
            <a:spLocks noGrp="1"/>
          </p:cNvSpPr>
          <p:nvPr>
            <p:ph type="ftr" sz="quarter" idx="16"/>
          </p:nvPr>
        </p:nvSpPr>
        <p:spPr>
          <a:xfrm>
            <a:off x="852678" y="6355080"/>
            <a:ext cx="2610612" cy="457200"/>
          </a:xfrm>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845C9293-1760-472A-3096-0A503C739B6A}"/>
              </a:ext>
            </a:extLst>
          </p:cNvPr>
          <p:cNvSpPr>
            <a:spLocks noGrp="1"/>
          </p:cNvSpPr>
          <p:nvPr>
            <p:ph type="sldNum" sz="quarter" idx="17"/>
          </p:nvPr>
        </p:nvSpPr>
        <p:spPr>
          <a:xfrm>
            <a:off x="3231809" y="6355080"/>
            <a:ext cx="730759"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747AED59-1A26-9C13-8482-7857E7DEFE52}"/>
              </a:ext>
            </a:extLst>
          </p:cNvPr>
          <p:cNvSpPr>
            <a:spLocks noGrp="1"/>
          </p:cNvSpPr>
          <p:nvPr>
            <p:ph sz="quarter" idx="14"/>
          </p:nvPr>
        </p:nvSpPr>
        <p:spPr>
          <a:xfrm>
            <a:off x="461772" y="2212975"/>
            <a:ext cx="3392424" cy="409575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502920"/>
            <a:ext cx="3401568" cy="1527048"/>
          </a:xfrm>
        </p:spPr>
        <p:txBody>
          <a:bodyPr rtlCol="0" anchor="b">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823999693"/>
      </p:ext>
    </p:extLst>
  </p:cSld>
  <p:clrMapOvr>
    <a:masterClrMapping/>
  </p:clrMapOvr>
</p:sldLayout>
</file>

<file path=ppt/slideLayouts/slideLayout_80000027_341CAC76.xml><?xml version="1.0" encoding="utf-8"?>
<p:sldLayout xmlns:a="http://schemas.openxmlformats.org/drawingml/2006/main" xmlns:r="http://schemas.openxmlformats.org/officeDocument/2006/relationships" xmlns:p="http://schemas.openxmlformats.org/presentationml/2006/main" preserve="1">
  <p:cSld name="Foto del contenido 11">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BD1DC861-26EE-9DC8-3A76-A88660182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7781364"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228600" y="197248"/>
            <a:ext cx="7315200" cy="6443037"/>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1DE03E8A-A8C1-F5A4-7DE7-35377AE353C9}"/>
              </a:ext>
            </a:extLst>
          </p:cNvPr>
          <p:cNvSpPr>
            <a:spLocks noGrp="1"/>
          </p:cNvSpPr>
          <p:nvPr>
            <p:ph type="dt" sz="half" idx="15"/>
          </p:nvPr>
        </p:nvSpPr>
        <p:spPr>
          <a:xfrm>
            <a:off x="8229600" y="6355080"/>
            <a:ext cx="560832" cy="457200"/>
          </a:xfrm>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F36043D8-E3E5-117E-171A-3645895FA26C}"/>
              </a:ext>
            </a:extLst>
          </p:cNvPr>
          <p:cNvSpPr>
            <a:spLocks noGrp="1"/>
          </p:cNvSpPr>
          <p:nvPr>
            <p:ph type="ftr" sz="quarter" idx="16"/>
          </p:nvPr>
        </p:nvSpPr>
        <p:spPr>
          <a:xfrm>
            <a:off x="8738005" y="6355080"/>
            <a:ext cx="2457910" cy="457200"/>
          </a:xfrm>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E996F445-A748-8695-BAC9-F901D24E7A3C}"/>
              </a:ext>
            </a:extLst>
          </p:cNvPr>
          <p:cNvSpPr>
            <a:spLocks noGrp="1"/>
          </p:cNvSpPr>
          <p:nvPr>
            <p:ph type="sldNum" sz="quarter" idx="17"/>
          </p:nvPr>
        </p:nvSpPr>
        <p:spPr>
          <a:xfrm>
            <a:off x="11262511" y="6355080"/>
            <a:ext cx="403308" cy="457200"/>
          </a:xfrm>
        </p:spPr>
        <p:txBody>
          <a:bodyPr rtlCol="0"/>
          <a:lstStyle/>
          <a:p>
            <a:pPr rtl="0"/>
            <a:fld id="{CC057153-B650-4DEB-B370-79DDCFDCE934}" type="slidenum">
              <a:rPr lang="en-US" smtClean="0"/>
              <a:pPr rtl="0"/>
              <a:t/>
            </a:fld>
            <a:endParaRPr lang="en-US"/>
          </a:p>
        </p:txBody>
      </p:sp>
      <p:sp>
        <p:nvSpPr>
          <p:cNvPr id="8" name="Marcador de contenido 7">
            <a:extLst>
              <a:ext uri="{FF2B5EF4-FFF2-40B4-BE49-F238E27FC236}">
                <a16:creationId xmlns:a16="http://schemas.microsoft.com/office/drawing/2014/main" id="{6E0D00CE-C191-6DE5-9D82-7EFB59BC3739}"/>
              </a:ext>
            </a:extLst>
          </p:cNvPr>
          <p:cNvSpPr>
            <a:spLocks noGrp="1"/>
          </p:cNvSpPr>
          <p:nvPr>
            <p:ph sz="quarter" idx="14"/>
          </p:nvPr>
        </p:nvSpPr>
        <p:spPr>
          <a:xfrm>
            <a:off x="8229600" y="3154680"/>
            <a:ext cx="3474720" cy="2953512"/>
          </a:xfrm>
        </p:spPr>
        <p:txBody>
          <a:bodyPr rtlCol="0">
            <a:norm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8229600" y="1078992"/>
            <a:ext cx="3474720" cy="1942773"/>
          </a:xfrm>
        </p:spPr>
        <p:txBody>
          <a:bodyPr rtlCol="0" anchor="b"/>
          <a:lstStyle/>
          <a:p>
            <a:pPr rtl="0"/>
            <a:r>
              <a:rPr lang="es"/>
              <a:t>Haga clic para modificar el estilo de título del patrón</a:t>
            </a:r>
            <a:endParaRPr lang="en-US"/>
          </a:p>
        </p:txBody>
      </p:sp>
    </p:spTree>
    <p:extLst>
      <p:ext uri="{BB962C8B-B14F-4D97-AF65-F5344CB8AC3E}">
        <p14:creationId xmlns:p14="http://schemas.microsoft.com/office/powerpoint/2010/main" val="874294390"/>
      </p:ext>
    </p:extLst>
  </p:cSld>
  <p:clrMapOvr>
    <a:masterClrMapping/>
  </p:clrMapOvr>
</p:sldLayout>
</file>

<file path=ppt/slideLayouts/slideLayout_80000028_1E25313D.xml><?xml version="1.0" encoding="utf-8"?>
<p:sldLayout xmlns:a="http://schemas.openxmlformats.org/drawingml/2006/main" xmlns:r="http://schemas.openxmlformats.org/officeDocument/2006/relationships" xmlns:p="http://schemas.openxmlformats.org/presentationml/2006/main" preserve="1">
  <p:cSld name="Foto del contenido 12">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D48E12A8-D845-3730-8730-284152459D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4635132"/>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250370" y="248574"/>
            <a:ext cx="11702143" cy="4105712"/>
          </a:xfrm>
          <a:blipFill>
            <a:blip r:embed="rId2">
              <a:alphaModFix amt="60000"/>
            </a:blip>
            <a:stretch>
              <a:fillRect/>
            </a:stretch>
          </a:blipFill>
        </p:spPr>
        <p:txBody>
          <a:bodyPr rtlCol="0"/>
          <a:lstStyle/>
          <a:p>
            <a:pPr rtl="0"/>
            <a:r>
              <a:rPr lang="es"/>
              <a:t>Haga clic en el icono para agregar una imagen</a:t>
            </a:r>
          </a:p>
        </p:txBody>
      </p:sp>
      <p:sp>
        <p:nvSpPr>
          <p:cNvPr id="4" name="Marcador de fecha 3">
            <a:extLst>
              <a:ext uri="{FF2B5EF4-FFF2-40B4-BE49-F238E27FC236}">
                <a16:creationId xmlns:a16="http://schemas.microsoft.com/office/drawing/2014/main" id="{6BF2C789-63A5-AA69-4804-B6A20DB098DC}"/>
              </a:ext>
            </a:extLst>
          </p:cNvPr>
          <p:cNvSpPr>
            <a:spLocks noGrp="1"/>
          </p:cNvSpPr>
          <p:nvPr>
            <p:ph type="dt" sz="half" idx="15"/>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AA83353E-FED2-E191-2E18-31DC9539FFE2}"/>
              </a:ext>
            </a:extLst>
          </p:cNvPr>
          <p:cNvSpPr>
            <a:spLocks noGrp="1"/>
          </p:cNvSpPr>
          <p:nvPr>
            <p:ph type="ftr" sz="quarter" idx="16"/>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9345C4C0-C527-3BBE-9E69-7A5CEFDC31CB}"/>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cxnSp>
        <p:nvCxnSpPr>
          <p:cNvPr id="12" name="Conector recto 11">
            <a:extLst>
              <a:ext uri="{FF2B5EF4-FFF2-40B4-BE49-F238E27FC236}">
                <a16:creationId xmlns:a16="http://schemas.microsoft.com/office/drawing/2014/main" id="{FB5F7866-C7E1-1D4D-BE75-7B3D07470E11}"/>
              </a:ext>
            </a:extLst>
          </p:cNvPr>
          <p:cNvCxnSpPr>
            <a:cxnSpLocks/>
          </p:cNvCxnSpPr>
          <p:nvPr/>
        </p:nvCxnSpPr>
        <p:spPr>
          <a:xfrm rot="16200000" flipH="1">
            <a:off x="4503168" y="570743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370320" cy="1390330"/>
          </a:xfrm>
        </p:spPr>
        <p:txBody>
          <a:bodyPr rtlCol="0">
            <a:noAutofit/>
          </a:bodyPr>
          <a:lstStyle>
            <a:lvl1pPr marL="0" indent="0">
              <a:buFont typeface="Arial" panose="020B0604020202020204" pitchFamily="34" charset="0"/>
              <a:buNone/>
              <a:defRPr sz="1800"/>
            </a:lvl1pPr>
            <a:lvl2pPr marL="228600" indent="0">
              <a:buFont typeface="Arial" panose="020B0604020202020204" pitchFamily="34" charset="0"/>
              <a:buNone/>
              <a:defRPr sz="1800"/>
            </a:lvl2pPr>
            <a:lvl3pPr marL="457200" indent="0">
              <a:buFont typeface="Arial" panose="020B0604020202020204" pitchFamily="34" charset="0"/>
              <a:buNone/>
              <a:defRPr sz="1800"/>
            </a:lvl3pPr>
            <a:lvl4pPr marL="685800" indent="0">
              <a:buFont typeface="Arial" panose="020B0604020202020204" pitchFamily="34" charset="0"/>
              <a:buNone/>
              <a:defRPr sz="1800"/>
            </a:lvl4pPr>
            <a:lvl5pPr marL="914400" indent="0">
              <a:buFont typeface="Arial" panose="020B0604020202020204" pitchFamily="34" charset="0"/>
              <a:buNone/>
              <a:defRPr sz="18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5012267"/>
            <a:ext cx="3739896" cy="1390330"/>
          </a:xfrm>
        </p:spPr>
        <p:txBody>
          <a:bodyPr rtlCol="0" anchor="t">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505753917"/>
      </p:ext>
    </p:extLst>
  </p:cSld>
  <p:clrMapOvr>
    <a:masterClrMapping/>
  </p:clrMapOvr>
</p:sldLayout>
</file>

<file path=ppt/slideLayouts/slideLayout_80000029_BD0BFB25.xml><?xml version="1.0" encoding="utf-8"?>
<p:sldLayout xmlns:a="http://schemas.openxmlformats.org/drawingml/2006/main" xmlns:r="http://schemas.openxmlformats.org/officeDocument/2006/relationships" xmlns:p="http://schemas.openxmlformats.org/presentationml/2006/main" preserve="1">
  <p:cSld name="Foto de contenido 13">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37897020-BCF8-DB10-5007-FCB38B650C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77827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sp>
        <p:nvSpPr>
          <p:cNvPr id="11" name="Marcador de posición de imagen 10">
            <a:extLst>
              <a:ext uri="{FF2B5EF4-FFF2-40B4-BE49-F238E27FC236}">
                <a16:creationId xmlns:a16="http://schemas.microsoft.com/office/drawing/2014/main" id="{7F8EA658-2652-6F81-1B04-D50C60A3F171}"/>
              </a:ext>
            </a:extLst>
          </p:cNvPr>
          <p:cNvSpPr>
            <a:spLocks noGrp="1"/>
          </p:cNvSpPr>
          <p:nvPr>
            <p:ph type="pic" sz="quarter" idx="13"/>
          </p:nvPr>
        </p:nvSpPr>
        <p:spPr>
          <a:xfrm>
            <a:off x="457200" y="457200"/>
            <a:ext cx="11274552" cy="2880360"/>
          </a:xfrm>
          <a:blipFill>
            <a:blip r:embed="rId2">
              <a:alphaModFix amt="60000"/>
            </a:blip>
            <a:stretch>
              <a:fillRect/>
            </a:stretch>
          </a:blipFill>
        </p:spPr>
        <p:txBody>
          <a:bodyPr rtlCol="0"/>
          <a:lstStyle/>
          <a:p>
            <a:pPr rtl="0"/>
            <a:r>
              <a:rPr lang="es"/>
              <a:t>Haga clic en el icono para agregar una imagen</a:t>
            </a:r>
          </a:p>
        </p:txBody>
      </p:sp>
      <p:sp>
        <p:nvSpPr>
          <p:cNvPr id="5" name="Marcador de fecha 4">
            <a:extLst>
              <a:ext uri="{FF2B5EF4-FFF2-40B4-BE49-F238E27FC236}">
                <a16:creationId xmlns:a16="http://schemas.microsoft.com/office/drawing/2014/main" id="{897D0B7E-1A60-DA52-6965-92412B1C2F9F}"/>
              </a:ext>
            </a:extLst>
          </p:cNvPr>
          <p:cNvSpPr>
            <a:spLocks noGrp="1"/>
          </p:cNvSpPr>
          <p:nvPr>
            <p:ph type="dt" sz="half" idx="10"/>
          </p:nvPr>
        </p:nvSpPr>
        <p:spPr/>
        <p:txBody>
          <a:bodyPr rtlCol="0"/>
          <a:lstStyle/>
          <a:p>
            <a:pPr rtl="0"/>
            <a:r>
              <a:rPr lang="en-US"/>
              <a:t>24/2/2025</a:t>
            </a:r>
          </a:p>
        </p:txBody>
      </p:sp>
      <p:sp>
        <p:nvSpPr>
          <p:cNvPr id="6" name="Marcador de pie de página 5">
            <a:extLst>
              <a:ext uri="{FF2B5EF4-FFF2-40B4-BE49-F238E27FC236}">
                <a16:creationId xmlns:a16="http://schemas.microsoft.com/office/drawing/2014/main" id="{C2BDD5A2-CE3E-3215-6DAA-F75C0D1229DA}"/>
              </a:ext>
            </a:extLst>
          </p:cNvPr>
          <p:cNvSpPr>
            <a:spLocks noGrp="1"/>
          </p:cNvSpPr>
          <p:nvPr>
            <p:ph type="ftr" sz="quarter" idx="11"/>
          </p:nvPr>
        </p:nvSpPr>
        <p:spPr/>
        <p:txBody>
          <a:bodyPr rtlCol="0"/>
          <a:lstStyle/>
          <a:p>
            <a:pPr rtl="0"/>
            <a:r>
              <a:rPr lang="es"/>
              <a:t>Ejemplo de Texto de pie de página</a:t>
            </a:r>
          </a:p>
        </p:txBody>
      </p:sp>
      <p:sp>
        <p:nvSpPr>
          <p:cNvPr id="7" name="Marcador de número de diapositiva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rtlCol="0"/>
          <a:lstStyle/>
          <a:p>
            <a:pPr rtl="0"/>
            <a:fld id="{CC057153-B650-4DEB-B370-79DDCFDCE934}" type="slidenum">
              <a:rPr lang="en-US" smtClean="0"/>
              <a:t/>
            </a:fld>
            <a:endParaRPr lang="en-US"/>
          </a:p>
        </p:txBody>
      </p:sp>
      <p:cxnSp>
        <p:nvCxnSpPr>
          <p:cNvPr id="9" name="Conector recto 8">
            <a:extLst>
              <a:ext uri="{FF2B5EF4-FFF2-40B4-BE49-F238E27FC236}">
                <a16:creationId xmlns:a16="http://schemas.microsoft.com/office/drawing/2014/main" id="{EFF8C7A0-4963-CA94-185C-D49CCE2FEC99}"/>
              </a:ext>
            </a:extLst>
          </p:cNvPr>
          <p:cNvCxnSpPr>
            <a:cxnSpLocks/>
          </p:cNvCxnSpPr>
          <p:nvPr userDrawn="1"/>
        </p:nvCxnSpPr>
        <p:spPr>
          <a:xfrm rot="16200000" flipH="1">
            <a:off x="3417318" y="517403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41920" cy="2240280"/>
          </a:xfrm>
        </p:spPr>
        <p:txBody>
          <a:bodyPr rtlCol="0">
            <a:noAutofit/>
          </a:bodyPr>
          <a:lstStyle>
            <a:lvl1pPr marL="285750" indent="-285750">
              <a:buFont typeface="Arial" panose="020B0604020202020204" pitchFamily="34" charset="0"/>
              <a:buChar char="•"/>
              <a:defRPr sz="1800"/>
            </a:lvl1pPr>
            <a:lvl2pPr marL="228600" indent="0">
              <a:buFont typeface="Arial" panose="020B0604020202020204" pitchFamily="34" charset="0"/>
              <a:buNone/>
              <a:defRPr sz="1800"/>
            </a:lvl2pPr>
            <a:lvl3pPr marL="742950" indent="-285750">
              <a:buFont typeface="Arial" panose="020B0604020202020204" pitchFamily="34" charset="0"/>
              <a:buChar char="•"/>
              <a:defRPr sz="1800"/>
            </a:lvl3pPr>
            <a:lvl4pPr marL="685800" indent="0">
              <a:buFont typeface="Arial" panose="020B0604020202020204" pitchFamily="34" charset="0"/>
              <a:buNone/>
              <a:defRPr sz="1800"/>
            </a:lvl4pPr>
            <a:lvl5pPr marL="1085850" indent="-171450">
              <a:buFont typeface="Arial" panose="020B0604020202020204" pitchFamily="34" charset="0"/>
              <a:buChar char="•"/>
              <a:defRPr sz="1800"/>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1892808"/>
          </a:xfrm>
        </p:spPr>
        <p:txBody>
          <a:bodyPr rtlCol="0" anchor="t">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171679013"/>
      </p:ext>
    </p:extLst>
  </p:cSld>
  <p:clrMapOvr>
    <a:masterClrMapping/>
  </p:clrMapOvr>
</p:sldLayout>
</file>

<file path=ppt/slideLayouts/slideLayout_80000030_498EB81E.xml><?xml version="1.0" encoding="utf-8"?>
<p:sldLayout xmlns:a="http://schemas.openxmlformats.org/drawingml/2006/main" xmlns:r="http://schemas.openxmlformats.org/officeDocument/2006/relationships" xmlns:p="http://schemas.openxmlformats.org/presentationml/2006/main" type="title" preserve="1">
  <p:cSld name="Número grande 3">
    <p:bg>
      <p:bgRef idx="1001">
        <a:schemeClr val="bg2"/>
      </p:bgRef>
    </p:bg>
    <p:spTree>
      <p:nvGrpSpPr>
        <p:cNvPr id="1" name=""/>
        <p:cNvGrpSpPr/>
        <p:nvPr/>
      </p:nvGrpSpPr>
      <p:grpSpPr>
        <a:xfrm>
          <a:off x="0" y="0"/>
          <a:ext cx="0" cy="0"/>
          <a:chOff x="0" y="0"/>
          <a:chExt cx="0" cy="0"/>
        </a:xfrm>
      </p:grpSpPr>
      <p:grpSp>
        <p:nvGrpSpPr>
          <p:cNvPr id="41" name="Grupo 40">
            <a:extLst>
              <a:ext uri="{FF2B5EF4-FFF2-40B4-BE49-F238E27FC236}">
                <a16:creationId xmlns:a16="http://schemas.microsoft.com/office/drawing/2014/main" id="{98EC88E4-5751-697B-7F02-9640B49A646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42" name="Rectángulo 41">
              <a:extLst>
                <a:ext uri="{FF2B5EF4-FFF2-40B4-BE49-F238E27FC236}">
                  <a16:creationId xmlns:a16="http://schemas.microsoft.com/office/drawing/2014/main" id="{40613D0A-041A-D0E0-8277-5F5C3A731D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43" name="Grupo 42">
              <a:extLst>
                <a:ext uri="{FF2B5EF4-FFF2-40B4-BE49-F238E27FC236}">
                  <a16:creationId xmlns:a16="http://schemas.microsoft.com/office/drawing/2014/main" id="{C90E2797-41FE-0729-4C09-0D2BD8632F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44" name="Grupo 43">
                <a:extLst>
                  <a:ext uri="{FF2B5EF4-FFF2-40B4-BE49-F238E27FC236}">
                    <a16:creationId xmlns:a16="http://schemas.microsoft.com/office/drawing/2014/main" id="{6B820D39-BD77-9524-037C-C8C496C1F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49" name="Forma libre 68">
                  <a:extLst>
                    <a:ext uri="{FF2B5EF4-FFF2-40B4-BE49-F238E27FC236}">
                      <a16:creationId xmlns:a16="http://schemas.microsoft.com/office/drawing/2014/main" id="{D45BFFB3-97C9-7C6F-AEC2-A3A91E93C1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0" name="Forma libre 69">
                  <a:extLst>
                    <a:ext uri="{FF2B5EF4-FFF2-40B4-BE49-F238E27FC236}">
                      <a16:creationId xmlns:a16="http://schemas.microsoft.com/office/drawing/2014/main" id="{5B8709B7-CE4A-D30C-D468-A3ECB84D9F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1" name="Línea 70">
                  <a:extLst>
                    <a:ext uri="{FF2B5EF4-FFF2-40B4-BE49-F238E27FC236}">
                      <a16:creationId xmlns:a16="http://schemas.microsoft.com/office/drawing/2014/main" id="{BD7E0A68-71AB-F08D-E480-82D0855367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45" name="Grupo 44">
                <a:extLst>
                  <a:ext uri="{FF2B5EF4-FFF2-40B4-BE49-F238E27FC236}">
                    <a16:creationId xmlns:a16="http://schemas.microsoft.com/office/drawing/2014/main" id="{C694104A-B3EA-A8A9-CEB7-CA0D897933F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46" name="Forma libre 68">
                  <a:extLst>
                    <a:ext uri="{FF2B5EF4-FFF2-40B4-BE49-F238E27FC236}">
                      <a16:creationId xmlns:a16="http://schemas.microsoft.com/office/drawing/2014/main" id="{70F0715B-1C63-89AB-C6A5-5CBCF67698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7" name="Forma libre 69">
                  <a:extLst>
                    <a:ext uri="{FF2B5EF4-FFF2-40B4-BE49-F238E27FC236}">
                      <a16:creationId xmlns:a16="http://schemas.microsoft.com/office/drawing/2014/main" id="{244A832F-E9D8-4A4A-CC88-8E1812AE0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8" name="Línea 70">
                  <a:extLst>
                    <a:ext uri="{FF2B5EF4-FFF2-40B4-BE49-F238E27FC236}">
                      <a16:creationId xmlns:a16="http://schemas.microsoft.com/office/drawing/2014/main" id="{2686A108-2BAA-83C1-710B-CE4B435A7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8" name="Marcador de fecha 7">
            <a:extLst>
              <a:ext uri="{FF2B5EF4-FFF2-40B4-BE49-F238E27FC236}">
                <a16:creationId xmlns:a16="http://schemas.microsoft.com/office/drawing/2014/main" id="{CB7CD4EB-6E26-410A-EF46-8F6463C8AFBB}"/>
              </a:ext>
            </a:extLst>
          </p:cNvPr>
          <p:cNvSpPr>
            <a:spLocks noGrp="1"/>
          </p:cNvSpPr>
          <p:nvPr>
            <p:ph type="dt" sz="half" idx="10"/>
          </p:nvPr>
        </p:nvSpPr>
        <p:spPr/>
        <p:txBody>
          <a:bodyPr rtlCol="0"/>
          <a:lstStyle>
            <a:lvl1pPr>
              <a:defRPr>
                <a:solidFill>
                  <a:schemeClr val="tx1">
                    <a:lumMod val="65000"/>
                    <a:lumOff val="35000"/>
                  </a:schemeClr>
                </a:solidFill>
              </a:defRPr>
            </a:lvl1pPr>
          </a:lstStyle>
          <a:p>
            <a:pPr rtl="0"/>
            <a:r>
              <a:rPr lang="es"/>
              <a:t>20XX</a:t>
            </a:r>
            <a:endParaRPr lang="en-US"/>
          </a:p>
        </p:txBody>
      </p:sp>
      <p:sp>
        <p:nvSpPr>
          <p:cNvPr id="9" name="Marcador de pie de página 8">
            <a:extLst>
              <a:ext uri="{FF2B5EF4-FFF2-40B4-BE49-F238E27FC236}">
                <a16:creationId xmlns:a16="http://schemas.microsoft.com/office/drawing/2014/main" id="{8A1F507B-29BF-5113-DD2C-866A877CFBF7}"/>
              </a:ext>
            </a:extLst>
          </p:cNvPr>
          <p:cNvSpPr>
            <a:spLocks noGrp="1"/>
          </p:cNvSpPr>
          <p:nvPr>
            <p:ph type="ftr" sz="quarter" idx="11"/>
          </p:nvPr>
        </p:nvSpPr>
        <p:spPr/>
        <p:txBody>
          <a:bodyPr rtlCol="0"/>
          <a:lstStyle>
            <a:lvl1pPr>
              <a:defRPr>
                <a:solidFill>
                  <a:schemeClr val="tx1">
                    <a:lumMod val="65000"/>
                    <a:lumOff val="35000"/>
                  </a:schemeClr>
                </a:solidFill>
              </a:defRPr>
            </a:lvl1pPr>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FD88715E-9A29-92E8-2A02-02F9D5B12AE2}"/>
              </a:ext>
            </a:extLst>
          </p:cNvPr>
          <p:cNvSpPr>
            <a:spLocks noGrp="1"/>
          </p:cNvSpPr>
          <p:nvPr>
            <p:ph type="sldNum" sz="quarter" idx="12"/>
          </p:nvPr>
        </p:nvSpPr>
        <p:spPr/>
        <p:txBody>
          <a:bodyPr rtlCol="0"/>
          <a:lstStyle>
            <a:lvl1pPr>
              <a:defRPr>
                <a:solidFill>
                  <a:schemeClr val="tx1">
                    <a:lumMod val="65000"/>
                    <a:lumOff val="35000"/>
                  </a:schemeClr>
                </a:solidFill>
              </a:defRPr>
            </a:lvl1pPr>
          </a:lstStyle>
          <a:p>
            <a:pPr rtl="0"/>
            <a:fld id="{CC057153-B650-4DEB-B370-79DDCFDCE934}" type="slidenum">
              <a:rPr lang="en-US" smtClean="0"/>
              <a:pPr rtl="0"/>
              <a:t/>
            </a:fld>
            <a:endParaRPr lang="en-US"/>
          </a:p>
        </p:txBody>
      </p:sp>
      <p:grpSp>
        <p:nvGrpSpPr>
          <p:cNvPr id="4" name="Grupo 3">
            <a:extLst>
              <a:ext uri="{FF2B5EF4-FFF2-40B4-BE49-F238E27FC236}">
                <a16:creationId xmlns:a16="http://schemas.microsoft.com/office/drawing/2014/main" id="{F930DC26-FCB7-F59F-E550-F394F73FABB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5" name="Rectángulo 4">
              <a:extLst>
                <a:ext uri="{FF2B5EF4-FFF2-40B4-BE49-F238E27FC236}">
                  <a16:creationId xmlns:a16="http://schemas.microsoft.com/office/drawing/2014/main" id="{2D4DE5FF-0F72-4507-217C-7100EB3AD1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52E486A1-144B-B642-F4AF-1558E1373D0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7" name="Grupo 6">
                <a:extLst>
                  <a:ext uri="{FF2B5EF4-FFF2-40B4-BE49-F238E27FC236}">
                    <a16:creationId xmlns:a16="http://schemas.microsoft.com/office/drawing/2014/main" id="{43904E2F-06A7-A91E-63A3-841CA091F31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orma libre 68">
                  <a:extLst>
                    <a:ext uri="{FF2B5EF4-FFF2-40B4-BE49-F238E27FC236}">
                      <a16:creationId xmlns:a16="http://schemas.microsoft.com/office/drawing/2014/main" id="{4F4B782F-C897-6421-7A33-8A85899FD9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bre 69">
                  <a:extLst>
                    <a:ext uri="{FF2B5EF4-FFF2-40B4-BE49-F238E27FC236}">
                      <a16:creationId xmlns:a16="http://schemas.microsoft.com/office/drawing/2014/main" id="{32DC2824-6F42-A866-2FED-29511C9222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Línea 70">
                  <a:extLst>
                    <a:ext uri="{FF2B5EF4-FFF2-40B4-BE49-F238E27FC236}">
                      <a16:creationId xmlns:a16="http://schemas.microsoft.com/office/drawing/2014/main" id="{6EE3065B-FA28-F335-F90E-FC46E3C6DE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1" name="Grupo 10">
                <a:extLst>
                  <a:ext uri="{FF2B5EF4-FFF2-40B4-BE49-F238E27FC236}">
                    <a16:creationId xmlns:a16="http://schemas.microsoft.com/office/drawing/2014/main" id="{B4F42FEE-B9D7-5BBC-2DE5-865EE2DC0B4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orma libre 68">
                  <a:extLst>
                    <a:ext uri="{FF2B5EF4-FFF2-40B4-BE49-F238E27FC236}">
                      <a16:creationId xmlns:a16="http://schemas.microsoft.com/office/drawing/2014/main" id="{268C3F05-14F5-7176-DD7C-AFBBC0E29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bre 69">
                  <a:extLst>
                    <a:ext uri="{FF2B5EF4-FFF2-40B4-BE49-F238E27FC236}">
                      <a16:creationId xmlns:a16="http://schemas.microsoft.com/office/drawing/2014/main" id="{C9F805A6-A325-11B3-803F-F1A0B77B14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Línea 70">
                  <a:extLst>
                    <a:ext uri="{FF2B5EF4-FFF2-40B4-BE49-F238E27FC236}">
                      <a16:creationId xmlns:a16="http://schemas.microsoft.com/office/drawing/2014/main" id="{FC46F619-9CE7-068C-2154-308DB46E59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rtlCol="0" anchor="t">
            <a:normAutofit/>
          </a:bodyPr>
          <a:lstStyle>
            <a:lvl1pPr marL="0" indent="0" algn="ctr">
              <a:lnSpc>
                <a:spcPct val="100000"/>
              </a:lnSpc>
              <a:buNone/>
              <a:defRPr sz="200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rtlCol="0" anchor="b">
            <a:normAutofit/>
          </a:bodyPr>
          <a:lstStyle>
            <a:lvl1pPr algn="ctr">
              <a:defRPr sz="23200">
                <a:solidFill>
                  <a:schemeClr val="tx1">
                    <a:lumMod val="75000"/>
                    <a:lumOff val="25000"/>
                  </a:schemeClr>
                </a:solidFill>
              </a:defRPr>
            </a:lvl1pPr>
          </a:lstStyle>
          <a:p>
            <a:pPr rtl="0"/>
            <a:r>
              <a:rPr lang="es"/>
              <a:t>##%</a:t>
            </a:r>
          </a:p>
        </p:txBody>
      </p:sp>
    </p:spTree>
    <p:extLst>
      <p:ext uri="{BB962C8B-B14F-4D97-AF65-F5344CB8AC3E}">
        <p14:creationId xmlns:p14="http://schemas.microsoft.com/office/powerpoint/2010/main" val="123409001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1_269CFE2.xml><?xml version="1.0" encoding="utf-8"?>
<p:sldLayout xmlns:a="http://schemas.openxmlformats.org/drawingml/2006/main" xmlns:r="http://schemas.openxmlformats.org/officeDocument/2006/relationships" xmlns:p="http://schemas.openxmlformats.org/presentationml/2006/main" preserve="1">
  <p:cSld name="Afirmación 3">
    <p:spTree>
      <p:nvGrpSpPr>
        <p:cNvPr id="1" name=""/>
        <p:cNvGrpSpPr/>
        <p:nvPr/>
      </p:nvGrpSpPr>
      <p:grpSpPr>
        <a:xfrm>
          <a:off x="0" y="0"/>
          <a:ext cx="0" cy="0"/>
          <a:chOff x="0" y="0"/>
          <a:chExt cx="0" cy="0"/>
        </a:xfrm>
      </p:grpSpPr>
      <p:sp>
        <p:nvSpPr>
          <p:cNvPr id="6" name="Marcador de fecha 5">
            <a:extLst>
              <a:ext uri="{FF2B5EF4-FFF2-40B4-BE49-F238E27FC236}">
                <a16:creationId xmlns:a16="http://schemas.microsoft.com/office/drawing/2014/main" id="{FD6AE794-4896-BCB9-D8EB-6AF72B961847}"/>
              </a:ext>
            </a:extLst>
          </p:cNvPr>
          <p:cNvSpPr>
            <a:spLocks noGrp="1"/>
          </p:cNvSpPr>
          <p:nvPr>
            <p:ph type="dt" sz="half" idx="14"/>
          </p:nvPr>
        </p:nvSpPr>
        <p:spPr/>
        <p:txBody>
          <a:bodyPr rtlCol="0"/>
          <a:lstStyle/>
          <a:p>
            <a:pPr rtl="0"/>
            <a:r>
              <a:rPr lang="es"/>
              <a:t>20XX</a:t>
            </a:r>
            <a:endParaRPr lang="en-US"/>
          </a:p>
        </p:txBody>
      </p:sp>
      <p:sp>
        <p:nvSpPr>
          <p:cNvPr id="8" name="Marcador de pie de página 7">
            <a:extLst>
              <a:ext uri="{FF2B5EF4-FFF2-40B4-BE49-F238E27FC236}">
                <a16:creationId xmlns:a16="http://schemas.microsoft.com/office/drawing/2014/main" id="{DD30458F-B15B-5C63-C2E2-689FD11B440E}"/>
              </a:ext>
            </a:extLst>
          </p:cNvPr>
          <p:cNvSpPr>
            <a:spLocks noGrp="1"/>
          </p:cNvSpPr>
          <p:nvPr>
            <p:ph type="ftr" sz="quarter" idx="15"/>
          </p:nvPr>
        </p:nvSpPr>
        <p:spPr/>
        <p:txBody>
          <a:bodyPr rtlCol="0"/>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A6FD3A97-1607-7BD3-14FF-076C40F55C82}"/>
              </a:ext>
            </a:extLst>
          </p:cNvPr>
          <p:cNvSpPr>
            <a:spLocks noGrp="1"/>
          </p:cNvSpPr>
          <p:nvPr>
            <p:ph type="sldNum" sz="quarter" idx="16"/>
          </p:nvPr>
        </p:nvSpPr>
        <p:spPr/>
        <p:txBody>
          <a:bodyPr rtlCol="0"/>
          <a:lstStyle/>
          <a:p>
            <a:pPr rtl="0"/>
            <a:fld id="{CC057153-B650-4DEB-B370-79DDCFDCE934}" type="slidenum">
              <a:rPr lang="en-US" smtClean="0"/>
              <a:pPr rtl="0"/>
              <a:t/>
            </a:fld>
            <a:endParaRPr lang="en-US"/>
          </a:p>
        </p:txBody>
      </p:sp>
      <p:grpSp>
        <p:nvGrpSpPr>
          <p:cNvPr id="3" name="Grupo 2">
            <a:extLst>
              <a:ext uri="{FF2B5EF4-FFF2-40B4-BE49-F238E27FC236}">
                <a16:creationId xmlns:a16="http://schemas.microsoft.com/office/drawing/2014/main" id="{6D5F6BF8-4E62-F1D9-E0A1-C6CFD131E34D}"/>
              </a:ext>
            </a:extLst>
          </p:cNvPr>
          <p:cNvGrpSpPr/>
          <p:nvPr/>
        </p:nvGrpSpPr>
        <p:grpSpPr>
          <a:xfrm rot="2700000">
            <a:off x="10522137" y="4483036"/>
            <a:ext cx="633413" cy="1862138"/>
            <a:chOff x="5959192" y="333389"/>
            <a:chExt cx="633413" cy="1862138"/>
          </a:xfrm>
        </p:grpSpPr>
        <p:grpSp>
          <p:nvGrpSpPr>
            <p:cNvPr id="4" name="Grupo 3">
              <a:extLst>
                <a:ext uri="{FF2B5EF4-FFF2-40B4-BE49-F238E27FC236}">
                  <a16:creationId xmlns:a16="http://schemas.microsoft.com/office/drawing/2014/main" id="{7C670D84-461C-FF0D-C3AA-1641F4629621}"/>
                </a:ext>
              </a:extLst>
            </p:cNvPr>
            <p:cNvGrpSpPr/>
            <p:nvPr/>
          </p:nvGrpSpPr>
          <p:grpSpPr>
            <a:xfrm>
              <a:off x="5959192" y="333389"/>
              <a:ext cx="633413" cy="1419225"/>
              <a:chOff x="5959192" y="333389"/>
              <a:chExt cx="633413" cy="1419225"/>
            </a:xfrm>
          </p:grpSpPr>
          <p:sp>
            <p:nvSpPr>
              <p:cNvPr id="10" name="Forma libre 68">
                <a:extLst>
                  <a:ext uri="{FF2B5EF4-FFF2-40B4-BE49-F238E27FC236}">
                    <a16:creationId xmlns:a16="http://schemas.microsoft.com/office/drawing/2014/main" id="{49A11F21-4F90-A26E-79FB-01C006064249}"/>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1" name="Forma libre 69">
                <a:extLst>
                  <a:ext uri="{FF2B5EF4-FFF2-40B4-BE49-F238E27FC236}">
                    <a16:creationId xmlns:a16="http://schemas.microsoft.com/office/drawing/2014/main" id="{C2268EF7-632D-889E-3CF6-26DB2F798A90}"/>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 name="Línea 70">
              <a:extLst>
                <a:ext uri="{FF2B5EF4-FFF2-40B4-BE49-F238E27FC236}">
                  <a16:creationId xmlns:a16="http://schemas.microsoft.com/office/drawing/2014/main" id="{6CFFD916-AC31-9731-72CE-089A9EC1D88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sp>
        <p:nvSpPr>
          <p:cNvPr id="7" name="Marcador de contenido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rtlCol="0" anchor="t">
            <a:noAutofit/>
          </a:bodyPr>
          <a:lstStyle>
            <a:lvl1pPr marL="0" indent="0">
              <a:lnSpc>
                <a:spcPct val="100000"/>
              </a:lnSpc>
              <a:buNone/>
              <a:defRPr sz="4000" b="0" cap="all" baseline="0">
                <a:solidFill>
                  <a:schemeClr val="tx1">
                    <a:lumMod val="75000"/>
                    <a:lumOff val="25000"/>
                  </a:schemeClr>
                </a:solidFill>
                <a:latin typeface="Batang" panose="02030600000101010101" pitchFamily="18" charset="-127"/>
                <a:ea typeface="Batang" panose="02030600000101010101" pitchFamily="18" charset="-127"/>
              </a:defRPr>
            </a:lvl1pPr>
            <a:lvl2pPr marL="228600" indent="0">
              <a:lnSpc>
                <a:spcPct val="100000"/>
              </a:lnSpc>
              <a:buNone/>
              <a:defRPr sz="3200" b="0" cap="all" baseline="0">
                <a:solidFill>
                  <a:schemeClr val="tx1">
                    <a:lumMod val="75000"/>
                    <a:lumOff val="25000"/>
                  </a:schemeClr>
                </a:solidFill>
                <a:latin typeface="Batang" panose="02030600000101010101" pitchFamily="18" charset="-127"/>
                <a:ea typeface="Batang" panose="02030600000101010101" pitchFamily="18" charset="-127"/>
              </a:defRPr>
            </a:lvl2pPr>
            <a:lvl3pPr marL="457200" indent="0">
              <a:lnSpc>
                <a:spcPct val="100000"/>
              </a:lnSpc>
              <a:buNone/>
              <a:defRPr sz="2800" b="0" cap="all" baseline="0">
                <a:solidFill>
                  <a:schemeClr val="tx1">
                    <a:lumMod val="75000"/>
                    <a:lumOff val="25000"/>
                  </a:schemeClr>
                </a:solidFill>
                <a:latin typeface="Batang" panose="02030600000101010101" pitchFamily="18" charset="-127"/>
                <a:ea typeface="Batang" panose="02030600000101010101" pitchFamily="18" charset="-127"/>
              </a:defRPr>
            </a:lvl3pPr>
            <a:lvl4pPr marL="685800" indent="0">
              <a:lnSpc>
                <a:spcPct val="100000"/>
              </a:lnSpc>
              <a:buNone/>
              <a:defRPr sz="2400" b="0" cap="all" baseline="0">
                <a:solidFill>
                  <a:schemeClr val="tx1">
                    <a:lumMod val="75000"/>
                    <a:lumOff val="25000"/>
                  </a:schemeClr>
                </a:solidFill>
                <a:latin typeface="Batang" panose="02030600000101010101" pitchFamily="18" charset="-127"/>
                <a:ea typeface="Batang" panose="02030600000101010101" pitchFamily="18" charset="-127"/>
              </a:defRPr>
            </a:lvl4pPr>
            <a:lvl5pPr marL="914400" indent="0">
              <a:lnSpc>
                <a:spcPct val="100000"/>
              </a:lnSpc>
              <a:buNone/>
              <a:defRPr sz="2000" b="0" cap="all" baseline="0">
                <a:solidFill>
                  <a:schemeClr val="tx1">
                    <a:lumMod val="75000"/>
                    <a:lumOff val="25000"/>
                  </a:schemeClr>
                </a:solidFill>
                <a:latin typeface="Batang" panose="02030600000101010101" pitchFamily="18" charset="-127"/>
                <a:ea typeface="Batang" panose="02030600000101010101" pitchFamily="18" charset="-127"/>
              </a:defRPr>
            </a:lvl5pPr>
          </a:lstStyle>
          <a:p>
            <a:pPr lvl="0" rtl="0"/>
            <a:r>
              <a:rPr lang="es"/>
              <a:t>Haga clic para editar la afirmación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rtlCol="0"/>
          <a:lstStyle/>
          <a:p>
            <a:pPr rtl="0"/>
            <a:r>
              <a:rPr lang="es"/>
              <a:t>Haga clic para modificar el estilo de título del patrón</a:t>
            </a:r>
          </a:p>
        </p:txBody>
      </p:sp>
    </p:spTree>
    <p:extLst>
      <p:ext uri="{BB962C8B-B14F-4D97-AF65-F5344CB8AC3E}">
        <p14:creationId xmlns:p14="http://schemas.microsoft.com/office/powerpoint/2010/main" val="40488930"/>
      </p:ext>
    </p:extLst>
  </p:cSld>
  <p:clrMapOvr>
    <a:masterClrMapping/>
  </p:clrMapOvr>
</p:sldLayout>
</file>

<file path=ppt/slideLayouts/slideLayout_80000032_1558978E.xml><?xml version="1.0" encoding="utf-8"?>
<p:sldLayout xmlns:a="http://schemas.openxmlformats.org/drawingml/2006/main" xmlns:r="http://schemas.openxmlformats.org/officeDocument/2006/relationships" xmlns:p="http://schemas.openxmlformats.org/presentationml/2006/main" type="title" preserve="1">
  <p:cSld name="Cita 1">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9EBA842-3C47-C98E-BECC-A2BA68CB90A4}"/>
              </a:ext>
            </a:extLst>
          </p:cNvPr>
          <p:cNvGrpSpPr/>
          <p:nvPr/>
        </p:nvGrpSpPr>
        <p:grpSpPr>
          <a:xfrm>
            <a:off x="9740417" y="457964"/>
            <a:ext cx="2227875" cy="5970551"/>
            <a:chOff x="9740417" y="457964"/>
            <a:chExt cx="2227875" cy="5970551"/>
          </a:xfrm>
        </p:grpSpPr>
        <p:grpSp>
          <p:nvGrpSpPr>
            <p:cNvPr id="7" name="Grupo 6">
              <a:extLst>
                <a:ext uri="{FF2B5EF4-FFF2-40B4-BE49-F238E27FC236}">
                  <a16:creationId xmlns:a16="http://schemas.microsoft.com/office/drawing/2014/main" id="{51B54413-6147-226F-88B3-E31AE727595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8" name="Grupo 7">
                <a:extLst>
                  <a:ext uri="{FF2B5EF4-FFF2-40B4-BE49-F238E27FC236}">
                    <a16:creationId xmlns:a16="http://schemas.microsoft.com/office/drawing/2014/main" id="{3D347414-8753-C2D1-C9D7-7D31C1620A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4" name="Grupo 13">
                  <a:extLst>
                    <a:ext uri="{FF2B5EF4-FFF2-40B4-BE49-F238E27FC236}">
                      <a16:creationId xmlns:a16="http://schemas.microsoft.com/office/drawing/2014/main" id="{86EAA60C-6781-D6E6-52A9-B0CC6C39A4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8" name="Conector recto 17">
                    <a:extLst>
                      <a:ext uri="{FF2B5EF4-FFF2-40B4-BE49-F238E27FC236}">
                        <a16:creationId xmlns:a16="http://schemas.microsoft.com/office/drawing/2014/main" id="{27DBEF6D-451E-1EC0-0F93-5382B59C8D3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798E6F51-AD60-63E8-D3F4-48922E45B68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 name="Rectángulo 30">
                    <a:extLst>
                      <a:ext uri="{FF2B5EF4-FFF2-40B4-BE49-F238E27FC236}">
                        <a16:creationId xmlns:a16="http://schemas.microsoft.com/office/drawing/2014/main" id="{9238EADF-4AAC-42F9-04FF-D85EE2E184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Rectángulo 30">
                    <a:extLst>
                      <a:ext uri="{FF2B5EF4-FFF2-40B4-BE49-F238E27FC236}">
                        <a16:creationId xmlns:a16="http://schemas.microsoft.com/office/drawing/2014/main" id="{A0A47A32-B929-9019-05AB-60AB83AC3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5" name="Grupo 14">
                  <a:extLst>
                    <a:ext uri="{FF2B5EF4-FFF2-40B4-BE49-F238E27FC236}">
                      <a16:creationId xmlns:a16="http://schemas.microsoft.com/office/drawing/2014/main" id="{B11A4B9F-5CD8-3610-422B-4DA40D2A93D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 name="Forma libre: Forma 57">
                    <a:extLst>
                      <a:ext uri="{FF2B5EF4-FFF2-40B4-BE49-F238E27FC236}">
                        <a16:creationId xmlns:a16="http://schemas.microsoft.com/office/drawing/2014/main" id="{D1174682-6279-6557-BCE5-4BFD17DD2E6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7" name="Forma libre: Forma 58">
                    <a:extLst>
                      <a:ext uri="{FF2B5EF4-FFF2-40B4-BE49-F238E27FC236}">
                        <a16:creationId xmlns:a16="http://schemas.microsoft.com/office/drawing/2014/main" id="{5E03BFC7-092B-E72A-4721-BCDD98BAAC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9" name="Grupo 8">
                <a:extLst>
                  <a:ext uri="{FF2B5EF4-FFF2-40B4-BE49-F238E27FC236}">
                    <a16:creationId xmlns:a16="http://schemas.microsoft.com/office/drawing/2014/main" id="{5C26C4FA-4C21-DA7C-20DF-77DBBDE3AD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0" name="Grupo 9">
                  <a:extLst>
                    <a:ext uri="{FF2B5EF4-FFF2-40B4-BE49-F238E27FC236}">
                      <a16:creationId xmlns:a16="http://schemas.microsoft.com/office/drawing/2014/main" id="{7FC7DBC6-E548-8549-E533-384E24D9F9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2" name="Forma libre 68">
                    <a:extLst>
                      <a:ext uri="{FF2B5EF4-FFF2-40B4-BE49-F238E27FC236}">
                        <a16:creationId xmlns:a16="http://schemas.microsoft.com/office/drawing/2014/main" id="{21F3052E-8291-BDE2-D343-9033B0B7C2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bre 69">
                    <a:extLst>
                      <a:ext uri="{FF2B5EF4-FFF2-40B4-BE49-F238E27FC236}">
                        <a16:creationId xmlns:a16="http://schemas.microsoft.com/office/drawing/2014/main" id="{65EBFC80-8F55-2939-D942-55C8ED90404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1" name="Línea 70">
                  <a:extLst>
                    <a:ext uri="{FF2B5EF4-FFF2-40B4-BE49-F238E27FC236}">
                      <a16:creationId xmlns:a16="http://schemas.microsoft.com/office/drawing/2014/main" id="{2FB7E048-453C-E77C-397B-00561B12CA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22" name="Grupo 21">
              <a:extLst>
                <a:ext uri="{FF2B5EF4-FFF2-40B4-BE49-F238E27FC236}">
                  <a16:creationId xmlns:a16="http://schemas.microsoft.com/office/drawing/2014/main" id="{283F345C-E67C-40F6-8AA0-DCC8FE0D9DF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23" name="Grupo 22">
                <a:extLst>
                  <a:ext uri="{FF2B5EF4-FFF2-40B4-BE49-F238E27FC236}">
                    <a16:creationId xmlns:a16="http://schemas.microsoft.com/office/drawing/2014/main" id="{D9BBAAFA-2153-05D2-F0BC-58CA840216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9" name="Grupo 28">
                  <a:extLst>
                    <a:ext uri="{FF2B5EF4-FFF2-40B4-BE49-F238E27FC236}">
                      <a16:creationId xmlns:a16="http://schemas.microsoft.com/office/drawing/2014/main" id="{5B611942-A154-0A24-2176-BBB56AA0CA6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3" name="Conector recto 32">
                    <a:extLst>
                      <a:ext uri="{FF2B5EF4-FFF2-40B4-BE49-F238E27FC236}">
                        <a16:creationId xmlns:a16="http://schemas.microsoft.com/office/drawing/2014/main" id="{3D6625D6-8B0F-4100-15D3-0E1A43A8C6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Conector recto 33">
                    <a:extLst>
                      <a:ext uri="{FF2B5EF4-FFF2-40B4-BE49-F238E27FC236}">
                        <a16:creationId xmlns:a16="http://schemas.microsoft.com/office/drawing/2014/main" id="{FFC94599-D122-38B2-FD07-52BE8B20ABA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5" name="Rectángulo 30">
                    <a:extLst>
                      <a:ext uri="{FF2B5EF4-FFF2-40B4-BE49-F238E27FC236}">
                        <a16:creationId xmlns:a16="http://schemas.microsoft.com/office/drawing/2014/main" id="{4E44F1B1-4DD5-1B1C-478D-B91AC577BA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6" name="Rectángulo 30">
                    <a:extLst>
                      <a:ext uri="{FF2B5EF4-FFF2-40B4-BE49-F238E27FC236}">
                        <a16:creationId xmlns:a16="http://schemas.microsoft.com/office/drawing/2014/main" id="{214BC9FA-7F74-A6C0-9617-623E79DF11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0" name="Grupo 29">
                  <a:extLst>
                    <a:ext uri="{FF2B5EF4-FFF2-40B4-BE49-F238E27FC236}">
                      <a16:creationId xmlns:a16="http://schemas.microsoft.com/office/drawing/2014/main" id="{CE533219-C65B-9694-CE38-99FACCF1508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1" name="Forma libre: Forma 141">
                    <a:extLst>
                      <a:ext uri="{FF2B5EF4-FFF2-40B4-BE49-F238E27FC236}">
                        <a16:creationId xmlns:a16="http://schemas.microsoft.com/office/drawing/2014/main" id="{A97CD365-7A7A-90D7-CFD3-ED85A55BDA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2" name="Forma libre: Forma 142">
                    <a:extLst>
                      <a:ext uri="{FF2B5EF4-FFF2-40B4-BE49-F238E27FC236}">
                        <a16:creationId xmlns:a16="http://schemas.microsoft.com/office/drawing/2014/main" id="{F70FCC99-35D9-C4BB-8494-EF48EF272A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4" name="Grupo 23">
                <a:extLst>
                  <a:ext uri="{FF2B5EF4-FFF2-40B4-BE49-F238E27FC236}">
                    <a16:creationId xmlns:a16="http://schemas.microsoft.com/office/drawing/2014/main" id="{A57C1716-7C81-4A32-8CC4-C71C077FCD4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5" name="Grupo 24">
                  <a:extLst>
                    <a:ext uri="{FF2B5EF4-FFF2-40B4-BE49-F238E27FC236}">
                      <a16:creationId xmlns:a16="http://schemas.microsoft.com/office/drawing/2014/main" id="{2B6AD793-C4F0-BDE4-7AE4-14142B552D0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7" name="Forma libre 68">
                    <a:extLst>
                      <a:ext uri="{FF2B5EF4-FFF2-40B4-BE49-F238E27FC236}">
                        <a16:creationId xmlns:a16="http://schemas.microsoft.com/office/drawing/2014/main" id="{2B86639D-FA8C-1586-0EF9-0DDFAFC0CB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8" name="Forma libre 69">
                    <a:extLst>
                      <a:ext uri="{FF2B5EF4-FFF2-40B4-BE49-F238E27FC236}">
                        <a16:creationId xmlns:a16="http://schemas.microsoft.com/office/drawing/2014/main" id="{D2ABB00E-E286-783E-1974-7C4A134C7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6" name="Línea 70">
                  <a:extLst>
                    <a:ext uri="{FF2B5EF4-FFF2-40B4-BE49-F238E27FC236}">
                      <a16:creationId xmlns:a16="http://schemas.microsoft.com/office/drawing/2014/main" id="{DC7C8E73-5391-0772-2BFF-60BC9B7F4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8" name="Marcador de fecha 37">
            <a:extLst>
              <a:ext uri="{FF2B5EF4-FFF2-40B4-BE49-F238E27FC236}">
                <a16:creationId xmlns:a16="http://schemas.microsoft.com/office/drawing/2014/main" id="{EDE5DA25-6B46-B9A6-7FFC-464C5E761618}"/>
              </a:ext>
            </a:extLst>
          </p:cNvPr>
          <p:cNvSpPr>
            <a:spLocks noGrp="1"/>
          </p:cNvSpPr>
          <p:nvPr>
            <p:ph type="dt" sz="half" idx="10"/>
          </p:nvPr>
        </p:nvSpPr>
        <p:spPr/>
        <p:txBody>
          <a:bodyPr rtlCol="0"/>
          <a:lstStyle/>
          <a:p>
            <a:pPr rtl="0"/>
            <a:r>
              <a:rPr lang="es"/>
              <a:t>20XX</a:t>
            </a:r>
            <a:endParaRPr lang="en-US"/>
          </a:p>
        </p:txBody>
      </p:sp>
      <p:sp>
        <p:nvSpPr>
          <p:cNvPr id="39" name="Marcador de pie de página 38">
            <a:extLst>
              <a:ext uri="{FF2B5EF4-FFF2-40B4-BE49-F238E27FC236}">
                <a16:creationId xmlns:a16="http://schemas.microsoft.com/office/drawing/2014/main" id="{B787A52D-676F-1CF6-882D-92C6022BCAE6}"/>
              </a:ext>
            </a:extLst>
          </p:cNvPr>
          <p:cNvSpPr>
            <a:spLocks noGrp="1"/>
          </p:cNvSpPr>
          <p:nvPr>
            <p:ph type="ftr" sz="quarter" idx="11"/>
          </p:nvPr>
        </p:nvSpPr>
        <p:spPr/>
        <p:txBody>
          <a:bodyPr rtlCol="0"/>
          <a:lstStyle/>
          <a:p>
            <a:pPr rtl="0"/>
            <a:r>
              <a:rPr lang="es"/>
              <a:t>Muestra de texto de pie de página</a:t>
            </a:r>
            <a:endParaRPr lang="en-US"/>
          </a:p>
        </p:txBody>
      </p:sp>
      <p:sp>
        <p:nvSpPr>
          <p:cNvPr id="40" name="Marcador de número de diapositiva 39">
            <a:extLst>
              <a:ext uri="{FF2B5EF4-FFF2-40B4-BE49-F238E27FC236}">
                <a16:creationId xmlns:a16="http://schemas.microsoft.com/office/drawing/2014/main" id="{EB85D4D9-091D-3BB4-EEF9-080683D48CE9}"/>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cxnSp>
        <p:nvCxnSpPr>
          <p:cNvPr id="6" name="Conector recto 5">
            <a:extLst>
              <a:ext uri="{FF2B5EF4-FFF2-40B4-BE49-F238E27FC236}">
                <a16:creationId xmlns:a16="http://schemas.microsoft.com/office/drawing/2014/main" id="{349D3643-667E-326E-DF16-007B8A67F8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4870289"/>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12648" y="5303520"/>
            <a:ext cx="8778240" cy="548640"/>
          </a:xfrm>
        </p:spPr>
        <p:txBody>
          <a:bodyPr rtlCol="0" anchor="ctr">
            <a:noAutofit/>
          </a:bodyPr>
          <a:lstStyle>
            <a:lvl1pPr marL="0" indent="0" algn="l">
              <a:lnSpc>
                <a:spcPct val="100000"/>
              </a:lnSpc>
              <a:buNone/>
              <a:defRPr sz="2000" b="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188720"/>
            <a:ext cx="8778240" cy="3657600"/>
          </a:xfrm>
        </p:spPr>
        <p:txBody>
          <a:bodyPr rtlCol="0" anchor="ctr">
            <a:normAutofit/>
          </a:bodyPr>
          <a:lstStyle>
            <a:lvl1pPr algn="l">
              <a:lnSpc>
                <a:spcPct val="100000"/>
              </a:lnSpc>
              <a:defRPr sz="4000" b="0"/>
            </a:lvl1pPr>
          </a:lstStyle>
          <a:p>
            <a:pPr rtl="0"/>
            <a:r>
              <a:rPr lang="es"/>
              <a:t>Haga clic para editar la cita</a:t>
            </a:r>
          </a:p>
        </p:txBody>
      </p:sp>
    </p:spTree>
    <p:extLst>
      <p:ext uri="{BB962C8B-B14F-4D97-AF65-F5344CB8AC3E}">
        <p14:creationId xmlns:p14="http://schemas.microsoft.com/office/powerpoint/2010/main" val="3581275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3_8C8710A9.xml><?xml version="1.0" encoding="utf-8"?>
<p:sldLayout xmlns:a="http://schemas.openxmlformats.org/drawingml/2006/main" xmlns:r="http://schemas.openxmlformats.org/officeDocument/2006/relationships" xmlns:p="http://schemas.openxmlformats.org/presentationml/2006/main" type="title" preserve="1">
  <p:cSld name="Cita 2">
    <p:bg>
      <p:bgPr>
        <a:solidFill>
          <a:schemeClr val="tx2"/>
        </a:solidFill>
        <a:effectLst/>
      </p:bgPr>
    </p:bg>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33BF9B84-1206-173F-EAC3-2F5354E4E4F6}"/>
              </a:ext>
            </a:extLst>
          </p:cNvPr>
          <p:cNvSpPr>
            <a:spLocks noGrp="1"/>
          </p:cNvSpPr>
          <p:nvPr>
            <p:ph type="dt" sz="half" idx="10"/>
          </p:nvPr>
        </p:nvSpPr>
        <p:spPr/>
        <p:txBody>
          <a:bodyPr rtlCol="0"/>
          <a:lstStyle>
            <a:lvl1pPr>
              <a:defRPr>
                <a:solidFill>
                  <a:schemeClr val="bg1">
                    <a:lumMod val="65000"/>
                    <a:lumOff val="35000"/>
                  </a:schemeClr>
                </a:solidFill>
              </a:defRPr>
            </a:lvl1pPr>
          </a:lstStyle>
          <a:p>
            <a:pPr rtl="0"/>
            <a:r>
              <a:rPr lang="es"/>
              <a:t>20XX</a:t>
            </a:r>
            <a:endParaRPr lang="en-US"/>
          </a:p>
        </p:txBody>
      </p:sp>
      <p:sp>
        <p:nvSpPr>
          <p:cNvPr id="8" name="Marcador de pie de página 7">
            <a:extLst>
              <a:ext uri="{FF2B5EF4-FFF2-40B4-BE49-F238E27FC236}">
                <a16:creationId xmlns:a16="http://schemas.microsoft.com/office/drawing/2014/main" id="{85777012-FF09-2955-E37E-D84DE60BFFD7}"/>
              </a:ext>
            </a:extLst>
          </p:cNvPr>
          <p:cNvSpPr>
            <a:spLocks noGrp="1"/>
          </p:cNvSpPr>
          <p:nvPr>
            <p:ph type="ftr" sz="quarter" idx="11"/>
          </p:nvPr>
        </p:nvSpPr>
        <p:spPr/>
        <p:txBody>
          <a:bodyPr rtlCol="0"/>
          <a:lstStyle>
            <a:lvl1pPr>
              <a:defRPr>
                <a:solidFill>
                  <a:schemeClr val="bg1">
                    <a:lumMod val="65000"/>
                    <a:lumOff val="35000"/>
                  </a:schemeClr>
                </a:solidFill>
              </a:defRPr>
            </a:lvl1pPr>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585D0419-0817-758C-FCD5-1FD1EEE6AF2A}"/>
              </a:ext>
            </a:extLst>
          </p:cNvPr>
          <p:cNvSpPr>
            <a:spLocks noGrp="1"/>
          </p:cNvSpPr>
          <p:nvPr>
            <p:ph type="sldNum" sz="quarter" idx="12"/>
          </p:nvPr>
        </p:nvSpPr>
        <p:spPr/>
        <p:txBody>
          <a:bodyPr rtlCol="0"/>
          <a:lstStyle>
            <a:lvl1pPr>
              <a:defRPr>
                <a:solidFill>
                  <a:schemeClr val="bg1">
                    <a:lumMod val="65000"/>
                    <a:lumOff val="35000"/>
                  </a:schemeClr>
                </a:solidFill>
              </a:defRPr>
            </a:lvl1pPr>
          </a:lstStyle>
          <a:p>
            <a:pPr rtl="0"/>
            <a:fld id="{CC057153-B650-4DEB-B370-79DDCFDCE934}" type="slidenum">
              <a:rPr lang="en-US" smtClean="0"/>
              <a:pPr rtl="0"/>
              <a:t/>
            </a:fld>
            <a:endParaRPr lang="en-US"/>
          </a:p>
        </p:txBody>
      </p:sp>
      <p:grpSp>
        <p:nvGrpSpPr>
          <p:cNvPr id="4" name="Grupo 3">
            <a:extLst>
              <a:ext uri="{FF2B5EF4-FFF2-40B4-BE49-F238E27FC236}">
                <a16:creationId xmlns:a16="http://schemas.microsoft.com/office/drawing/2014/main" id="{87B25E08-7F85-EEBE-347D-2C58E82FA31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5" name="Rectángulo 4">
              <a:extLst>
                <a:ext uri="{FF2B5EF4-FFF2-40B4-BE49-F238E27FC236}">
                  <a16:creationId xmlns:a16="http://schemas.microsoft.com/office/drawing/2014/main" id="{4DC06BB2-68EC-DEC4-7129-2A0E48E3B5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0832F3D2-C5FA-4E83-6685-08CA600B189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upo 9">
                <a:extLst>
                  <a:ext uri="{FF2B5EF4-FFF2-40B4-BE49-F238E27FC236}">
                    <a16:creationId xmlns:a16="http://schemas.microsoft.com/office/drawing/2014/main" id="{C5890F6F-4AE1-B659-4D3E-60846190E3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orma libre 68">
                  <a:extLst>
                    <a:ext uri="{FF2B5EF4-FFF2-40B4-BE49-F238E27FC236}">
                      <a16:creationId xmlns:a16="http://schemas.microsoft.com/office/drawing/2014/main" id="{9D8D7C35-1556-5858-4702-C7D4E838B2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bre 69">
                  <a:extLst>
                    <a:ext uri="{FF2B5EF4-FFF2-40B4-BE49-F238E27FC236}">
                      <a16:creationId xmlns:a16="http://schemas.microsoft.com/office/drawing/2014/main" id="{C3C5FB31-6CDE-74CC-ED72-B65943E4C2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Línea 70">
                  <a:extLst>
                    <a:ext uri="{FF2B5EF4-FFF2-40B4-BE49-F238E27FC236}">
                      <a16:creationId xmlns:a16="http://schemas.microsoft.com/office/drawing/2014/main" id="{5A9A7064-4FC4-2763-1CB1-02229FDCB3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1" name="Grupo 10">
                <a:extLst>
                  <a:ext uri="{FF2B5EF4-FFF2-40B4-BE49-F238E27FC236}">
                    <a16:creationId xmlns:a16="http://schemas.microsoft.com/office/drawing/2014/main" id="{FBE0AE6B-8730-F793-4056-EBD82EC1066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orma libre 68">
                  <a:extLst>
                    <a:ext uri="{FF2B5EF4-FFF2-40B4-BE49-F238E27FC236}">
                      <a16:creationId xmlns:a16="http://schemas.microsoft.com/office/drawing/2014/main" id="{B86231CF-4518-2AC5-1CDC-E4C62D3602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bre 69">
                  <a:extLst>
                    <a:ext uri="{FF2B5EF4-FFF2-40B4-BE49-F238E27FC236}">
                      <a16:creationId xmlns:a16="http://schemas.microsoft.com/office/drawing/2014/main" id="{DE705837-6AFF-390C-44B1-397EBAFF33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Línea 70">
                  <a:extLst>
                    <a:ext uri="{FF2B5EF4-FFF2-40B4-BE49-F238E27FC236}">
                      <a16:creationId xmlns:a16="http://schemas.microsoft.com/office/drawing/2014/main" id="{6873C17A-B4A8-79DA-398E-F218CF9D58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8" name="Conector recto 17">
            <a:extLst>
              <a:ext uri="{FF2B5EF4-FFF2-40B4-BE49-F238E27FC236}">
                <a16:creationId xmlns:a16="http://schemas.microsoft.com/office/drawing/2014/main" id="{B48A30F9-EC2B-708F-CFF0-8A84E881A6A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6000" y="4754880"/>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03520"/>
            <a:ext cx="9198864" cy="548640"/>
          </a:xfrm>
        </p:spPr>
        <p:txBody>
          <a:bodyPr rtlCol="0" anchor="ctr">
            <a:noAutofit/>
          </a:bodyPr>
          <a:lstStyle>
            <a:lvl1pPr marL="0" indent="0" algn="ctr">
              <a:lnSpc>
                <a:spcPct val="100000"/>
              </a:lnSpc>
              <a:buNone/>
              <a:defRPr sz="2000" b="0" cap="all" spc="100" baseline="0">
                <a:solidFill>
                  <a:schemeClr val="bg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rtlCol="0" anchor="ctr">
            <a:normAutofit/>
          </a:bodyPr>
          <a:lstStyle>
            <a:lvl1pPr algn="ctr">
              <a:lnSpc>
                <a:spcPct val="100000"/>
              </a:lnSpc>
              <a:defRPr sz="4000" b="0">
                <a:solidFill>
                  <a:schemeClr val="bg1">
                    <a:lumMod val="75000"/>
                    <a:lumOff val="25000"/>
                  </a:schemeClr>
                </a:solidFill>
              </a:defRPr>
            </a:lvl1pPr>
          </a:lstStyle>
          <a:p>
            <a:pPr rtl="0"/>
            <a:r>
              <a:rPr lang="es"/>
              <a:t>Haga clic para editar la cita</a:t>
            </a:r>
          </a:p>
        </p:txBody>
      </p:sp>
    </p:spTree>
    <p:extLst>
      <p:ext uri="{BB962C8B-B14F-4D97-AF65-F5344CB8AC3E}">
        <p14:creationId xmlns:p14="http://schemas.microsoft.com/office/powerpoint/2010/main" val="23576618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4_F856F540.xml><?xml version="1.0" encoding="utf-8"?>
<p:sldLayout xmlns:a="http://schemas.openxmlformats.org/drawingml/2006/main" xmlns:r="http://schemas.openxmlformats.org/officeDocument/2006/relationships" xmlns:p="http://schemas.openxmlformats.org/presentationml/2006/main" type="title" preserve="1">
  <p:cSld name="Cita 3">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F6C1257C-9B41-78D7-C9C0-2B25AECC26D2}"/>
              </a:ext>
            </a:extLst>
          </p:cNvPr>
          <p:cNvSpPr>
            <a:spLocks noGrp="1"/>
          </p:cNvSpPr>
          <p:nvPr>
            <p:ph type="dt" sz="half" idx="10"/>
          </p:nvPr>
        </p:nvSpPr>
        <p:spPr/>
        <p:txBody>
          <a:bodyPr rtlCol="0"/>
          <a:lstStyle/>
          <a:p>
            <a:pPr rtl="0"/>
            <a:r>
              <a:rPr lang="es"/>
              <a:t>20XX</a:t>
            </a:r>
            <a:endParaRPr lang="en-US"/>
          </a:p>
        </p:txBody>
      </p:sp>
      <p:sp>
        <p:nvSpPr>
          <p:cNvPr id="8" name="Marcador de pie de página 7">
            <a:extLst>
              <a:ext uri="{FF2B5EF4-FFF2-40B4-BE49-F238E27FC236}">
                <a16:creationId xmlns:a16="http://schemas.microsoft.com/office/drawing/2014/main" id="{560AC85C-5293-C84A-0E4C-5F5E14E2C1E2}"/>
              </a:ext>
            </a:extLst>
          </p:cNvPr>
          <p:cNvSpPr>
            <a:spLocks noGrp="1"/>
          </p:cNvSpPr>
          <p:nvPr>
            <p:ph type="ftr" sz="quarter" idx="11"/>
          </p:nvPr>
        </p:nvSpPr>
        <p:spPr/>
        <p:txBody>
          <a:bodyPr rtlCol="0"/>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A1CEA57E-D067-1644-60AE-1AA532586395}"/>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grpSp>
        <p:nvGrpSpPr>
          <p:cNvPr id="4" name="Grupo 3">
            <a:extLst>
              <a:ext uri="{FF2B5EF4-FFF2-40B4-BE49-F238E27FC236}">
                <a16:creationId xmlns:a16="http://schemas.microsoft.com/office/drawing/2014/main" id="{4BC73ACC-D2E1-A902-9CFD-5514C0EB843E}"/>
              </a:ext>
            </a:extLst>
          </p:cNvPr>
          <p:cNvGrpSpPr/>
          <p:nvPr/>
        </p:nvGrpSpPr>
        <p:grpSpPr>
          <a:xfrm>
            <a:off x="10345635" y="649304"/>
            <a:ext cx="698051" cy="1372591"/>
            <a:chOff x="1079500" y="649304"/>
            <a:chExt cx="698051" cy="1372591"/>
          </a:xfrm>
        </p:grpSpPr>
        <p:sp>
          <p:nvSpPr>
            <p:cNvPr id="5" name="Elipse 4">
              <a:extLst>
                <a:ext uri="{FF2B5EF4-FFF2-40B4-BE49-F238E27FC236}">
                  <a16:creationId xmlns:a16="http://schemas.microsoft.com/office/drawing/2014/main" id="{3A8F7568-F65C-1826-02F4-71D36A34505E}"/>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lvl="0" rtl="0"/>
              <a:endParaRPr lang="en-US">
                <a:solidFill>
                  <a:schemeClr val="tx1"/>
                </a:solidFill>
              </a:endParaRPr>
            </a:p>
          </p:txBody>
        </p:sp>
        <p:grpSp>
          <p:nvGrpSpPr>
            <p:cNvPr id="6" name="Grupo 5">
              <a:extLst>
                <a:ext uri="{FF2B5EF4-FFF2-40B4-BE49-F238E27FC236}">
                  <a16:creationId xmlns:a16="http://schemas.microsoft.com/office/drawing/2014/main" id="{CD9F4D79-EF81-3DAC-E6F0-9966B3BA8B66}"/>
                </a:ext>
              </a:extLst>
            </p:cNvPr>
            <p:cNvGrpSpPr/>
            <p:nvPr/>
          </p:nvGrpSpPr>
          <p:grpSpPr>
            <a:xfrm rot="10800000">
              <a:off x="1079500" y="952167"/>
              <a:ext cx="641184" cy="1069728"/>
              <a:chOff x="6484111" y="2967038"/>
              <a:chExt cx="641184" cy="1069728"/>
            </a:xfrm>
          </p:grpSpPr>
          <p:grpSp>
            <p:nvGrpSpPr>
              <p:cNvPr id="10" name="Grupo 9">
                <a:extLst>
                  <a:ext uri="{FF2B5EF4-FFF2-40B4-BE49-F238E27FC236}">
                    <a16:creationId xmlns:a16="http://schemas.microsoft.com/office/drawing/2014/main" id="{765DCA08-C13A-7307-8DFC-CBA8E4CCE422}"/>
                  </a:ext>
                </a:extLst>
              </p:cNvPr>
              <p:cNvGrpSpPr/>
              <p:nvPr/>
            </p:nvGrpSpPr>
            <p:grpSpPr>
              <a:xfrm>
                <a:off x="6808136" y="2967038"/>
                <a:ext cx="317159" cy="932400"/>
                <a:chOff x="6808136" y="2967038"/>
                <a:chExt cx="317159" cy="932400"/>
              </a:xfrm>
            </p:grpSpPr>
            <p:sp>
              <p:nvSpPr>
                <p:cNvPr id="15" name="Forma libre 68">
                  <a:extLst>
                    <a:ext uri="{FF2B5EF4-FFF2-40B4-BE49-F238E27FC236}">
                      <a16:creationId xmlns:a16="http://schemas.microsoft.com/office/drawing/2014/main" id="{F27AC9C8-5613-A519-4CEB-29DEE249E3C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bre 69">
                  <a:extLst>
                    <a:ext uri="{FF2B5EF4-FFF2-40B4-BE49-F238E27FC236}">
                      <a16:creationId xmlns:a16="http://schemas.microsoft.com/office/drawing/2014/main" id="{87BACDFB-87E3-1AF8-DD12-17A45E4223B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Línea 70">
                  <a:extLst>
                    <a:ext uri="{FF2B5EF4-FFF2-40B4-BE49-F238E27FC236}">
                      <a16:creationId xmlns:a16="http://schemas.microsoft.com/office/drawing/2014/main" id="{C2D2B8AE-E1D9-05B9-65C3-8AA338C82B2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1" name="Grupo 10">
                <a:extLst>
                  <a:ext uri="{FF2B5EF4-FFF2-40B4-BE49-F238E27FC236}">
                    <a16:creationId xmlns:a16="http://schemas.microsoft.com/office/drawing/2014/main" id="{20221997-1E60-D165-D6DD-259C80A46B02}"/>
                  </a:ext>
                </a:extLst>
              </p:cNvPr>
              <p:cNvGrpSpPr/>
              <p:nvPr/>
            </p:nvGrpSpPr>
            <p:grpSpPr>
              <a:xfrm rot="18900000" flipH="1">
                <a:off x="6484111" y="3104366"/>
                <a:ext cx="317159" cy="932400"/>
                <a:chOff x="6808136" y="2967038"/>
                <a:chExt cx="317159" cy="932400"/>
              </a:xfrm>
            </p:grpSpPr>
            <p:sp>
              <p:nvSpPr>
                <p:cNvPr id="12" name="Forma libre 68">
                  <a:extLst>
                    <a:ext uri="{FF2B5EF4-FFF2-40B4-BE49-F238E27FC236}">
                      <a16:creationId xmlns:a16="http://schemas.microsoft.com/office/drawing/2014/main" id="{FE3286D6-38FC-8B18-9012-A8EB46C5F28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bre 69">
                  <a:extLst>
                    <a:ext uri="{FF2B5EF4-FFF2-40B4-BE49-F238E27FC236}">
                      <a16:creationId xmlns:a16="http://schemas.microsoft.com/office/drawing/2014/main" id="{3B79B884-3CA9-39CF-2020-ACD13718D1F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Línea 70">
                  <a:extLst>
                    <a:ext uri="{FF2B5EF4-FFF2-40B4-BE49-F238E27FC236}">
                      <a16:creationId xmlns:a16="http://schemas.microsoft.com/office/drawing/2014/main" id="{3C4A024D-7F6B-26A2-E0CF-77BDF5DFC4BC}"/>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18" name="Conector recto 17">
            <a:extLst>
              <a:ext uri="{FF2B5EF4-FFF2-40B4-BE49-F238E27FC236}">
                <a16:creationId xmlns:a16="http://schemas.microsoft.com/office/drawing/2014/main" id="{27DC5E14-FC0C-F458-FA29-6BC96E2CB2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4754880"/>
            <a:ext cx="540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12648" y="5303520"/>
            <a:ext cx="8961120" cy="548640"/>
          </a:xfrm>
        </p:spPr>
        <p:txBody>
          <a:bodyPr rtlCol="0" anchor="ctr">
            <a:noAutofit/>
          </a:bodyPr>
          <a:lstStyle>
            <a:lvl1pPr marL="0" indent="0" algn="l">
              <a:lnSpc>
                <a:spcPct val="100000"/>
              </a:lnSpc>
              <a:buNone/>
              <a:defRPr sz="2000" b="0" cap="all" spc="100" baseline="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Autor de la cita</a:t>
            </a:r>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234440"/>
            <a:ext cx="8961120" cy="3169920"/>
          </a:xfrm>
        </p:spPr>
        <p:txBody>
          <a:bodyPr rtlCol="0" anchor="ctr">
            <a:normAutofit/>
          </a:bodyPr>
          <a:lstStyle>
            <a:lvl1pPr algn="l">
              <a:lnSpc>
                <a:spcPct val="100000"/>
              </a:lnSpc>
              <a:defRPr sz="4000" b="0"/>
            </a:lvl1pPr>
          </a:lstStyle>
          <a:p>
            <a:pPr rtl="0"/>
            <a:r>
              <a:rPr lang="es"/>
              <a:t>Haga clic para editar la cita</a:t>
            </a:r>
          </a:p>
        </p:txBody>
      </p:sp>
    </p:spTree>
    <p:extLst>
      <p:ext uri="{BB962C8B-B14F-4D97-AF65-F5344CB8AC3E}">
        <p14:creationId xmlns:p14="http://schemas.microsoft.com/office/powerpoint/2010/main" val="4166448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5_2A723CB0.xml><?xml version="1.0" encoding="utf-8"?>
<p:sldLayout xmlns:a="http://schemas.openxmlformats.org/drawingml/2006/main" xmlns:r="http://schemas.openxmlformats.org/officeDocument/2006/relationships" xmlns:p="http://schemas.openxmlformats.org/presentationml/2006/main" preserve="1">
  <p:cSld name="Dos contenidos">
    <p:spTree>
      <p:nvGrpSpPr>
        <p:cNvPr id="1" name=""/>
        <p:cNvGrpSpPr/>
        <p:nvPr/>
      </p:nvGrpSpPr>
      <p:grpSpPr>
        <a:xfrm>
          <a:off x="0" y="0"/>
          <a:ext cx="0" cy="0"/>
          <a:chOff x="0" y="0"/>
          <a:chExt cx="0" cy="0"/>
        </a:xfrm>
      </p:grpSpPr>
      <p:cxnSp>
        <p:nvCxnSpPr>
          <p:cNvPr id="8" name="Conector recto 7">
            <a:extLst>
              <a:ext uri="{FF2B5EF4-FFF2-40B4-BE49-F238E27FC236}">
                <a16:creationId xmlns:a16="http://schemas.microsoft.com/office/drawing/2014/main" id="{1DD89DC3-7755-6F68-B7F5-979FD6C7440D}"/>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Marcador de fecha 2">
            <a:extLst>
              <a:ext uri="{FF2B5EF4-FFF2-40B4-BE49-F238E27FC236}">
                <a16:creationId xmlns:a16="http://schemas.microsoft.com/office/drawing/2014/main" id="{9802CF08-CC52-E7E8-E565-6700958B4105}"/>
              </a:ext>
            </a:extLst>
          </p:cNvPr>
          <p:cNvSpPr>
            <a:spLocks noGrp="1"/>
          </p:cNvSpPr>
          <p:nvPr>
            <p:ph type="dt" sz="half" idx="15"/>
          </p:nvPr>
        </p:nvSpPr>
        <p:spPr/>
        <p:txBody>
          <a:bodyPr rtlCol="0"/>
          <a:lstStyle/>
          <a:p>
            <a:pPr rtl="0"/>
            <a:r>
              <a:rPr lang="es"/>
              <a:t>20XX</a:t>
            </a:r>
            <a:endParaRPr lang="en-US"/>
          </a:p>
        </p:txBody>
      </p:sp>
      <p:sp>
        <p:nvSpPr>
          <p:cNvPr id="4" name="Marcador de pie de página 3">
            <a:extLst>
              <a:ext uri="{FF2B5EF4-FFF2-40B4-BE49-F238E27FC236}">
                <a16:creationId xmlns:a16="http://schemas.microsoft.com/office/drawing/2014/main" id="{0823CA10-9755-BD67-C4D3-8A1BB620AEF2}"/>
              </a:ext>
            </a:extLst>
          </p:cNvPr>
          <p:cNvSpPr>
            <a:spLocks noGrp="1"/>
          </p:cNvSpPr>
          <p:nvPr>
            <p:ph type="ftr" sz="quarter" idx="16"/>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44A0A7C3-0501-E6B1-A79B-C8134B490F51}"/>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sp>
        <p:nvSpPr>
          <p:cNvPr id="9" name="Marcador de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2103120"/>
            <a:ext cx="5181600" cy="393192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11" name="Marcador de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03120"/>
            <a:ext cx="5181600" cy="393192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712129712"/>
      </p:ext>
    </p:extLst>
  </p:cSld>
  <p:clrMapOvr>
    <a:masterClrMapping/>
  </p:clrMapOvr>
</p:sldLayout>
</file>

<file path=ppt/slideLayouts/slideLayout_80000036_556CCC01.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cxnSp>
        <p:nvCxnSpPr>
          <p:cNvPr id="4" name="Conector recto 3">
            <a:extLst>
              <a:ext uri="{FF2B5EF4-FFF2-40B4-BE49-F238E27FC236}">
                <a16:creationId xmlns:a16="http://schemas.microsoft.com/office/drawing/2014/main" id="{1866B88E-A044-C4DC-1BA4-55C08C26B3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 name="Marcador de fecha 5">
            <a:extLst>
              <a:ext uri="{FF2B5EF4-FFF2-40B4-BE49-F238E27FC236}">
                <a16:creationId xmlns:a16="http://schemas.microsoft.com/office/drawing/2014/main" id="{0A6A0CCB-705E-C253-8F03-FFD90DF2B23A}"/>
              </a:ext>
            </a:extLst>
          </p:cNvPr>
          <p:cNvSpPr>
            <a:spLocks noGrp="1"/>
          </p:cNvSpPr>
          <p:nvPr>
            <p:ph type="dt" sz="half" idx="15"/>
          </p:nvPr>
        </p:nvSpPr>
        <p:spPr/>
        <p:txBody>
          <a:bodyPr rtlCol="0"/>
          <a:lstStyle/>
          <a:p>
            <a:pPr rtl="0"/>
            <a:r>
              <a:rPr lang="es"/>
              <a:t>20XX</a:t>
            </a:r>
            <a:endParaRPr lang="en-US"/>
          </a:p>
        </p:txBody>
      </p:sp>
      <p:sp>
        <p:nvSpPr>
          <p:cNvPr id="10" name="Marcador de pie de página 9">
            <a:extLst>
              <a:ext uri="{FF2B5EF4-FFF2-40B4-BE49-F238E27FC236}">
                <a16:creationId xmlns:a16="http://schemas.microsoft.com/office/drawing/2014/main" id="{9521B30A-7545-CD0D-C650-142227AAF7BF}"/>
              </a:ext>
            </a:extLst>
          </p:cNvPr>
          <p:cNvSpPr>
            <a:spLocks noGrp="1"/>
          </p:cNvSpPr>
          <p:nvPr>
            <p:ph type="ftr" sz="quarter" idx="16"/>
          </p:nvPr>
        </p:nvSpPr>
        <p:spPr/>
        <p:txBody>
          <a:bodyPr rtlCol="0"/>
          <a:lstStyle/>
          <a:p>
            <a:pPr rtl="0"/>
            <a:r>
              <a:rPr lang="es"/>
              <a:t>Muestra de texto de pie de página</a:t>
            </a:r>
            <a:endParaRPr lang="en-US"/>
          </a:p>
        </p:txBody>
      </p:sp>
      <p:sp>
        <p:nvSpPr>
          <p:cNvPr id="12" name="Marcador de número de diapositiva 11">
            <a:extLst>
              <a:ext uri="{FF2B5EF4-FFF2-40B4-BE49-F238E27FC236}">
                <a16:creationId xmlns:a16="http://schemas.microsoft.com/office/drawing/2014/main" id="{6F133E4C-C0E4-908F-E2F3-671E3A4141ED}"/>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sp>
        <p:nvSpPr>
          <p:cNvPr id="11" name="Marcador de texto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926080"/>
            <a:ext cx="5157788" cy="32918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13" name="Marcador de texto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926080"/>
            <a:ext cx="5183188" cy="32918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3" name="Marcador de texto 2">
            <a:extLst>
              <a:ext uri="{FF2B5EF4-FFF2-40B4-BE49-F238E27FC236}">
                <a16:creationId xmlns:a16="http://schemas.microsoft.com/office/drawing/2014/main" id="{61CD26D4-290A-F0ED-7D62-41EDA6FEC2B9}"/>
              </a:ext>
            </a:extLst>
          </p:cNvPr>
          <p:cNvSpPr>
            <a:spLocks noGrp="1"/>
          </p:cNvSpPr>
          <p:nvPr>
            <p:ph type="body" idx="1"/>
          </p:nvPr>
        </p:nvSpPr>
        <p:spPr>
          <a:xfrm>
            <a:off x="609600" y="2286000"/>
            <a:ext cx="5157787" cy="559834"/>
          </a:xfrm>
        </p:spPr>
        <p:txBody>
          <a:bodyPr rtlCol="0" anchor="b">
            <a:noAutofit/>
          </a:bodyPr>
          <a:lstStyle>
            <a:lvl1pPr marL="0" indent="0">
              <a:lnSpc>
                <a:spcPct val="90000"/>
              </a:lnSpc>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5" name="Marcador de texto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2286000"/>
            <a:ext cx="5183188" cy="559834"/>
          </a:xfrm>
        </p:spPr>
        <p:txBody>
          <a:bodyPr rtlCol="0" anchor="b">
            <a:noAutofit/>
          </a:bodyPr>
          <a:lstStyle>
            <a:lvl1pPr marL="0" indent="0">
              <a:lnSpc>
                <a:spcPct val="90000"/>
              </a:lnSpc>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
              <a:t>Haga clic para modificar los estilos de texto del patrón</a:t>
            </a:r>
          </a:p>
        </p:txBody>
      </p:sp>
      <p:sp>
        <p:nvSpPr>
          <p:cNvPr id="2" name="Título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33856"/>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1433193473"/>
      </p:ext>
    </p:extLst>
  </p:cSld>
  <p:clrMapOvr>
    <a:masterClrMapping/>
  </p:clrMapOvr>
</p:sldLayout>
</file>

<file path=ppt/slideLayouts/slideLayout_80000037_8C55182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F2EAD9F9-0A12-AB31-3587-C0D1DF4DECD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3152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Marcador de fecha 6">
            <a:extLst>
              <a:ext uri="{FF2B5EF4-FFF2-40B4-BE49-F238E27FC236}">
                <a16:creationId xmlns:a16="http://schemas.microsoft.com/office/drawing/2014/main" id="{0C7D3A48-0BDC-1551-7C27-D4E0D0023153}"/>
              </a:ext>
            </a:extLst>
          </p:cNvPr>
          <p:cNvSpPr>
            <a:spLocks noGrp="1"/>
          </p:cNvSpPr>
          <p:nvPr>
            <p:ph type="dt" sz="half" idx="10"/>
          </p:nvPr>
        </p:nvSpPr>
        <p:spPr/>
        <p:txBody>
          <a:bodyPr rtlCol="0"/>
          <a:lstStyle/>
          <a:p>
            <a:pPr rtl="0"/>
            <a:r>
              <a:rPr lang="es"/>
              <a:t>20XX</a:t>
            </a:r>
            <a:endParaRPr lang="en-US"/>
          </a:p>
        </p:txBody>
      </p:sp>
      <p:sp>
        <p:nvSpPr>
          <p:cNvPr id="8" name="Marcador de pie de página 7">
            <a:extLst>
              <a:ext uri="{FF2B5EF4-FFF2-40B4-BE49-F238E27FC236}">
                <a16:creationId xmlns:a16="http://schemas.microsoft.com/office/drawing/2014/main" id="{BE5A6371-065A-A2ED-6A80-D16F74C096DB}"/>
              </a:ext>
            </a:extLst>
          </p:cNvPr>
          <p:cNvSpPr>
            <a:spLocks noGrp="1"/>
          </p:cNvSpPr>
          <p:nvPr>
            <p:ph type="ftr" sz="quarter" idx="11"/>
          </p:nvPr>
        </p:nvSpPr>
        <p:spPr/>
        <p:txBody>
          <a:bodyPr rtlCol="0"/>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A9700336-1570-20F3-84A6-5FD60D83123E}"/>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sp>
        <p:nvSpPr>
          <p:cNvPr id="2" name="Título 1">
            <a:extLst>
              <a:ext uri="{FF2B5EF4-FFF2-40B4-BE49-F238E27FC236}">
                <a16:creationId xmlns:a16="http://schemas.microsoft.com/office/drawing/2014/main" id="{666A9F42-7FF7-F803-C075-BC4968D35E34}"/>
              </a:ext>
            </a:extLst>
          </p:cNvPr>
          <p:cNvSpPr>
            <a:spLocks noGrp="1"/>
          </p:cNvSpPr>
          <p:nvPr>
            <p:ph type="title"/>
          </p:nvPr>
        </p:nvSpPr>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2354386983"/>
      </p:ext>
    </p:extLst>
  </p:cSld>
  <p:clrMapOvr>
    <a:masterClrMapping/>
  </p:clrMapOvr>
</p:sldLayout>
</file>

<file path=ppt/slideLayouts/slideLayout_80000038_73E1086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D1BD33CF-162C-4EE7-C7A7-70481746BE4E}"/>
              </a:ext>
            </a:extLst>
          </p:cNvPr>
          <p:cNvSpPr>
            <a:spLocks noGrp="1"/>
          </p:cNvSpPr>
          <p:nvPr>
            <p:ph type="dt" sz="half" idx="10"/>
          </p:nvPr>
        </p:nvSpPr>
        <p:spPr/>
        <p:txBody>
          <a:bodyPr rtlCol="0"/>
          <a:lstStyle/>
          <a:p>
            <a:pPr rtl="0"/>
            <a:r>
              <a:rPr lang="es"/>
              <a:t>20XX</a:t>
            </a:r>
            <a:endParaRPr lang="en-US"/>
          </a:p>
        </p:txBody>
      </p:sp>
      <p:sp>
        <p:nvSpPr>
          <p:cNvPr id="6" name="Marcador de pie de página 5">
            <a:extLst>
              <a:ext uri="{FF2B5EF4-FFF2-40B4-BE49-F238E27FC236}">
                <a16:creationId xmlns:a16="http://schemas.microsoft.com/office/drawing/2014/main" id="{ABCABE8C-EDAC-3C86-D131-D91C7EACA4D4}"/>
              </a:ext>
            </a:extLst>
          </p:cNvPr>
          <p:cNvSpPr>
            <a:spLocks noGrp="1"/>
          </p:cNvSpPr>
          <p:nvPr>
            <p:ph type="ftr" sz="quarter" idx="11"/>
          </p:nvPr>
        </p:nvSpPr>
        <p:spPr/>
        <p:txBody>
          <a:bodyPr rtlCol="0"/>
          <a:lstStyle/>
          <a:p>
            <a:pPr rtl="0"/>
            <a:r>
              <a:rPr lang="es"/>
              <a:t>Ejemplo de Texto de pie de página</a:t>
            </a:r>
            <a:endParaRPr lang="en-US"/>
          </a:p>
        </p:txBody>
      </p:sp>
      <p:sp>
        <p:nvSpPr>
          <p:cNvPr id="7" name="Marcador de número de diapositiva 6">
            <a:extLst>
              <a:ext uri="{FF2B5EF4-FFF2-40B4-BE49-F238E27FC236}">
                <a16:creationId xmlns:a16="http://schemas.microsoft.com/office/drawing/2014/main" id="{1F603CBA-7C20-93AF-42F2-16F2FD48867E}"/>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spTree>
    <p:extLst>
      <p:ext uri="{BB962C8B-B14F-4D97-AF65-F5344CB8AC3E}">
        <p14:creationId xmlns:p14="http://schemas.microsoft.com/office/powerpoint/2010/main" val="1944127590"/>
      </p:ext>
    </p:extLst>
  </p:cSld>
  <p:clrMapOvr>
    <a:masterClrMapping/>
  </p:clrMapOvr>
</p:sldLayout>
</file>

<file path=ppt/slideLayouts/slideLayout_80000039_DDA9B34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Marcador de fecha 7">
            <a:extLst>
              <a:ext uri="{FF2B5EF4-FFF2-40B4-BE49-F238E27FC236}">
                <a16:creationId xmlns:a16="http://schemas.microsoft.com/office/drawing/2014/main" id="{A9C1544C-C3DE-FEB0-1F42-810BC258D317}"/>
              </a:ext>
            </a:extLst>
          </p:cNvPr>
          <p:cNvSpPr>
            <a:spLocks noGrp="1"/>
          </p:cNvSpPr>
          <p:nvPr>
            <p:ph type="dt" sz="half" idx="10"/>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6A1C13AC-DECD-4472-34A9-15473A54B7C2}"/>
              </a:ext>
            </a:extLst>
          </p:cNvPr>
          <p:cNvSpPr>
            <a:spLocks noGrp="1"/>
          </p:cNvSpPr>
          <p:nvPr>
            <p:ph type="ftr" sz="quarter" idx="11"/>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52772E20-C3BC-555A-1802-79F5A626B0F2}"/>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cxnSp>
        <p:nvCxnSpPr>
          <p:cNvPr id="5" name="Conector recto 4">
            <a:extLst>
              <a:ext uri="{FF2B5EF4-FFF2-40B4-BE49-F238E27FC236}">
                <a16:creationId xmlns:a16="http://schemas.microsoft.com/office/drawing/2014/main" id="{8829B4E3-A63E-1B70-226F-7154DB050BC0}"/>
              </a:ext>
              <a:ext uri="{C183D7F6-B498-43B3-948B-1728B52AA6E4}">
                <adec:decorative xmlns:adec="http://schemas.microsoft.com/office/drawing/2017/decorative" val="0"/>
              </a:ext>
            </a:extLst>
          </p:cNvPr>
          <p:cNvCxnSpPr>
            <a:cxnSpLocks/>
          </p:cNvCxnSpPr>
          <p:nvPr/>
        </p:nvCxnSpPr>
        <p:spPr>
          <a:xfrm>
            <a:off x="4667221"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
        <p:nvSpPr>
          <p:cNvPr id="4" name="Marcador de texto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rtlCol="0"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
              <a:t>Haga clic para modificar los estilos de texto del patrón</a:t>
            </a:r>
          </a:p>
        </p:txBody>
      </p:sp>
      <p:sp>
        <p:nvSpPr>
          <p:cNvPr id="3" name="Marcador de contenido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rtlCol="0">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rtlCol="0" anchor="t">
            <a:normAutofit/>
          </a:bodyPr>
          <a:lstStyle>
            <a:lvl1pPr>
              <a:defRPr sz="32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718886208"/>
      </p:ext>
    </p:extLst>
  </p:cSld>
  <p:clrMapOvr>
    <a:masterClrMapping/>
  </p:clrMapOvr>
</p:sldLayout>
</file>

<file path=ppt/slideLayouts/slideLayout_80000040_E95A0730.xml><?xml version="1.0" encoding="utf-8"?>
<p:sldLayout xmlns:a="http://schemas.openxmlformats.org/drawingml/2006/main" xmlns:r="http://schemas.openxmlformats.org/officeDocument/2006/relationships" xmlns:p="http://schemas.openxmlformats.org/presentationml/2006/main" preserve="1">
  <p:cSld name="Diseño vertical con subtítulo e imagen">
    <p:spTree>
      <p:nvGrpSpPr>
        <p:cNvPr id="1" name=""/>
        <p:cNvGrpSpPr/>
        <p:nvPr/>
      </p:nvGrpSpPr>
      <p:grpSpPr>
        <a:xfrm>
          <a:off x="0" y="0"/>
          <a:ext cx="0" cy="0"/>
          <a:chOff x="0" y="0"/>
          <a:chExt cx="0" cy="0"/>
        </a:xfrm>
      </p:grpSpPr>
      <p:sp>
        <p:nvSpPr>
          <p:cNvPr id="16" name="Rectángulo 15">
            <a:extLst>
              <a:ext uri="{FF2B5EF4-FFF2-40B4-BE49-F238E27FC236}">
                <a16:creationId xmlns:a16="http://schemas.microsoft.com/office/drawing/2014/main" id="{EBF9B1F4-2353-E389-1534-BFBF5FBDCC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bg1">
                  <a:alpha val="20000"/>
                </a:schemeClr>
              </a:solidFill>
            </a:endParaRPr>
          </a:p>
        </p:txBody>
      </p:sp>
      <p:grpSp>
        <p:nvGrpSpPr>
          <p:cNvPr id="48" name="Grupo 47">
            <a:extLst>
              <a:ext uri="{FF2B5EF4-FFF2-40B4-BE49-F238E27FC236}">
                <a16:creationId xmlns:a16="http://schemas.microsoft.com/office/drawing/2014/main" id="{3D48BC54-8D8A-CB76-97E5-688D541010B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39998" y="49440"/>
            <a:ext cx="2216150" cy="1177924"/>
            <a:chOff x="4987925" y="2840038"/>
            <a:chExt cx="2216150" cy="1177924"/>
          </a:xfrm>
        </p:grpSpPr>
        <p:sp>
          <p:nvSpPr>
            <p:cNvPr id="49" name="Rectángulo 48">
              <a:extLst>
                <a:ext uri="{FF2B5EF4-FFF2-40B4-BE49-F238E27FC236}">
                  <a16:creationId xmlns:a16="http://schemas.microsoft.com/office/drawing/2014/main" id="{DF9F6865-3666-CD82-3523-522A8E25AD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50" name="Grupo 49">
              <a:extLst>
                <a:ext uri="{FF2B5EF4-FFF2-40B4-BE49-F238E27FC236}">
                  <a16:creationId xmlns:a16="http://schemas.microsoft.com/office/drawing/2014/main" id="{C35F671F-5698-97D3-0D20-C74B5B8C74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51" name="Grupo 50">
                <a:extLst>
                  <a:ext uri="{FF2B5EF4-FFF2-40B4-BE49-F238E27FC236}">
                    <a16:creationId xmlns:a16="http://schemas.microsoft.com/office/drawing/2014/main" id="{4A99469D-3148-A32C-3CD1-DFF2EF0591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56" name="Forma libre 68">
                  <a:extLst>
                    <a:ext uri="{FF2B5EF4-FFF2-40B4-BE49-F238E27FC236}">
                      <a16:creationId xmlns:a16="http://schemas.microsoft.com/office/drawing/2014/main" id="{0DF6D303-2C2F-DA3C-6EE3-EB1E706CA1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7" name="Forma libre 69">
                  <a:extLst>
                    <a:ext uri="{FF2B5EF4-FFF2-40B4-BE49-F238E27FC236}">
                      <a16:creationId xmlns:a16="http://schemas.microsoft.com/office/drawing/2014/main" id="{2CC53E69-D74A-855C-DB63-69BE6E67A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8" name="Línea 70">
                  <a:extLst>
                    <a:ext uri="{FF2B5EF4-FFF2-40B4-BE49-F238E27FC236}">
                      <a16:creationId xmlns:a16="http://schemas.microsoft.com/office/drawing/2014/main" id="{A6CFA2CF-7D8C-BD33-3155-F83E3F93E8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52" name="Grupo 51">
                <a:extLst>
                  <a:ext uri="{FF2B5EF4-FFF2-40B4-BE49-F238E27FC236}">
                    <a16:creationId xmlns:a16="http://schemas.microsoft.com/office/drawing/2014/main" id="{A7FC8204-EC4D-7BF1-59ED-7BA4CDFF6EE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53" name="Forma libre 68">
                  <a:extLst>
                    <a:ext uri="{FF2B5EF4-FFF2-40B4-BE49-F238E27FC236}">
                      <a16:creationId xmlns:a16="http://schemas.microsoft.com/office/drawing/2014/main" id="{5DB2EA0C-6181-1906-BED8-53E2B5A980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4" name="Forma libre 69">
                  <a:extLst>
                    <a:ext uri="{FF2B5EF4-FFF2-40B4-BE49-F238E27FC236}">
                      <a16:creationId xmlns:a16="http://schemas.microsoft.com/office/drawing/2014/main" id="{E373093C-0DA0-6D92-0DC1-4CC323D3AD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55" name="Línea 70">
                  <a:extLst>
                    <a:ext uri="{FF2B5EF4-FFF2-40B4-BE49-F238E27FC236}">
                      <a16:creationId xmlns:a16="http://schemas.microsoft.com/office/drawing/2014/main" id="{71CCCCA5-296E-2676-BF68-6CA3AEDC78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11" name="Marcador de posición de imagen 10">
            <a:extLst>
              <a:ext uri="{FF2B5EF4-FFF2-40B4-BE49-F238E27FC236}">
                <a16:creationId xmlns:a16="http://schemas.microsoft.com/office/drawing/2014/main" id="{B24A208E-BD69-BB12-21B8-DA405B501FA8}"/>
              </a:ext>
            </a:extLst>
          </p:cNvPr>
          <p:cNvSpPr>
            <a:spLocks noGrp="1"/>
          </p:cNvSpPr>
          <p:nvPr>
            <p:ph type="pic" sz="quarter" idx="13"/>
          </p:nvPr>
        </p:nvSpPr>
        <p:spPr>
          <a:xfrm>
            <a:off x="6330737" y="224536"/>
            <a:ext cx="5643549" cy="6404782"/>
          </a:xfrm>
          <a:blipFill dpi="0" rotWithShape="1">
            <a:blip r:embed="rId2">
              <a:alphaModFix amt="60000"/>
            </a:blip>
            <a:srcRect/>
            <a:stretch>
              <a:fillRect/>
            </a:stretch>
          </a:blipFill>
        </p:spPr>
        <p:txBody>
          <a:bodyPr rtlCol="0"/>
          <a:lstStyle/>
          <a:p>
            <a:pPr rtl="0"/>
            <a:r>
              <a:rPr lang="es"/>
              <a:t>Haga clic en el icono para agregar una imagen</a:t>
            </a:r>
          </a:p>
        </p:txBody>
      </p:sp>
      <p:grpSp>
        <p:nvGrpSpPr>
          <p:cNvPr id="4" name="Grupo 3">
            <a:extLst>
              <a:ext uri="{FF2B5EF4-FFF2-40B4-BE49-F238E27FC236}">
                <a16:creationId xmlns:a16="http://schemas.microsoft.com/office/drawing/2014/main" id="{6EF9DAD9-C0FF-6C34-61C0-F55F5673845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1939998" y="5634038"/>
            <a:ext cx="2216150" cy="1177924"/>
            <a:chOff x="4987925" y="2840038"/>
            <a:chExt cx="2216150" cy="1177924"/>
          </a:xfrm>
        </p:grpSpPr>
        <p:sp>
          <p:nvSpPr>
            <p:cNvPr id="5" name="Rectángulo 4">
              <a:extLst>
                <a:ext uri="{FF2B5EF4-FFF2-40B4-BE49-F238E27FC236}">
                  <a16:creationId xmlns:a16="http://schemas.microsoft.com/office/drawing/2014/main" id="{430E4480-39C5-1A33-EBB5-B2D28AE094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nvGrpSpPr>
            <p:cNvPr id="6" name="Grupo 5">
              <a:extLst>
                <a:ext uri="{FF2B5EF4-FFF2-40B4-BE49-F238E27FC236}">
                  <a16:creationId xmlns:a16="http://schemas.microsoft.com/office/drawing/2014/main" id="{FF7C190B-BDBF-4531-4EEE-CF91F2C065C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7" name="Grupo 6">
                <a:extLst>
                  <a:ext uri="{FF2B5EF4-FFF2-40B4-BE49-F238E27FC236}">
                    <a16:creationId xmlns:a16="http://schemas.microsoft.com/office/drawing/2014/main" id="{B16E7387-18F2-89B6-BEDE-E387DC4B86B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3" name="Forma libre 68">
                  <a:extLst>
                    <a:ext uri="{FF2B5EF4-FFF2-40B4-BE49-F238E27FC236}">
                      <a16:creationId xmlns:a16="http://schemas.microsoft.com/office/drawing/2014/main" id="{092D9B78-8E96-8B21-6882-0CEC6306DB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69">
                  <a:extLst>
                    <a:ext uri="{FF2B5EF4-FFF2-40B4-BE49-F238E27FC236}">
                      <a16:creationId xmlns:a16="http://schemas.microsoft.com/office/drawing/2014/main" id="{5B58D42B-5A80-25D5-06EE-41AEC29776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Línea 70">
                  <a:extLst>
                    <a:ext uri="{FF2B5EF4-FFF2-40B4-BE49-F238E27FC236}">
                      <a16:creationId xmlns:a16="http://schemas.microsoft.com/office/drawing/2014/main" id="{2D172F8A-85FE-CD2B-4207-D2BE09249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8" name="Grupo 7">
                <a:extLst>
                  <a:ext uri="{FF2B5EF4-FFF2-40B4-BE49-F238E27FC236}">
                    <a16:creationId xmlns:a16="http://schemas.microsoft.com/office/drawing/2014/main" id="{5568BFA7-0439-4A5D-1E15-06DD6CF2358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9" name="Forma libre 68">
                  <a:extLst>
                    <a:ext uri="{FF2B5EF4-FFF2-40B4-BE49-F238E27FC236}">
                      <a16:creationId xmlns:a16="http://schemas.microsoft.com/office/drawing/2014/main" id="{6B86700D-90C8-3325-D01E-8542AF920A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0" name="Forma libre 69">
                  <a:extLst>
                    <a:ext uri="{FF2B5EF4-FFF2-40B4-BE49-F238E27FC236}">
                      <a16:creationId xmlns:a16="http://schemas.microsoft.com/office/drawing/2014/main" id="{B025A7EA-BF8E-6DE1-C7EA-5DB29E99B3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Línea 70">
                  <a:extLst>
                    <a:ext uri="{FF2B5EF4-FFF2-40B4-BE49-F238E27FC236}">
                      <a16:creationId xmlns:a16="http://schemas.microsoft.com/office/drawing/2014/main" id="{2018A17D-E735-C688-E024-4CE5BA7D81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sp>
        <p:nvSpPr>
          <p:cNvPr id="3" name="Subtítulo 2">
            <a:extLst>
              <a:ext uri="{FF2B5EF4-FFF2-40B4-BE49-F238E27FC236}">
                <a16:creationId xmlns:a16="http://schemas.microsoft.com/office/drawing/2014/main" id="{2813DC80-A50F-9197-90ED-5C999AB54519}"/>
              </a:ext>
            </a:extLst>
          </p:cNvPr>
          <p:cNvSpPr>
            <a:spLocks noGrp="1"/>
          </p:cNvSpPr>
          <p:nvPr>
            <p:ph type="subTitle" idx="1"/>
          </p:nvPr>
        </p:nvSpPr>
        <p:spPr>
          <a:xfrm>
            <a:off x="466344" y="4078224"/>
            <a:ext cx="5157216" cy="1783080"/>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466344" y="996696"/>
            <a:ext cx="5157216" cy="2971800"/>
          </a:xfrm>
        </p:spPr>
        <p:txBody>
          <a:bodyPr rtlCol="0" anchor="b" anchorCtr="0">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9149914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41_FC7B905A.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8" name="Marcador de fecha 7">
            <a:extLst>
              <a:ext uri="{FF2B5EF4-FFF2-40B4-BE49-F238E27FC236}">
                <a16:creationId xmlns:a16="http://schemas.microsoft.com/office/drawing/2014/main" id="{2DECF7E6-548D-A95C-6299-222EE29ED544}"/>
              </a:ext>
            </a:extLst>
          </p:cNvPr>
          <p:cNvSpPr>
            <a:spLocks noGrp="1"/>
          </p:cNvSpPr>
          <p:nvPr>
            <p:ph type="dt" sz="half" idx="10"/>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8C9320CA-5CD7-A07A-0CA7-261225AAEF77}"/>
              </a:ext>
            </a:extLst>
          </p:cNvPr>
          <p:cNvSpPr>
            <a:spLocks noGrp="1"/>
          </p:cNvSpPr>
          <p:nvPr>
            <p:ph type="ftr" sz="quarter" idx="11"/>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A6E4DA78-A37F-D95F-BF1F-990B686AB49D}"/>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grpSp>
        <p:nvGrpSpPr>
          <p:cNvPr id="4" name="Grupo 3">
            <a:extLst>
              <a:ext uri="{FF2B5EF4-FFF2-40B4-BE49-F238E27FC236}">
                <a16:creationId xmlns:a16="http://schemas.microsoft.com/office/drawing/2014/main" id="{99E31246-CDE1-7CCE-9C91-29096D9E16B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5" name="Grupo 4">
              <a:extLst>
                <a:ext uri="{FF2B5EF4-FFF2-40B4-BE49-F238E27FC236}">
                  <a16:creationId xmlns:a16="http://schemas.microsoft.com/office/drawing/2014/main" id="{C16D6CE4-F095-406A-1442-6FD1365F954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5" name="Grupo 14">
                <a:extLst>
                  <a:ext uri="{FF2B5EF4-FFF2-40B4-BE49-F238E27FC236}">
                    <a16:creationId xmlns:a16="http://schemas.microsoft.com/office/drawing/2014/main" id="{FBAAD0F4-CF0D-A2B5-CEDC-FCD05E6F231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 name="Conector recto 18">
                  <a:extLst>
                    <a:ext uri="{FF2B5EF4-FFF2-40B4-BE49-F238E27FC236}">
                      <a16:creationId xmlns:a16="http://schemas.microsoft.com/office/drawing/2014/main" id="{0A1A01E3-2AD3-D15B-E37B-F5032E884A4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D0ADD38D-9177-6C58-067E-1E21EEAB94F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ángulo 30">
                  <a:extLst>
                    <a:ext uri="{FF2B5EF4-FFF2-40B4-BE49-F238E27FC236}">
                      <a16:creationId xmlns:a16="http://schemas.microsoft.com/office/drawing/2014/main" id="{EB8F1B62-550F-B51C-69FC-81E948A34F9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2" name="Rectángulo 30">
                  <a:extLst>
                    <a:ext uri="{FF2B5EF4-FFF2-40B4-BE49-F238E27FC236}">
                      <a16:creationId xmlns:a16="http://schemas.microsoft.com/office/drawing/2014/main" id="{7A612400-ADC0-6809-446C-B5AD866099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6" name="Grupo 15">
                <a:extLst>
                  <a:ext uri="{FF2B5EF4-FFF2-40B4-BE49-F238E27FC236}">
                    <a16:creationId xmlns:a16="http://schemas.microsoft.com/office/drawing/2014/main" id="{C61B21E2-75BD-D26C-95EE-09A258581FB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7" name="Forma libre: Forma 57">
                  <a:extLst>
                    <a:ext uri="{FF2B5EF4-FFF2-40B4-BE49-F238E27FC236}">
                      <a16:creationId xmlns:a16="http://schemas.microsoft.com/office/drawing/2014/main" id="{96005870-6C93-FADC-7E57-D8A29CB34E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 name="Forma libre: Forma 58">
                  <a:extLst>
                    <a:ext uri="{FF2B5EF4-FFF2-40B4-BE49-F238E27FC236}">
                      <a16:creationId xmlns:a16="http://schemas.microsoft.com/office/drawing/2014/main" id="{0FE943D4-7F5A-083B-7DF6-C1B5147455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6" name="Grupo 5">
              <a:extLst>
                <a:ext uri="{FF2B5EF4-FFF2-40B4-BE49-F238E27FC236}">
                  <a16:creationId xmlns:a16="http://schemas.microsoft.com/office/drawing/2014/main" id="{9D8B18FA-C5CD-1548-550F-1D0F8A74BFD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1" name="Grupo 10">
                <a:extLst>
                  <a:ext uri="{FF2B5EF4-FFF2-40B4-BE49-F238E27FC236}">
                    <a16:creationId xmlns:a16="http://schemas.microsoft.com/office/drawing/2014/main" id="{4F43D566-3BD1-516B-DAF6-59EDC289E6E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 name="Forma libre 68">
                  <a:extLst>
                    <a:ext uri="{FF2B5EF4-FFF2-40B4-BE49-F238E27FC236}">
                      <a16:creationId xmlns:a16="http://schemas.microsoft.com/office/drawing/2014/main" id="{FF3BDD4A-C0E9-236A-D0DA-3DD18AD4B9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69">
                  <a:extLst>
                    <a:ext uri="{FF2B5EF4-FFF2-40B4-BE49-F238E27FC236}">
                      <a16:creationId xmlns:a16="http://schemas.microsoft.com/office/drawing/2014/main" id="{15983555-99D1-FB5C-AA8D-3482A036A7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2" name="Línea 70">
                <a:extLst>
                  <a:ext uri="{FF2B5EF4-FFF2-40B4-BE49-F238E27FC236}">
                    <a16:creationId xmlns:a16="http://schemas.microsoft.com/office/drawing/2014/main" id="{3BABCDF6-7EA7-0043-1867-95C2C61C2C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23" name="Grupo 22">
            <a:extLst>
              <a:ext uri="{FF2B5EF4-FFF2-40B4-BE49-F238E27FC236}">
                <a16:creationId xmlns:a16="http://schemas.microsoft.com/office/drawing/2014/main" id="{4FAE8475-9CD1-A5A6-7B37-BA0543C773A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24" name="Grupo 23">
              <a:extLst>
                <a:ext uri="{FF2B5EF4-FFF2-40B4-BE49-F238E27FC236}">
                  <a16:creationId xmlns:a16="http://schemas.microsoft.com/office/drawing/2014/main" id="{5F85E075-EFEF-DB01-79F8-CE47BA237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upo 29">
                <a:extLst>
                  <a:ext uri="{FF2B5EF4-FFF2-40B4-BE49-F238E27FC236}">
                    <a16:creationId xmlns:a16="http://schemas.microsoft.com/office/drawing/2014/main" id="{D244C005-91E5-2830-E3C2-F3AF64ACDF4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Conector recto 33">
                  <a:extLst>
                    <a:ext uri="{FF2B5EF4-FFF2-40B4-BE49-F238E27FC236}">
                      <a16:creationId xmlns:a16="http://schemas.microsoft.com/office/drawing/2014/main" id="{95826CAF-2424-BBC7-9B33-EC5B461EDC48}"/>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1FB673AF-3406-62F8-01B6-D13C2C154F9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ángulo 30">
                  <a:extLst>
                    <a:ext uri="{FF2B5EF4-FFF2-40B4-BE49-F238E27FC236}">
                      <a16:creationId xmlns:a16="http://schemas.microsoft.com/office/drawing/2014/main" id="{3A8A4769-F13B-B9E5-F0B7-6C66A2A8AE4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7" name="Rectángulo 30">
                  <a:extLst>
                    <a:ext uri="{FF2B5EF4-FFF2-40B4-BE49-F238E27FC236}">
                      <a16:creationId xmlns:a16="http://schemas.microsoft.com/office/drawing/2014/main" id="{066980A8-9458-8952-BFE2-0CA9025152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31" name="Grupo 30">
                <a:extLst>
                  <a:ext uri="{FF2B5EF4-FFF2-40B4-BE49-F238E27FC236}">
                    <a16:creationId xmlns:a16="http://schemas.microsoft.com/office/drawing/2014/main" id="{D675F397-B71A-F8D0-43A5-9680958DF9B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orma libre: Forma 141">
                  <a:extLst>
                    <a:ext uri="{FF2B5EF4-FFF2-40B4-BE49-F238E27FC236}">
                      <a16:creationId xmlns:a16="http://schemas.microsoft.com/office/drawing/2014/main" id="{233B4ED6-F818-4A7D-5ED1-B10E5B9128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3" name="Forma libre: Forma 142">
                  <a:extLst>
                    <a:ext uri="{FF2B5EF4-FFF2-40B4-BE49-F238E27FC236}">
                      <a16:creationId xmlns:a16="http://schemas.microsoft.com/office/drawing/2014/main" id="{19E5F65D-D7A2-4BA4-C932-1B6DD27318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25" name="Grupo 24">
              <a:extLst>
                <a:ext uri="{FF2B5EF4-FFF2-40B4-BE49-F238E27FC236}">
                  <a16:creationId xmlns:a16="http://schemas.microsoft.com/office/drawing/2014/main" id="{CAD60620-209D-13DA-D9FE-1C7FC661C5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upo 25">
                <a:extLst>
                  <a:ext uri="{FF2B5EF4-FFF2-40B4-BE49-F238E27FC236}">
                    <a16:creationId xmlns:a16="http://schemas.microsoft.com/office/drawing/2014/main" id="{99FEA087-B42B-D815-C29B-6BEDA9E77DC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orma libre 68">
                  <a:extLst>
                    <a:ext uri="{FF2B5EF4-FFF2-40B4-BE49-F238E27FC236}">
                      <a16:creationId xmlns:a16="http://schemas.microsoft.com/office/drawing/2014/main" id="{A77014E6-51C1-2C73-B870-288C766EF70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9" name="Forma libre 69">
                  <a:extLst>
                    <a:ext uri="{FF2B5EF4-FFF2-40B4-BE49-F238E27FC236}">
                      <a16:creationId xmlns:a16="http://schemas.microsoft.com/office/drawing/2014/main" id="{189DD9F1-DFB3-1EF9-4408-0034D2B024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27" name="Línea 70">
                <a:extLst>
                  <a:ext uri="{FF2B5EF4-FFF2-40B4-BE49-F238E27FC236}">
                    <a16:creationId xmlns:a16="http://schemas.microsoft.com/office/drawing/2014/main" id="{EA742EE9-8312-EB82-AAC5-3B0F243749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cxnSp>
        <p:nvCxnSpPr>
          <p:cNvPr id="38" name="Conector recto 37">
            <a:extLst>
              <a:ext uri="{FF2B5EF4-FFF2-40B4-BE49-F238E27FC236}">
                <a16:creationId xmlns:a16="http://schemas.microsoft.com/office/drawing/2014/main" id="{FB219DE4-6BF2-E087-8005-576DB6947EE6}"/>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930820"/>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612648" y="2103120"/>
            <a:ext cx="8650224" cy="4233672"/>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8650224" cy="1133856"/>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4235956314"/>
      </p:ext>
    </p:extLst>
  </p:cSld>
  <p:clrMapOvr>
    <a:masterClrMapping/>
  </p:clrMapOvr>
</p:sldLayout>
</file>

<file path=ppt/slideLayouts/slideLayout_80000042_D9E6BE25.xml><?xml version="1.0" encoding="utf-8"?>
<p:sldLayout xmlns:a="http://schemas.openxmlformats.org/drawingml/2006/main" xmlns:r="http://schemas.openxmlformats.org/officeDocument/2006/relationships" xmlns:p="http://schemas.openxmlformats.org/presentationml/2006/main" type="title" preserve="1">
  <p:cSld name="Centrado">
    <p:spTree>
      <p:nvGrpSpPr>
        <p:cNvPr id="1" name=""/>
        <p:cNvGrpSpPr/>
        <p:nvPr/>
      </p:nvGrpSpPr>
      <p:grpSpPr>
        <a:xfrm>
          <a:off x="0" y="0"/>
          <a:ext cx="0" cy="0"/>
          <a:chOff x="0" y="0"/>
          <a:chExt cx="0" cy="0"/>
        </a:xfrm>
      </p:grpSpPr>
      <p:grpSp>
        <p:nvGrpSpPr>
          <p:cNvPr id="15" name="Grupo 14">
            <a:extLst>
              <a:ext uri="{FF2B5EF4-FFF2-40B4-BE49-F238E27FC236}">
                <a16:creationId xmlns:a16="http://schemas.microsoft.com/office/drawing/2014/main" id="{A8BCFE83-6144-BD2C-1B20-D074F93D6C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16" name="Grupo 15">
              <a:extLst>
                <a:ext uri="{FF2B5EF4-FFF2-40B4-BE49-F238E27FC236}">
                  <a16:creationId xmlns:a16="http://schemas.microsoft.com/office/drawing/2014/main" id="{46297C80-08D2-7534-D898-8FBA6B18DE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35" name="Forma libre 64">
                <a:extLst>
                  <a:ext uri="{FF2B5EF4-FFF2-40B4-BE49-F238E27FC236}">
                    <a16:creationId xmlns:a16="http://schemas.microsoft.com/office/drawing/2014/main" id="{DED0A31E-6F35-6F82-466D-5FFB48D3B5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bre 81">
                <a:extLst>
                  <a:ext uri="{FF2B5EF4-FFF2-40B4-BE49-F238E27FC236}">
                    <a16:creationId xmlns:a16="http://schemas.microsoft.com/office/drawing/2014/main" id="{5721C69B-402D-77BB-459E-C388706A8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bre 61">
                <a:extLst>
                  <a:ext uri="{FF2B5EF4-FFF2-40B4-BE49-F238E27FC236}">
                    <a16:creationId xmlns:a16="http://schemas.microsoft.com/office/drawing/2014/main" id="{46123CD8-703C-D818-C1C5-2AFD82F57D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bre 78">
                <a:extLst>
                  <a:ext uri="{FF2B5EF4-FFF2-40B4-BE49-F238E27FC236}">
                    <a16:creationId xmlns:a16="http://schemas.microsoft.com/office/drawing/2014/main" id="{51488C42-DC29-51E4-FC92-873CFDE978F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bre 84">
                <a:extLst>
                  <a:ext uri="{FF2B5EF4-FFF2-40B4-BE49-F238E27FC236}">
                    <a16:creationId xmlns:a16="http://schemas.microsoft.com/office/drawing/2014/main" id="{20F59783-932C-5FB8-A67A-ABE5494EF8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bre 87">
                <a:extLst>
                  <a:ext uri="{FF2B5EF4-FFF2-40B4-BE49-F238E27FC236}">
                    <a16:creationId xmlns:a16="http://schemas.microsoft.com/office/drawing/2014/main" id="{BC02CD52-3FE1-6CD1-6ADC-F20D985854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bre 60">
                <a:extLst>
                  <a:ext uri="{FF2B5EF4-FFF2-40B4-BE49-F238E27FC236}">
                    <a16:creationId xmlns:a16="http://schemas.microsoft.com/office/drawing/2014/main" id="{04867A6D-D4B1-078B-C3C4-CFC28555A3C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bre 59">
                <a:extLst>
                  <a:ext uri="{FF2B5EF4-FFF2-40B4-BE49-F238E27FC236}">
                    <a16:creationId xmlns:a16="http://schemas.microsoft.com/office/drawing/2014/main" id="{2006361D-A164-3F2D-E017-D8095EDA5D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bre 62">
                <a:extLst>
                  <a:ext uri="{FF2B5EF4-FFF2-40B4-BE49-F238E27FC236}">
                    <a16:creationId xmlns:a16="http://schemas.microsoft.com/office/drawing/2014/main" id="{CF0A4E4C-E3A6-37C3-2E29-A474166D33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bre 65">
                <a:extLst>
                  <a:ext uri="{FF2B5EF4-FFF2-40B4-BE49-F238E27FC236}">
                    <a16:creationId xmlns:a16="http://schemas.microsoft.com/office/drawing/2014/main" id="{4A7B1D8B-1C84-CC07-3928-30427C0674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5" name="Forma libre 79">
                <a:extLst>
                  <a:ext uri="{FF2B5EF4-FFF2-40B4-BE49-F238E27FC236}">
                    <a16:creationId xmlns:a16="http://schemas.microsoft.com/office/drawing/2014/main" id="{D8B35573-1BA1-A646-2BF3-4066AF1957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6" name="Forma libre 82">
                <a:extLst>
                  <a:ext uri="{FF2B5EF4-FFF2-40B4-BE49-F238E27FC236}">
                    <a16:creationId xmlns:a16="http://schemas.microsoft.com/office/drawing/2014/main" id="{921A3026-7FC6-C2BB-CB7B-7591D149339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7" name="Forma libre 85">
                <a:extLst>
                  <a:ext uri="{FF2B5EF4-FFF2-40B4-BE49-F238E27FC236}">
                    <a16:creationId xmlns:a16="http://schemas.microsoft.com/office/drawing/2014/main" id="{45A4405E-56B6-DD40-233F-EEF3A3128E1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8" name="Forma libre 88">
                <a:extLst>
                  <a:ext uri="{FF2B5EF4-FFF2-40B4-BE49-F238E27FC236}">
                    <a16:creationId xmlns:a16="http://schemas.microsoft.com/office/drawing/2014/main" id="{6DA66F78-B5D3-C927-A1F8-45627E04D7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9" name="Grupo 48">
                <a:extLst>
                  <a:ext uri="{FF2B5EF4-FFF2-40B4-BE49-F238E27FC236}">
                    <a16:creationId xmlns:a16="http://schemas.microsoft.com/office/drawing/2014/main" id="{76CCBA7C-E8C2-7E22-09B2-DB907F1470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50" name="Línea 63">
                  <a:extLst>
                    <a:ext uri="{FF2B5EF4-FFF2-40B4-BE49-F238E27FC236}">
                      <a16:creationId xmlns:a16="http://schemas.microsoft.com/office/drawing/2014/main" id="{682345F4-3669-1A40-DF92-48A6BD743FD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ínea 66">
                  <a:extLst>
                    <a:ext uri="{FF2B5EF4-FFF2-40B4-BE49-F238E27FC236}">
                      <a16:creationId xmlns:a16="http://schemas.microsoft.com/office/drawing/2014/main" id="{292FB825-AF7D-C5E3-C911-4308D2222D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ínea 67">
                  <a:extLst>
                    <a:ext uri="{FF2B5EF4-FFF2-40B4-BE49-F238E27FC236}">
                      <a16:creationId xmlns:a16="http://schemas.microsoft.com/office/drawing/2014/main" id="{7D7D9A07-E2FB-F1CC-99DC-DA17A447FB5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3" name="Línea 80">
                  <a:extLst>
                    <a:ext uri="{FF2B5EF4-FFF2-40B4-BE49-F238E27FC236}">
                      <a16:creationId xmlns:a16="http://schemas.microsoft.com/office/drawing/2014/main" id="{EF5E7F7F-335E-C0D2-4B72-02CC4B764B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4" name="Línea 83">
                  <a:extLst>
                    <a:ext uri="{FF2B5EF4-FFF2-40B4-BE49-F238E27FC236}">
                      <a16:creationId xmlns:a16="http://schemas.microsoft.com/office/drawing/2014/main" id="{CCA25FCB-B10D-76B6-2515-4B25B33CAD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5" name="Línea 86">
                  <a:extLst>
                    <a:ext uri="{FF2B5EF4-FFF2-40B4-BE49-F238E27FC236}">
                      <a16:creationId xmlns:a16="http://schemas.microsoft.com/office/drawing/2014/main" id="{80D71081-28A3-EEE1-7E3C-933213AD3A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6" name="Línea 89">
                  <a:extLst>
                    <a:ext uri="{FF2B5EF4-FFF2-40B4-BE49-F238E27FC236}">
                      <a16:creationId xmlns:a16="http://schemas.microsoft.com/office/drawing/2014/main" id="{3F7E9896-FB76-81E0-F7ED-C58EF3B00C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7" name="Grupo 16">
              <a:extLst>
                <a:ext uri="{FF2B5EF4-FFF2-40B4-BE49-F238E27FC236}">
                  <a16:creationId xmlns:a16="http://schemas.microsoft.com/office/drawing/2014/main" id="{97163910-06A8-6790-F73E-FBC7436411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27" name="Grupo 26">
                <a:extLst>
                  <a:ext uri="{FF2B5EF4-FFF2-40B4-BE49-F238E27FC236}">
                    <a16:creationId xmlns:a16="http://schemas.microsoft.com/office/drawing/2014/main" id="{3A9B3D50-B051-7D54-2C76-5DC9DD24AC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1" name="Conector recto 30">
                  <a:extLst>
                    <a:ext uri="{FF2B5EF4-FFF2-40B4-BE49-F238E27FC236}">
                      <a16:creationId xmlns:a16="http://schemas.microsoft.com/office/drawing/2014/main" id="{94DA1685-7407-08D3-6454-5B827F1FC63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F0B119E7-2798-4573-F320-2E0EC5A9D7E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3" name="Rectángulo 30">
                  <a:extLst>
                    <a:ext uri="{FF2B5EF4-FFF2-40B4-BE49-F238E27FC236}">
                      <a16:creationId xmlns:a16="http://schemas.microsoft.com/office/drawing/2014/main" id="{62C4FA8F-FC29-449B-9810-A7DC110701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4" name="Rectángulo 30">
                  <a:extLst>
                    <a:ext uri="{FF2B5EF4-FFF2-40B4-BE49-F238E27FC236}">
                      <a16:creationId xmlns:a16="http://schemas.microsoft.com/office/drawing/2014/main" id="{95BED297-004F-E195-E342-4355D2908F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28" name="Grupo 27">
                <a:extLst>
                  <a:ext uri="{FF2B5EF4-FFF2-40B4-BE49-F238E27FC236}">
                    <a16:creationId xmlns:a16="http://schemas.microsoft.com/office/drawing/2014/main" id="{E1F03F2B-C208-95C3-2586-9A5A328E619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9" name="Forma libre: Forma 31">
                  <a:extLst>
                    <a:ext uri="{FF2B5EF4-FFF2-40B4-BE49-F238E27FC236}">
                      <a16:creationId xmlns:a16="http://schemas.microsoft.com/office/drawing/2014/main" id="{F49F6DC2-1E94-9C54-78FC-0596886B2C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30" name="Forma libre: Forma 32">
                  <a:extLst>
                    <a:ext uri="{FF2B5EF4-FFF2-40B4-BE49-F238E27FC236}">
                      <a16:creationId xmlns:a16="http://schemas.microsoft.com/office/drawing/2014/main" id="{BA23CDFD-B61A-74B0-E9C1-8AC8672BA8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8" name="Grupo 17">
              <a:extLst>
                <a:ext uri="{FF2B5EF4-FFF2-40B4-BE49-F238E27FC236}">
                  <a16:creationId xmlns:a16="http://schemas.microsoft.com/office/drawing/2014/main" id="{6F81BFB2-0B05-F048-7536-48B04E0241B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9" name="Grupo 18">
                <a:extLst>
                  <a:ext uri="{FF2B5EF4-FFF2-40B4-BE49-F238E27FC236}">
                    <a16:creationId xmlns:a16="http://schemas.microsoft.com/office/drawing/2014/main" id="{0EB3E44F-1D1B-EDF8-82E6-85B033DB63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24" name="Forma libre 68">
                  <a:extLst>
                    <a:ext uri="{FF2B5EF4-FFF2-40B4-BE49-F238E27FC236}">
                      <a16:creationId xmlns:a16="http://schemas.microsoft.com/office/drawing/2014/main" id="{B3E4615A-112E-95DA-42E3-10AC92C68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5" name="Forma libre 69">
                  <a:extLst>
                    <a:ext uri="{FF2B5EF4-FFF2-40B4-BE49-F238E27FC236}">
                      <a16:creationId xmlns:a16="http://schemas.microsoft.com/office/drawing/2014/main" id="{75F7769B-2EDE-390F-7A1F-AFD0F18571C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6" name="Línea 70">
                  <a:extLst>
                    <a:ext uri="{FF2B5EF4-FFF2-40B4-BE49-F238E27FC236}">
                      <a16:creationId xmlns:a16="http://schemas.microsoft.com/office/drawing/2014/main" id="{86042CE9-3593-5117-9EF7-FFFAA0A60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20" name="Grupo 19">
                <a:extLst>
                  <a:ext uri="{FF2B5EF4-FFF2-40B4-BE49-F238E27FC236}">
                    <a16:creationId xmlns:a16="http://schemas.microsoft.com/office/drawing/2014/main" id="{7AD44DFF-AC2E-F1E7-3DD3-D94B5DEAA45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21" name="Forma libre 68">
                  <a:extLst>
                    <a:ext uri="{FF2B5EF4-FFF2-40B4-BE49-F238E27FC236}">
                      <a16:creationId xmlns:a16="http://schemas.microsoft.com/office/drawing/2014/main" id="{C27A3695-C189-57A2-727E-EBF6E8F852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2" name="Forma libre 69">
                  <a:extLst>
                    <a:ext uri="{FF2B5EF4-FFF2-40B4-BE49-F238E27FC236}">
                      <a16:creationId xmlns:a16="http://schemas.microsoft.com/office/drawing/2014/main" id="{F597083A-E04B-36C9-E898-CA628CA73D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Línea 70">
                  <a:extLst>
                    <a:ext uri="{FF2B5EF4-FFF2-40B4-BE49-F238E27FC236}">
                      <a16:creationId xmlns:a16="http://schemas.microsoft.com/office/drawing/2014/main" id="{EFFEA2D7-2277-C98D-A11B-FE233841D4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grpSp>
        <p:nvGrpSpPr>
          <p:cNvPr id="57" name="Grupo 56">
            <a:extLst>
              <a:ext uri="{FF2B5EF4-FFF2-40B4-BE49-F238E27FC236}">
                <a16:creationId xmlns:a16="http://schemas.microsoft.com/office/drawing/2014/main" id="{41A995CD-27E0-6E06-6C12-788399440DA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8" name="Grupo 57">
              <a:extLst>
                <a:ext uri="{FF2B5EF4-FFF2-40B4-BE49-F238E27FC236}">
                  <a16:creationId xmlns:a16="http://schemas.microsoft.com/office/drawing/2014/main" id="{13C4A71B-04BD-6A63-9B61-893FB57EA3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77" name="Forma libre 64">
                <a:extLst>
                  <a:ext uri="{FF2B5EF4-FFF2-40B4-BE49-F238E27FC236}">
                    <a16:creationId xmlns:a16="http://schemas.microsoft.com/office/drawing/2014/main" id="{D7CA4653-B1F8-5695-F946-49BFF9E1BC6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8" name="Forma libre 81">
                <a:extLst>
                  <a:ext uri="{FF2B5EF4-FFF2-40B4-BE49-F238E27FC236}">
                    <a16:creationId xmlns:a16="http://schemas.microsoft.com/office/drawing/2014/main" id="{A7A160C8-4AF0-8E16-B300-313E4D48536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9" name="Forma libre 61">
                <a:extLst>
                  <a:ext uri="{FF2B5EF4-FFF2-40B4-BE49-F238E27FC236}">
                    <a16:creationId xmlns:a16="http://schemas.microsoft.com/office/drawing/2014/main" id="{8E240579-344F-5B7C-5F04-635501C111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0" name="Forma libre 78">
                <a:extLst>
                  <a:ext uri="{FF2B5EF4-FFF2-40B4-BE49-F238E27FC236}">
                    <a16:creationId xmlns:a16="http://schemas.microsoft.com/office/drawing/2014/main" id="{C570D51B-34D9-1E2D-9998-5624DED04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1" name="Forma libre 84">
                <a:extLst>
                  <a:ext uri="{FF2B5EF4-FFF2-40B4-BE49-F238E27FC236}">
                    <a16:creationId xmlns:a16="http://schemas.microsoft.com/office/drawing/2014/main" id="{497E3DE2-93EE-F45D-5143-2190644377A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2" name="Forma libre 87">
                <a:extLst>
                  <a:ext uri="{FF2B5EF4-FFF2-40B4-BE49-F238E27FC236}">
                    <a16:creationId xmlns:a16="http://schemas.microsoft.com/office/drawing/2014/main" id="{B05F431B-1A77-17AC-E371-EEA377F470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3" name="Forma libre 60">
                <a:extLst>
                  <a:ext uri="{FF2B5EF4-FFF2-40B4-BE49-F238E27FC236}">
                    <a16:creationId xmlns:a16="http://schemas.microsoft.com/office/drawing/2014/main" id="{631762C3-DDDB-B8E7-43F2-E1A6210A6D8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4" name="Forma libre 59">
                <a:extLst>
                  <a:ext uri="{FF2B5EF4-FFF2-40B4-BE49-F238E27FC236}">
                    <a16:creationId xmlns:a16="http://schemas.microsoft.com/office/drawing/2014/main" id="{C9FB36E7-412F-0117-C8FE-5D40F5331B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5" name="Forma libre 62">
                <a:extLst>
                  <a:ext uri="{FF2B5EF4-FFF2-40B4-BE49-F238E27FC236}">
                    <a16:creationId xmlns:a16="http://schemas.microsoft.com/office/drawing/2014/main" id="{2B6DEFFA-A04C-2B96-1471-3ADCA3336E0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6" name="Forma libre 65">
                <a:extLst>
                  <a:ext uri="{FF2B5EF4-FFF2-40B4-BE49-F238E27FC236}">
                    <a16:creationId xmlns:a16="http://schemas.microsoft.com/office/drawing/2014/main" id="{278F6762-48C0-CF1C-B6EC-5DF68BD28B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7" name="Forma libre 79">
                <a:extLst>
                  <a:ext uri="{FF2B5EF4-FFF2-40B4-BE49-F238E27FC236}">
                    <a16:creationId xmlns:a16="http://schemas.microsoft.com/office/drawing/2014/main" id="{47A9FBB6-821F-1B31-A561-5756851580C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8" name="Forma libre 82">
                <a:extLst>
                  <a:ext uri="{FF2B5EF4-FFF2-40B4-BE49-F238E27FC236}">
                    <a16:creationId xmlns:a16="http://schemas.microsoft.com/office/drawing/2014/main" id="{3E77E0BF-E53C-F949-B171-90275BEC79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89" name="Forma libre 85">
                <a:extLst>
                  <a:ext uri="{FF2B5EF4-FFF2-40B4-BE49-F238E27FC236}">
                    <a16:creationId xmlns:a16="http://schemas.microsoft.com/office/drawing/2014/main" id="{49803324-AB6B-8707-F09F-A28B7886F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90" name="Forma libre 88">
                <a:extLst>
                  <a:ext uri="{FF2B5EF4-FFF2-40B4-BE49-F238E27FC236}">
                    <a16:creationId xmlns:a16="http://schemas.microsoft.com/office/drawing/2014/main" id="{A9C8C2A6-C4CF-1A30-168F-9542F9EA85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91" name="Grupo 90">
                <a:extLst>
                  <a:ext uri="{FF2B5EF4-FFF2-40B4-BE49-F238E27FC236}">
                    <a16:creationId xmlns:a16="http://schemas.microsoft.com/office/drawing/2014/main" id="{DCD77573-D70E-9174-BF73-04E7FD6F99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92" name="Línea 63">
                  <a:extLst>
                    <a:ext uri="{FF2B5EF4-FFF2-40B4-BE49-F238E27FC236}">
                      <a16:creationId xmlns:a16="http://schemas.microsoft.com/office/drawing/2014/main" id="{E4EB57D2-F2A6-6124-D712-11FF3F194A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3" name="Línea 66">
                  <a:extLst>
                    <a:ext uri="{FF2B5EF4-FFF2-40B4-BE49-F238E27FC236}">
                      <a16:creationId xmlns:a16="http://schemas.microsoft.com/office/drawing/2014/main" id="{660C1BE5-CBD8-9507-95CB-BEDE9B4983D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4" name="Línea 67">
                  <a:extLst>
                    <a:ext uri="{FF2B5EF4-FFF2-40B4-BE49-F238E27FC236}">
                      <a16:creationId xmlns:a16="http://schemas.microsoft.com/office/drawing/2014/main" id="{33BB2861-1933-1ACC-2072-B53D7EACFD8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5" name="Línea 80">
                  <a:extLst>
                    <a:ext uri="{FF2B5EF4-FFF2-40B4-BE49-F238E27FC236}">
                      <a16:creationId xmlns:a16="http://schemas.microsoft.com/office/drawing/2014/main" id="{9D3F18B8-592E-9FBA-27DD-6245191309B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6" name="Línea 83">
                  <a:extLst>
                    <a:ext uri="{FF2B5EF4-FFF2-40B4-BE49-F238E27FC236}">
                      <a16:creationId xmlns:a16="http://schemas.microsoft.com/office/drawing/2014/main" id="{723BE47A-63E6-DB08-B479-CE5261920F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7" name="Línea 86">
                  <a:extLst>
                    <a:ext uri="{FF2B5EF4-FFF2-40B4-BE49-F238E27FC236}">
                      <a16:creationId xmlns:a16="http://schemas.microsoft.com/office/drawing/2014/main" id="{8D708A68-F4FF-EDC2-2377-86B62AD09D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98" name="Línea 89">
                  <a:extLst>
                    <a:ext uri="{FF2B5EF4-FFF2-40B4-BE49-F238E27FC236}">
                      <a16:creationId xmlns:a16="http://schemas.microsoft.com/office/drawing/2014/main" id="{6748BEC4-A831-38CB-D654-623CAF325D9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59" name="Grupo 58">
              <a:extLst>
                <a:ext uri="{FF2B5EF4-FFF2-40B4-BE49-F238E27FC236}">
                  <a16:creationId xmlns:a16="http://schemas.microsoft.com/office/drawing/2014/main" id="{4C6C953C-A360-1817-3519-97476B699E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9" name="Grupo 68">
                <a:extLst>
                  <a:ext uri="{FF2B5EF4-FFF2-40B4-BE49-F238E27FC236}">
                    <a16:creationId xmlns:a16="http://schemas.microsoft.com/office/drawing/2014/main" id="{22C44E29-B1BD-0292-FE7B-7516DC5ACF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73" name="Conector recto 72">
                  <a:extLst>
                    <a:ext uri="{FF2B5EF4-FFF2-40B4-BE49-F238E27FC236}">
                      <a16:creationId xmlns:a16="http://schemas.microsoft.com/office/drawing/2014/main" id="{D6EED04B-A801-B3E0-B796-3EB2EA58236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74" name="Conector recto 73">
                  <a:extLst>
                    <a:ext uri="{FF2B5EF4-FFF2-40B4-BE49-F238E27FC236}">
                      <a16:creationId xmlns:a16="http://schemas.microsoft.com/office/drawing/2014/main" id="{87979D94-1926-7FEB-5CC6-702EF9E2633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5" name="Rectángulo 30">
                  <a:extLst>
                    <a:ext uri="{FF2B5EF4-FFF2-40B4-BE49-F238E27FC236}">
                      <a16:creationId xmlns:a16="http://schemas.microsoft.com/office/drawing/2014/main" id="{9AA75A7A-E53A-0233-C98B-C04D2953DB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76" name="Rectángulo 30">
                  <a:extLst>
                    <a:ext uri="{FF2B5EF4-FFF2-40B4-BE49-F238E27FC236}">
                      <a16:creationId xmlns:a16="http://schemas.microsoft.com/office/drawing/2014/main" id="{7E8C7B03-4A56-EF25-AA5B-9994482C9F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70" name="Grupo 69">
                <a:extLst>
                  <a:ext uri="{FF2B5EF4-FFF2-40B4-BE49-F238E27FC236}">
                    <a16:creationId xmlns:a16="http://schemas.microsoft.com/office/drawing/2014/main" id="{BE090634-E4BC-8196-7877-D707CB45B04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71" name="Forma libre: Forma 73">
                  <a:extLst>
                    <a:ext uri="{FF2B5EF4-FFF2-40B4-BE49-F238E27FC236}">
                      <a16:creationId xmlns:a16="http://schemas.microsoft.com/office/drawing/2014/main" id="{8F51C8B9-9479-01E0-F6B5-8C92ED3D79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72" name="Forma libre: Forma 74">
                  <a:extLst>
                    <a:ext uri="{FF2B5EF4-FFF2-40B4-BE49-F238E27FC236}">
                      <a16:creationId xmlns:a16="http://schemas.microsoft.com/office/drawing/2014/main" id="{1A8998AB-2533-6E70-617E-2AAC0F12EB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60" name="Grupo 59">
              <a:extLst>
                <a:ext uri="{FF2B5EF4-FFF2-40B4-BE49-F238E27FC236}">
                  <a16:creationId xmlns:a16="http://schemas.microsoft.com/office/drawing/2014/main" id="{A4198AA1-1930-0C1B-DF82-F4695CE3879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61" name="Grupo 60">
                <a:extLst>
                  <a:ext uri="{FF2B5EF4-FFF2-40B4-BE49-F238E27FC236}">
                    <a16:creationId xmlns:a16="http://schemas.microsoft.com/office/drawing/2014/main" id="{F474BF9F-B5D9-7696-2F66-3F25A40857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66" name="Forma libre 65">
                  <a:extLst>
                    <a:ext uri="{FF2B5EF4-FFF2-40B4-BE49-F238E27FC236}">
                      <a16:creationId xmlns:a16="http://schemas.microsoft.com/office/drawing/2014/main" id="{88FA26F8-779F-A601-79F2-CC2D82BCFF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7" name="Forma libre 66">
                  <a:extLst>
                    <a:ext uri="{FF2B5EF4-FFF2-40B4-BE49-F238E27FC236}">
                      <a16:creationId xmlns:a16="http://schemas.microsoft.com/office/drawing/2014/main" id="{EE241512-EA09-4E63-5B80-7AFB75DCAF2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8" name="Línea 70">
                  <a:extLst>
                    <a:ext uri="{FF2B5EF4-FFF2-40B4-BE49-F238E27FC236}">
                      <a16:creationId xmlns:a16="http://schemas.microsoft.com/office/drawing/2014/main" id="{B83492D5-57A6-FBBB-CF50-1784C8D3275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62" name="Grupo 61">
                <a:extLst>
                  <a:ext uri="{FF2B5EF4-FFF2-40B4-BE49-F238E27FC236}">
                    <a16:creationId xmlns:a16="http://schemas.microsoft.com/office/drawing/2014/main" id="{31639602-8447-EF67-4E2F-8F075BFE357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63" name="Forma libre 68">
                  <a:extLst>
                    <a:ext uri="{FF2B5EF4-FFF2-40B4-BE49-F238E27FC236}">
                      <a16:creationId xmlns:a16="http://schemas.microsoft.com/office/drawing/2014/main" id="{7D4A2AA0-D6C8-91C5-4BA7-88C8C6BA4E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4" name="Forma libre 69">
                  <a:extLst>
                    <a:ext uri="{FF2B5EF4-FFF2-40B4-BE49-F238E27FC236}">
                      <a16:creationId xmlns:a16="http://schemas.microsoft.com/office/drawing/2014/main" id="{80339B30-7EE8-F62F-9AA7-CDB8130004D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5" name="Línea 70">
                  <a:extLst>
                    <a:ext uri="{FF2B5EF4-FFF2-40B4-BE49-F238E27FC236}">
                      <a16:creationId xmlns:a16="http://schemas.microsoft.com/office/drawing/2014/main" id="{26E866F8-D7C3-B9D9-2435-1B5FA19F49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cxnSp>
        <p:nvCxnSpPr>
          <p:cNvPr id="99" name="Conector recto 98">
            <a:extLst>
              <a:ext uri="{FF2B5EF4-FFF2-40B4-BE49-F238E27FC236}">
                <a16:creationId xmlns:a16="http://schemas.microsoft.com/office/drawing/2014/main" id="{FA12B7C8-641B-3498-17F8-7DD39AF98C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6000" y="4379976"/>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Subtítulo 2">
            <a:extLst>
              <a:ext uri="{FF2B5EF4-FFF2-40B4-BE49-F238E27FC236}">
                <a16:creationId xmlns:a16="http://schemas.microsoft.com/office/drawing/2014/main" id="{2BDC76B8-60F6-62D3-9F73-E81662203017}"/>
              </a:ext>
            </a:extLst>
          </p:cNvPr>
          <p:cNvSpPr>
            <a:spLocks noGrp="1"/>
          </p:cNvSpPr>
          <p:nvPr>
            <p:ph type="subTitle" idx="1"/>
          </p:nvPr>
        </p:nvSpPr>
        <p:spPr>
          <a:xfrm>
            <a:off x="2264664" y="4553712"/>
            <a:ext cx="7662672" cy="1636776"/>
          </a:xfrm>
        </p:spPr>
        <p:txBody>
          <a:bodyPr rtlCol="0" anchor="t" anchorCtr="0">
            <a:normAutofit/>
          </a:bodyPr>
          <a:lstStyle>
            <a:lvl1pPr marL="0" indent="0" algn="ctr">
              <a:lnSpc>
                <a:spcPct val="100000"/>
              </a:lnSpc>
              <a:buNone/>
              <a:defRPr sz="20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
              <a:t>Haga clic para editar el estilo de subtítulo del patrón</a:t>
            </a:r>
            <a:endParaRPr lang="en-US"/>
          </a:p>
        </p:txBody>
      </p:sp>
      <p:sp>
        <p:nvSpPr>
          <p:cNvPr id="2" name="Título 1">
            <a:extLst>
              <a:ext uri="{FF2B5EF4-FFF2-40B4-BE49-F238E27FC236}">
                <a16:creationId xmlns:a16="http://schemas.microsoft.com/office/drawing/2014/main" id="{E4336E9A-8E96-CD8C-7598-F87632CD81CF}"/>
              </a:ext>
            </a:extLst>
          </p:cNvPr>
          <p:cNvSpPr>
            <a:spLocks noGrp="1"/>
          </p:cNvSpPr>
          <p:nvPr>
            <p:ph type="ctrTitle"/>
          </p:nvPr>
        </p:nvSpPr>
        <p:spPr>
          <a:xfrm>
            <a:off x="2968752" y="1188720"/>
            <a:ext cx="6254496" cy="2999232"/>
          </a:xfrm>
        </p:spPr>
        <p:txBody>
          <a:bodyPr rtlCol="0" anchor="b" anchorCtr="0">
            <a:normAutofit/>
          </a:bodyPr>
          <a:lstStyle>
            <a:lvl1pPr algn="ctr">
              <a:defRPr sz="4000"/>
            </a:lvl1pPr>
          </a:lstStyle>
          <a:p>
            <a:pPr rtl="0"/>
            <a:r>
              <a:rPr lang="es"/>
              <a:t>Haga clic para modificar el estilo de título del patrón</a:t>
            </a:r>
            <a:endParaRPr lang="en-US"/>
          </a:p>
        </p:txBody>
      </p:sp>
    </p:spTree>
    <p:extLst>
      <p:ext uri="{BB962C8B-B14F-4D97-AF65-F5344CB8AC3E}">
        <p14:creationId xmlns:p14="http://schemas.microsoft.com/office/powerpoint/2010/main" val="36557778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43_FDA769A6.xml><?xml version="1.0" encoding="utf-8"?>
<p:sldLayout xmlns:a="http://schemas.openxmlformats.org/drawingml/2006/main" xmlns:r="http://schemas.openxmlformats.org/officeDocument/2006/relationships" xmlns:p="http://schemas.openxmlformats.org/presentationml/2006/main" preserve="1">
  <p:cSld name="Dos contenidos con una pequeña lista">
    <p:spTree>
      <p:nvGrpSpPr>
        <p:cNvPr id="1" name=""/>
        <p:cNvGrpSpPr/>
        <p:nvPr/>
      </p:nvGrpSpPr>
      <p:grpSpPr>
        <a:xfrm>
          <a:off x="0" y="0"/>
          <a:ext cx="0" cy="0"/>
          <a:chOff x="0" y="0"/>
          <a:chExt cx="0" cy="0"/>
        </a:xfrm>
      </p:grpSpPr>
      <p:cxnSp>
        <p:nvCxnSpPr>
          <p:cNvPr id="8" name="Conector recto 7">
            <a:extLst>
              <a:ext uri="{FF2B5EF4-FFF2-40B4-BE49-F238E27FC236}">
                <a16:creationId xmlns:a16="http://schemas.microsoft.com/office/drawing/2014/main" id="{1DD89DC3-7755-6F68-B7F5-979FD6C744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2336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Marcador de fecha 2">
            <a:extLst>
              <a:ext uri="{FF2B5EF4-FFF2-40B4-BE49-F238E27FC236}">
                <a16:creationId xmlns:a16="http://schemas.microsoft.com/office/drawing/2014/main" id="{9802CF08-CC52-E7E8-E565-6700958B4105}"/>
              </a:ext>
            </a:extLst>
          </p:cNvPr>
          <p:cNvSpPr>
            <a:spLocks noGrp="1"/>
          </p:cNvSpPr>
          <p:nvPr>
            <p:ph type="dt" sz="half" idx="15"/>
          </p:nvPr>
        </p:nvSpPr>
        <p:spPr/>
        <p:txBody>
          <a:bodyPr rtlCol="0"/>
          <a:lstStyle/>
          <a:p>
            <a:pPr rtl="0"/>
            <a:r>
              <a:rPr lang="es"/>
              <a:t>20XX</a:t>
            </a:r>
            <a:endParaRPr lang="en-US"/>
          </a:p>
        </p:txBody>
      </p:sp>
      <p:sp>
        <p:nvSpPr>
          <p:cNvPr id="4" name="Marcador de pie de página 3">
            <a:extLst>
              <a:ext uri="{FF2B5EF4-FFF2-40B4-BE49-F238E27FC236}">
                <a16:creationId xmlns:a16="http://schemas.microsoft.com/office/drawing/2014/main" id="{0823CA10-9755-BD67-C4D3-8A1BB620AEF2}"/>
              </a:ext>
            </a:extLst>
          </p:cNvPr>
          <p:cNvSpPr>
            <a:spLocks noGrp="1"/>
          </p:cNvSpPr>
          <p:nvPr>
            <p:ph type="ftr" sz="quarter" idx="16"/>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44A0A7C3-0501-E6B1-A79B-C8134B490F51}"/>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grpSp>
        <p:nvGrpSpPr>
          <p:cNvPr id="6" name="Grupo 5">
            <a:extLst>
              <a:ext uri="{FF2B5EF4-FFF2-40B4-BE49-F238E27FC236}">
                <a16:creationId xmlns:a16="http://schemas.microsoft.com/office/drawing/2014/main" id="{0B6EF528-594F-556A-CD60-606594B5EB5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7" name="Forma libre 64">
              <a:extLst>
                <a:ext uri="{FF2B5EF4-FFF2-40B4-BE49-F238E27FC236}">
                  <a16:creationId xmlns:a16="http://schemas.microsoft.com/office/drawing/2014/main" id="{BDE594A0-C605-05DF-4E16-3CBCD551FC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2" name="Forma libre 81">
              <a:extLst>
                <a:ext uri="{FF2B5EF4-FFF2-40B4-BE49-F238E27FC236}">
                  <a16:creationId xmlns:a16="http://schemas.microsoft.com/office/drawing/2014/main" id="{1562DBBC-D27A-04B4-3DE0-B4A3D18F6EE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 name="Forma libre 61">
              <a:extLst>
                <a:ext uri="{FF2B5EF4-FFF2-40B4-BE49-F238E27FC236}">
                  <a16:creationId xmlns:a16="http://schemas.microsoft.com/office/drawing/2014/main" id="{19098940-07AF-53FE-A889-D52535C683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 name="Forma libre 13">
              <a:extLst>
                <a:ext uri="{FF2B5EF4-FFF2-40B4-BE49-F238E27FC236}">
                  <a16:creationId xmlns:a16="http://schemas.microsoft.com/office/drawing/2014/main" id="{6A5186D6-8D0A-8EED-0443-61432F58C4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 name="Forma libre 84">
              <a:extLst>
                <a:ext uri="{FF2B5EF4-FFF2-40B4-BE49-F238E27FC236}">
                  <a16:creationId xmlns:a16="http://schemas.microsoft.com/office/drawing/2014/main" id="{A8142045-90C6-3C06-C658-F556B7A23EC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 name="Forma libre 87">
              <a:extLst>
                <a:ext uri="{FF2B5EF4-FFF2-40B4-BE49-F238E27FC236}">
                  <a16:creationId xmlns:a16="http://schemas.microsoft.com/office/drawing/2014/main" id="{001077E0-C656-C968-C9E9-3FA9976D76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7" name="Forma libre 60">
              <a:extLst>
                <a:ext uri="{FF2B5EF4-FFF2-40B4-BE49-F238E27FC236}">
                  <a16:creationId xmlns:a16="http://schemas.microsoft.com/office/drawing/2014/main" id="{37D03ED0-7FF4-4C75-B6D7-20D135AE43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 name="Forma libre 59">
              <a:extLst>
                <a:ext uri="{FF2B5EF4-FFF2-40B4-BE49-F238E27FC236}">
                  <a16:creationId xmlns:a16="http://schemas.microsoft.com/office/drawing/2014/main" id="{3DEE59B3-D69B-65ED-AFF7-9948D8C3DA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 name="Forma libre 62">
              <a:extLst>
                <a:ext uri="{FF2B5EF4-FFF2-40B4-BE49-F238E27FC236}">
                  <a16:creationId xmlns:a16="http://schemas.microsoft.com/office/drawing/2014/main" id="{7B7DEFBA-E50A-8C73-7554-73D969A8691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 name="Forma libre 65">
              <a:extLst>
                <a:ext uri="{FF2B5EF4-FFF2-40B4-BE49-F238E27FC236}">
                  <a16:creationId xmlns:a16="http://schemas.microsoft.com/office/drawing/2014/main" id="{BFC587AB-20A9-702A-A70E-C4E28BD76E2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 name="Forma libre 79">
              <a:extLst>
                <a:ext uri="{FF2B5EF4-FFF2-40B4-BE49-F238E27FC236}">
                  <a16:creationId xmlns:a16="http://schemas.microsoft.com/office/drawing/2014/main" id="{D986BC4B-F530-ADAD-ED09-0774DF8B1B7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2" name="Forma libre 82">
              <a:extLst>
                <a:ext uri="{FF2B5EF4-FFF2-40B4-BE49-F238E27FC236}">
                  <a16:creationId xmlns:a16="http://schemas.microsoft.com/office/drawing/2014/main" id="{951F9DD8-AD36-C9D1-EF7A-BD668B0CEC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3" name="Forma libre 85">
              <a:extLst>
                <a:ext uri="{FF2B5EF4-FFF2-40B4-BE49-F238E27FC236}">
                  <a16:creationId xmlns:a16="http://schemas.microsoft.com/office/drawing/2014/main" id="{4F08948B-FEE6-B607-4151-90BEE6EEC6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4" name="Forma libre 23">
              <a:extLst>
                <a:ext uri="{FF2B5EF4-FFF2-40B4-BE49-F238E27FC236}">
                  <a16:creationId xmlns:a16="http://schemas.microsoft.com/office/drawing/2014/main" id="{3210488C-8EF3-8C1E-C938-F164A22E05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5" name="Grupo 24">
              <a:extLst>
                <a:ext uri="{FF2B5EF4-FFF2-40B4-BE49-F238E27FC236}">
                  <a16:creationId xmlns:a16="http://schemas.microsoft.com/office/drawing/2014/main" id="{8E955C9D-4C20-D5B8-4314-C3D862B849F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6" name="Línea 63">
                <a:extLst>
                  <a:ext uri="{FF2B5EF4-FFF2-40B4-BE49-F238E27FC236}">
                    <a16:creationId xmlns:a16="http://schemas.microsoft.com/office/drawing/2014/main" id="{ED94D0DA-6022-CBE8-F3BB-33C6014E92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7" name="Línea 66">
                <a:extLst>
                  <a:ext uri="{FF2B5EF4-FFF2-40B4-BE49-F238E27FC236}">
                    <a16:creationId xmlns:a16="http://schemas.microsoft.com/office/drawing/2014/main" id="{A929325D-F34D-6A1A-DE19-4840ACD4DF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8" name="Línea 67">
                <a:extLst>
                  <a:ext uri="{FF2B5EF4-FFF2-40B4-BE49-F238E27FC236}">
                    <a16:creationId xmlns:a16="http://schemas.microsoft.com/office/drawing/2014/main" id="{860F19A3-DF79-A7F2-0F4D-C3EA2B9F52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9" name="Línea 80">
                <a:extLst>
                  <a:ext uri="{FF2B5EF4-FFF2-40B4-BE49-F238E27FC236}">
                    <a16:creationId xmlns:a16="http://schemas.microsoft.com/office/drawing/2014/main" id="{F34406AE-507E-602D-0447-9BA9E9B968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0" name="Línea 83">
                <a:extLst>
                  <a:ext uri="{FF2B5EF4-FFF2-40B4-BE49-F238E27FC236}">
                    <a16:creationId xmlns:a16="http://schemas.microsoft.com/office/drawing/2014/main" id="{7324F077-0462-0854-1F7C-409BFBAC39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1" name="Línea 86">
                <a:extLst>
                  <a:ext uri="{FF2B5EF4-FFF2-40B4-BE49-F238E27FC236}">
                    <a16:creationId xmlns:a16="http://schemas.microsoft.com/office/drawing/2014/main" id="{EA974DE0-FE19-3CF6-0E4E-947F4E9285E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32" name="Línea 89">
                <a:extLst>
                  <a:ext uri="{FF2B5EF4-FFF2-40B4-BE49-F238E27FC236}">
                    <a16:creationId xmlns:a16="http://schemas.microsoft.com/office/drawing/2014/main" id="{84EAAB2B-6EB6-BAE0-59C4-64704C7F20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33" name="Grupo 32">
            <a:extLst>
              <a:ext uri="{FF2B5EF4-FFF2-40B4-BE49-F238E27FC236}">
                <a16:creationId xmlns:a16="http://schemas.microsoft.com/office/drawing/2014/main" id="{9FDCF00D-740A-E550-4193-58FFEEB67D4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34" name="Forma libre 64">
              <a:extLst>
                <a:ext uri="{FF2B5EF4-FFF2-40B4-BE49-F238E27FC236}">
                  <a16:creationId xmlns:a16="http://schemas.microsoft.com/office/drawing/2014/main" id="{1A11072A-99AE-301C-C062-31AAF2AD90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5" name="Forma libre 81">
              <a:extLst>
                <a:ext uri="{FF2B5EF4-FFF2-40B4-BE49-F238E27FC236}">
                  <a16:creationId xmlns:a16="http://schemas.microsoft.com/office/drawing/2014/main" id="{5BE152B0-D24F-1EC7-D612-2505041057D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6" name="Forma libre 61">
              <a:extLst>
                <a:ext uri="{FF2B5EF4-FFF2-40B4-BE49-F238E27FC236}">
                  <a16:creationId xmlns:a16="http://schemas.microsoft.com/office/drawing/2014/main" id="{05B71946-296F-92C5-5DB5-E20C4E1B02E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7" name="Forma libre 78">
              <a:extLst>
                <a:ext uri="{FF2B5EF4-FFF2-40B4-BE49-F238E27FC236}">
                  <a16:creationId xmlns:a16="http://schemas.microsoft.com/office/drawing/2014/main" id="{FE40B9B7-8AE6-0829-F222-035B5CEBF0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8" name="Forma libre 84">
              <a:extLst>
                <a:ext uri="{FF2B5EF4-FFF2-40B4-BE49-F238E27FC236}">
                  <a16:creationId xmlns:a16="http://schemas.microsoft.com/office/drawing/2014/main" id="{9D95873C-1797-68CD-8369-43A29753C6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39" name="Forma libre 87">
              <a:extLst>
                <a:ext uri="{FF2B5EF4-FFF2-40B4-BE49-F238E27FC236}">
                  <a16:creationId xmlns:a16="http://schemas.microsoft.com/office/drawing/2014/main" id="{D9484E0A-EBF4-F3B9-49E0-7C30B0E7B1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0" name="Forma libre 60">
              <a:extLst>
                <a:ext uri="{FF2B5EF4-FFF2-40B4-BE49-F238E27FC236}">
                  <a16:creationId xmlns:a16="http://schemas.microsoft.com/office/drawing/2014/main" id="{E8F76E8D-4F44-399C-A755-AA6D11DA0EC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1" name="Forma libre 59">
              <a:extLst>
                <a:ext uri="{FF2B5EF4-FFF2-40B4-BE49-F238E27FC236}">
                  <a16:creationId xmlns:a16="http://schemas.microsoft.com/office/drawing/2014/main" id="{D7F1F9E9-B4FC-13F2-5351-5062D0679F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2" name="Forma libre 62">
              <a:extLst>
                <a:ext uri="{FF2B5EF4-FFF2-40B4-BE49-F238E27FC236}">
                  <a16:creationId xmlns:a16="http://schemas.microsoft.com/office/drawing/2014/main" id="{82AFD47A-39F7-B763-21EC-F8236B0E64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3" name="Forma libre 65">
              <a:extLst>
                <a:ext uri="{FF2B5EF4-FFF2-40B4-BE49-F238E27FC236}">
                  <a16:creationId xmlns:a16="http://schemas.microsoft.com/office/drawing/2014/main" id="{8DF521CE-7542-7A4E-6F55-45B81DAFE5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4" name="Forma libre 79">
              <a:extLst>
                <a:ext uri="{FF2B5EF4-FFF2-40B4-BE49-F238E27FC236}">
                  <a16:creationId xmlns:a16="http://schemas.microsoft.com/office/drawing/2014/main" id="{B8CA85D2-9E55-B392-9BA6-8C8E9B5D189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5" name="Forma libre 82">
              <a:extLst>
                <a:ext uri="{FF2B5EF4-FFF2-40B4-BE49-F238E27FC236}">
                  <a16:creationId xmlns:a16="http://schemas.microsoft.com/office/drawing/2014/main" id="{BFB42FEA-9C8A-25D0-7350-B4B8C0F5D7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6" name="Forma libre 85">
              <a:extLst>
                <a:ext uri="{FF2B5EF4-FFF2-40B4-BE49-F238E27FC236}">
                  <a16:creationId xmlns:a16="http://schemas.microsoft.com/office/drawing/2014/main" id="{543CDFF4-A1F2-F88B-DB23-FF705DCB19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47" name="Forma libre 88">
              <a:extLst>
                <a:ext uri="{FF2B5EF4-FFF2-40B4-BE49-F238E27FC236}">
                  <a16:creationId xmlns:a16="http://schemas.microsoft.com/office/drawing/2014/main" id="{0F21293C-A1D7-94EB-896F-2A5BBA3775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48" name="Grupo 47">
              <a:extLst>
                <a:ext uri="{FF2B5EF4-FFF2-40B4-BE49-F238E27FC236}">
                  <a16:creationId xmlns:a16="http://schemas.microsoft.com/office/drawing/2014/main" id="{046BDE1D-03D6-5D82-4C5D-B9A69F9056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9" name="Línea 63">
                <a:extLst>
                  <a:ext uri="{FF2B5EF4-FFF2-40B4-BE49-F238E27FC236}">
                    <a16:creationId xmlns:a16="http://schemas.microsoft.com/office/drawing/2014/main" id="{A9292CCA-C3C0-69E9-A547-BA5C02CF43C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0" name="Línea 66">
                <a:extLst>
                  <a:ext uri="{FF2B5EF4-FFF2-40B4-BE49-F238E27FC236}">
                    <a16:creationId xmlns:a16="http://schemas.microsoft.com/office/drawing/2014/main" id="{C783AFBE-DD7F-B527-4236-A1694DBC46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1" name="Línea 67">
                <a:extLst>
                  <a:ext uri="{FF2B5EF4-FFF2-40B4-BE49-F238E27FC236}">
                    <a16:creationId xmlns:a16="http://schemas.microsoft.com/office/drawing/2014/main" id="{B8945097-6C88-CEDE-656F-2B9BB6EBEC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2" name="Línea 80">
                <a:extLst>
                  <a:ext uri="{FF2B5EF4-FFF2-40B4-BE49-F238E27FC236}">
                    <a16:creationId xmlns:a16="http://schemas.microsoft.com/office/drawing/2014/main" id="{82400F36-39B8-67BE-3C3E-615B46577C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3" name="Línea 83">
                <a:extLst>
                  <a:ext uri="{FF2B5EF4-FFF2-40B4-BE49-F238E27FC236}">
                    <a16:creationId xmlns:a16="http://schemas.microsoft.com/office/drawing/2014/main" id="{E6B024E3-D2F7-A32C-B2BC-5E6DC218E6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4" name="Línea 86">
                <a:extLst>
                  <a:ext uri="{FF2B5EF4-FFF2-40B4-BE49-F238E27FC236}">
                    <a16:creationId xmlns:a16="http://schemas.microsoft.com/office/drawing/2014/main" id="{D15C6BBB-32C7-7813-F43E-8B6F86A05F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55" name="Línea 89">
                <a:extLst>
                  <a:ext uri="{FF2B5EF4-FFF2-40B4-BE49-F238E27FC236}">
                    <a16:creationId xmlns:a16="http://schemas.microsoft.com/office/drawing/2014/main" id="{D1755EB0-41FE-45B9-11D8-7D13B40DB2D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9" name="Marcador de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3886200" y="2103120"/>
            <a:ext cx="2761488" cy="393192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11" name="Marcador de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6812280" y="2103120"/>
            <a:ext cx="4855464" cy="393192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886200" y="548640"/>
            <a:ext cx="8055864" cy="1132258"/>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4255607206"/>
      </p:ext>
    </p:extLst>
  </p:cSld>
  <p:clrMapOvr>
    <a:masterClrMapping/>
  </p:clrMapOvr>
</p:sldLayout>
</file>

<file path=ppt/slideLayouts/slideLayout_80000044_5AD973AC.xml><?xml version="1.0" encoding="utf-8"?>
<p:sldLayout xmlns:a="http://schemas.openxmlformats.org/drawingml/2006/main" xmlns:r="http://schemas.openxmlformats.org/officeDocument/2006/relationships" xmlns:p="http://schemas.openxmlformats.org/presentationml/2006/main" preserve="1">
  <p:cSld name="Dos contenidos, medianos ">
    <p:spTree>
      <p:nvGrpSpPr>
        <p:cNvPr id="1" name=""/>
        <p:cNvGrpSpPr/>
        <p:nvPr/>
      </p:nvGrpSpPr>
      <p:grpSpPr>
        <a:xfrm>
          <a:off x="0" y="0"/>
          <a:ext cx="0" cy="0"/>
          <a:chOff x="0" y="0"/>
          <a:chExt cx="0" cy="0"/>
        </a:xfrm>
      </p:grpSpPr>
      <p:sp>
        <p:nvSpPr>
          <p:cNvPr id="8" name="Marcador de fecha 7">
            <a:extLst>
              <a:ext uri="{FF2B5EF4-FFF2-40B4-BE49-F238E27FC236}">
                <a16:creationId xmlns:a16="http://schemas.microsoft.com/office/drawing/2014/main" id="{2DECF7E6-548D-A95C-6299-222EE29ED544}"/>
              </a:ext>
            </a:extLst>
          </p:cNvPr>
          <p:cNvSpPr>
            <a:spLocks noGrp="1"/>
          </p:cNvSpPr>
          <p:nvPr>
            <p:ph type="dt" sz="half" idx="10"/>
          </p:nvPr>
        </p:nvSpPr>
        <p:spPr/>
        <p:txBody>
          <a:bodyPr rtlCol="0"/>
          <a:lstStyle/>
          <a:p>
            <a:pPr rtl="0"/>
            <a:r>
              <a:rPr lang="es"/>
              <a:t>20XX</a:t>
            </a:r>
            <a:endParaRPr lang="en-US"/>
          </a:p>
        </p:txBody>
      </p:sp>
      <p:sp>
        <p:nvSpPr>
          <p:cNvPr id="9" name="Marcador de pie de página 8">
            <a:extLst>
              <a:ext uri="{FF2B5EF4-FFF2-40B4-BE49-F238E27FC236}">
                <a16:creationId xmlns:a16="http://schemas.microsoft.com/office/drawing/2014/main" id="{8C9320CA-5CD7-A07A-0CA7-261225AAEF77}"/>
              </a:ext>
            </a:extLst>
          </p:cNvPr>
          <p:cNvSpPr>
            <a:spLocks noGrp="1"/>
          </p:cNvSpPr>
          <p:nvPr>
            <p:ph type="ftr" sz="quarter" idx="11"/>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A6E4DA78-A37F-D95F-BF1F-990B686AB49D}"/>
              </a:ext>
            </a:extLst>
          </p:cNvPr>
          <p:cNvSpPr>
            <a:spLocks noGrp="1"/>
          </p:cNvSpPr>
          <p:nvPr>
            <p:ph type="sldNum" sz="quarter" idx="12"/>
          </p:nvPr>
        </p:nvSpPr>
        <p:spPr/>
        <p:txBody>
          <a:bodyPr rtlCol="0"/>
          <a:lstStyle/>
          <a:p>
            <a:pPr rtl="0"/>
            <a:fld id="{CC057153-B650-4DEB-B370-79DDCFDCE934}" type="slidenum">
              <a:rPr lang="en-US" smtClean="0"/>
              <a:pPr rtl="0"/>
              <a:t/>
            </a:fld>
            <a:endParaRPr lang="en-US"/>
          </a:p>
        </p:txBody>
      </p:sp>
      <p:cxnSp>
        <p:nvCxnSpPr>
          <p:cNvPr id="5" name="Conector recto 4">
            <a:extLst>
              <a:ext uri="{FF2B5EF4-FFF2-40B4-BE49-F238E27FC236}">
                <a16:creationId xmlns:a16="http://schemas.microsoft.com/office/drawing/2014/main" id="{E25BFD2D-23AC-20F2-5D2E-B6D208328ECC}"/>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31520" y="193852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Marcador de contenido 2">
            <a:extLst>
              <a:ext uri="{FF2B5EF4-FFF2-40B4-BE49-F238E27FC236}">
                <a16:creationId xmlns:a16="http://schemas.microsoft.com/office/drawing/2014/main" id="{3F519321-39F6-08F8-D905-9315EEB0CD73}"/>
              </a:ext>
            </a:extLst>
          </p:cNvPr>
          <p:cNvSpPr>
            <a:spLocks noGrp="1"/>
          </p:cNvSpPr>
          <p:nvPr>
            <p:ph idx="13"/>
          </p:nvPr>
        </p:nvSpPr>
        <p:spPr>
          <a:xfrm>
            <a:off x="4912504" y="2103120"/>
            <a:ext cx="6353721" cy="42062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3" name="Marcador de contenido 2">
            <a:extLst>
              <a:ext uri="{FF2B5EF4-FFF2-40B4-BE49-F238E27FC236}">
                <a16:creationId xmlns:a16="http://schemas.microsoft.com/office/drawing/2014/main" id="{6C2DD052-3E45-E789-01F8-33250024ECBD}"/>
              </a:ext>
            </a:extLst>
          </p:cNvPr>
          <p:cNvSpPr>
            <a:spLocks noGrp="1"/>
          </p:cNvSpPr>
          <p:nvPr>
            <p:ph idx="1"/>
          </p:nvPr>
        </p:nvSpPr>
        <p:spPr>
          <a:xfrm>
            <a:off x="612648" y="2103120"/>
            <a:ext cx="4105656" cy="420624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10653578" cy="1133856"/>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1524200364"/>
      </p:ext>
    </p:extLst>
  </p:cSld>
  <p:clrMapOvr>
    <a:masterClrMapping/>
  </p:clrMapOvr>
</p:sldLayout>
</file>

<file path=ppt/slideLayouts/slideLayout_80000045_9FD3DCC.xml><?xml version="1.0" encoding="utf-8"?>
<p:sldLayout xmlns:a="http://schemas.openxmlformats.org/drawingml/2006/main" xmlns:r="http://schemas.openxmlformats.org/officeDocument/2006/relationships" xmlns:p="http://schemas.openxmlformats.org/presentationml/2006/main" preserve="1">
  <p:cSld name="Dos contenidos, mediano y pequeño">
    <p:spTree>
      <p:nvGrpSpPr>
        <p:cNvPr id="1" name=""/>
        <p:cNvGrpSpPr/>
        <p:nvPr/>
      </p:nvGrpSpPr>
      <p:grpSpPr>
        <a:xfrm>
          <a:off x="0" y="0"/>
          <a:ext cx="0" cy="0"/>
          <a:chOff x="0" y="0"/>
          <a:chExt cx="0" cy="0"/>
        </a:xfrm>
      </p:grpSpPr>
      <p:cxnSp>
        <p:nvCxnSpPr>
          <p:cNvPr id="8" name="Conector recto 7">
            <a:extLst>
              <a:ext uri="{FF2B5EF4-FFF2-40B4-BE49-F238E27FC236}">
                <a16:creationId xmlns:a16="http://schemas.microsoft.com/office/drawing/2014/main" id="{1DD89DC3-7755-6F68-B7F5-979FD6C744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91840" y="1937284"/>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Marcador de fecha 2">
            <a:extLst>
              <a:ext uri="{FF2B5EF4-FFF2-40B4-BE49-F238E27FC236}">
                <a16:creationId xmlns:a16="http://schemas.microsoft.com/office/drawing/2014/main" id="{9802CF08-CC52-E7E8-E565-6700958B4105}"/>
              </a:ext>
            </a:extLst>
          </p:cNvPr>
          <p:cNvSpPr>
            <a:spLocks noGrp="1"/>
          </p:cNvSpPr>
          <p:nvPr>
            <p:ph type="dt" sz="half" idx="15"/>
          </p:nvPr>
        </p:nvSpPr>
        <p:spPr/>
        <p:txBody>
          <a:bodyPr rtlCol="0"/>
          <a:lstStyle/>
          <a:p>
            <a:pPr rtl="0"/>
            <a:r>
              <a:rPr lang="es"/>
              <a:t>20XX</a:t>
            </a:r>
            <a:endParaRPr lang="en-US"/>
          </a:p>
        </p:txBody>
      </p:sp>
      <p:sp>
        <p:nvSpPr>
          <p:cNvPr id="4" name="Marcador de pie de página 3">
            <a:extLst>
              <a:ext uri="{FF2B5EF4-FFF2-40B4-BE49-F238E27FC236}">
                <a16:creationId xmlns:a16="http://schemas.microsoft.com/office/drawing/2014/main" id="{0823CA10-9755-BD67-C4D3-8A1BB620AEF2}"/>
              </a:ext>
            </a:extLst>
          </p:cNvPr>
          <p:cNvSpPr>
            <a:spLocks noGrp="1"/>
          </p:cNvSpPr>
          <p:nvPr>
            <p:ph type="ftr" sz="quarter" idx="16"/>
          </p:nvPr>
        </p:nvSpPr>
        <p:spPr/>
        <p:txBody>
          <a:bodyPr rtlCol="0"/>
          <a:lstStyle/>
          <a:p>
            <a:pPr rtl="0"/>
            <a:r>
              <a:rPr lang="es"/>
              <a:t>Ejemplo de Texto de pie de página</a:t>
            </a:r>
            <a:endParaRPr lang="en-US"/>
          </a:p>
        </p:txBody>
      </p:sp>
      <p:sp>
        <p:nvSpPr>
          <p:cNvPr id="10" name="Marcador de número de diapositiva 9">
            <a:extLst>
              <a:ext uri="{FF2B5EF4-FFF2-40B4-BE49-F238E27FC236}">
                <a16:creationId xmlns:a16="http://schemas.microsoft.com/office/drawing/2014/main" id="{44A0A7C3-0501-E6B1-A79B-C8134B490F51}"/>
              </a:ext>
            </a:extLst>
          </p:cNvPr>
          <p:cNvSpPr>
            <a:spLocks noGrp="1"/>
          </p:cNvSpPr>
          <p:nvPr>
            <p:ph type="sldNum" sz="quarter" idx="17"/>
          </p:nvPr>
        </p:nvSpPr>
        <p:spPr/>
        <p:txBody>
          <a:bodyPr rtlCol="0"/>
          <a:lstStyle/>
          <a:p>
            <a:pPr rtl="0"/>
            <a:fld id="{CC057153-B650-4DEB-B370-79DDCFDCE934}" type="slidenum">
              <a:rPr lang="en-US" smtClean="0"/>
              <a:pPr rtl="0"/>
              <a:t/>
            </a:fld>
            <a:endParaRPr lang="en-US"/>
          </a:p>
        </p:txBody>
      </p:sp>
      <p:grpSp>
        <p:nvGrpSpPr>
          <p:cNvPr id="5" name="Grupo 4">
            <a:extLst>
              <a:ext uri="{FF2B5EF4-FFF2-40B4-BE49-F238E27FC236}">
                <a16:creationId xmlns:a16="http://schemas.microsoft.com/office/drawing/2014/main" id="{97137302-1A69-A674-9207-8CE8198A065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56" name="Grupo 55">
              <a:extLst>
                <a:ext uri="{FF2B5EF4-FFF2-40B4-BE49-F238E27FC236}">
                  <a16:creationId xmlns:a16="http://schemas.microsoft.com/office/drawing/2014/main" id="{B43369CA-62CD-EFB9-F8C2-68C1BCD6EC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2" name="Grupo 61">
                <a:extLst>
                  <a:ext uri="{FF2B5EF4-FFF2-40B4-BE49-F238E27FC236}">
                    <a16:creationId xmlns:a16="http://schemas.microsoft.com/office/drawing/2014/main" id="{8FA50491-D373-0AFC-CE50-F518ECA46DD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6" name="Conector recto 65">
                  <a:extLst>
                    <a:ext uri="{FF2B5EF4-FFF2-40B4-BE49-F238E27FC236}">
                      <a16:creationId xmlns:a16="http://schemas.microsoft.com/office/drawing/2014/main" id="{AFF2448E-C192-A06F-DBEF-437DA4064D6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7" name="Conector recto 66">
                  <a:extLst>
                    <a:ext uri="{FF2B5EF4-FFF2-40B4-BE49-F238E27FC236}">
                      <a16:creationId xmlns:a16="http://schemas.microsoft.com/office/drawing/2014/main" id="{2DC852C2-6D36-18EB-486A-91FF579FD9EE}"/>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8" name="Rectángulo 30">
                  <a:extLst>
                    <a:ext uri="{FF2B5EF4-FFF2-40B4-BE49-F238E27FC236}">
                      <a16:creationId xmlns:a16="http://schemas.microsoft.com/office/drawing/2014/main" id="{5D1F5E1F-9C25-6F79-0034-ECFD7E7E1BD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69" name="Rectángulo 30">
                  <a:extLst>
                    <a:ext uri="{FF2B5EF4-FFF2-40B4-BE49-F238E27FC236}">
                      <a16:creationId xmlns:a16="http://schemas.microsoft.com/office/drawing/2014/main" id="{8E0167A9-E300-611A-4F64-09498C5CB97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63" name="Grupo 62">
                <a:extLst>
                  <a:ext uri="{FF2B5EF4-FFF2-40B4-BE49-F238E27FC236}">
                    <a16:creationId xmlns:a16="http://schemas.microsoft.com/office/drawing/2014/main" id="{20AE9D26-A58B-403A-D1B3-F2290AC2D0F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4" name="Forma libre: Forma 101">
                  <a:extLst>
                    <a:ext uri="{FF2B5EF4-FFF2-40B4-BE49-F238E27FC236}">
                      <a16:creationId xmlns:a16="http://schemas.microsoft.com/office/drawing/2014/main" id="{697E4BC1-0F47-C193-5BDC-59411573A0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65" name="Forma libre: Forma 102">
                  <a:extLst>
                    <a:ext uri="{FF2B5EF4-FFF2-40B4-BE49-F238E27FC236}">
                      <a16:creationId xmlns:a16="http://schemas.microsoft.com/office/drawing/2014/main" id="{E43A0334-0484-A6AE-CF29-99DD4D8DC64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57" name="Grupo 56">
              <a:extLst>
                <a:ext uri="{FF2B5EF4-FFF2-40B4-BE49-F238E27FC236}">
                  <a16:creationId xmlns:a16="http://schemas.microsoft.com/office/drawing/2014/main" id="{1FD5042A-523C-577E-CE90-02AE84021D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58" name="Grupo 57">
                <a:extLst>
                  <a:ext uri="{FF2B5EF4-FFF2-40B4-BE49-F238E27FC236}">
                    <a16:creationId xmlns:a16="http://schemas.microsoft.com/office/drawing/2014/main" id="{FCF07F39-DA9C-6FAF-9EA8-4D4A65B156F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60" name="Forma libre 68">
                  <a:extLst>
                    <a:ext uri="{FF2B5EF4-FFF2-40B4-BE49-F238E27FC236}">
                      <a16:creationId xmlns:a16="http://schemas.microsoft.com/office/drawing/2014/main" id="{DA113724-CD7E-E37F-E63F-4629E8A76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61" name="Forma libre 69">
                  <a:extLst>
                    <a:ext uri="{FF2B5EF4-FFF2-40B4-BE49-F238E27FC236}">
                      <a16:creationId xmlns:a16="http://schemas.microsoft.com/office/drawing/2014/main" id="{9F4E16DF-B699-C661-9242-6E15F66C00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59" name="Línea 70">
                <a:extLst>
                  <a:ext uri="{FF2B5EF4-FFF2-40B4-BE49-F238E27FC236}">
                    <a16:creationId xmlns:a16="http://schemas.microsoft.com/office/drawing/2014/main" id="{2F9EA502-750D-9DB3-7B70-A2D55DDAE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70" name="Grupo 69">
            <a:extLst>
              <a:ext uri="{FF2B5EF4-FFF2-40B4-BE49-F238E27FC236}">
                <a16:creationId xmlns:a16="http://schemas.microsoft.com/office/drawing/2014/main" id="{362BD590-B46E-92B9-05F7-0C75E9DEDA25}"/>
              </a:ext>
              <a:ext uri="{C183D7F6-B498-43B3-948B-1728B52AA6E4}">
                <adec:decorative xmlns:adec="http://schemas.microsoft.com/office/drawing/2017/decorative" val="1"/>
              </a:ext>
            </a:extLst>
          </p:cNvPr>
          <p:cNvGrpSpPr>
            <a:grpSpLocks noChangeAspect="1"/>
          </p:cNvGrpSpPr>
          <p:nvPr userDrawn="1">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71" name="Grupo 70">
              <a:extLst>
                <a:ext uri="{FF2B5EF4-FFF2-40B4-BE49-F238E27FC236}">
                  <a16:creationId xmlns:a16="http://schemas.microsoft.com/office/drawing/2014/main" id="{0B865310-A190-5FB1-97CF-9A5B2A8C4AA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77" name="Grupo 76">
                <a:extLst>
                  <a:ext uri="{FF2B5EF4-FFF2-40B4-BE49-F238E27FC236}">
                    <a16:creationId xmlns:a16="http://schemas.microsoft.com/office/drawing/2014/main" id="{4ADBA304-54CD-A7C8-0C30-7B053ECA750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81" name="Conector recto 80">
                  <a:extLst>
                    <a:ext uri="{FF2B5EF4-FFF2-40B4-BE49-F238E27FC236}">
                      <a16:creationId xmlns:a16="http://schemas.microsoft.com/office/drawing/2014/main" id="{AE1B8768-B33A-E9C1-4A7F-A8599374B57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82" name="Conector recto 81">
                  <a:extLst>
                    <a:ext uri="{FF2B5EF4-FFF2-40B4-BE49-F238E27FC236}">
                      <a16:creationId xmlns:a16="http://schemas.microsoft.com/office/drawing/2014/main" id="{6E5A642F-F01B-7FF7-0B82-3DFACE0BED2D}"/>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3" name="Rectángulo 30">
                  <a:extLst>
                    <a:ext uri="{FF2B5EF4-FFF2-40B4-BE49-F238E27FC236}">
                      <a16:creationId xmlns:a16="http://schemas.microsoft.com/office/drawing/2014/main" id="{B1DD1374-65C5-4D20-D0A5-A741C8B92E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4" name="Rectángulo 30">
                  <a:extLst>
                    <a:ext uri="{FF2B5EF4-FFF2-40B4-BE49-F238E27FC236}">
                      <a16:creationId xmlns:a16="http://schemas.microsoft.com/office/drawing/2014/main" id="{2908938F-65F1-DE57-170B-D7155586EB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78" name="Grupo 77">
                <a:extLst>
                  <a:ext uri="{FF2B5EF4-FFF2-40B4-BE49-F238E27FC236}">
                    <a16:creationId xmlns:a16="http://schemas.microsoft.com/office/drawing/2014/main" id="{3577E40B-69CF-7DED-7AEA-AB34624C21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79" name="Forma libre: Forma 116">
                  <a:extLst>
                    <a:ext uri="{FF2B5EF4-FFF2-40B4-BE49-F238E27FC236}">
                      <a16:creationId xmlns:a16="http://schemas.microsoft.com/office/drawing/2014/main" id="{DADAA6BE-8977-81AB-2C67-F7241243FD0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80" name="Forma libre: Forma 117">
                  <a:extLst>
                    <a:ext uri="{FF2B5EF4-FFF2-40B4-BE49-F238E27FC236}">
                      <a16:creationId xmlns:a16="http://schemas.microsoft.com/office/drawing/2014/main" id="{5AC24CAA-95C1-7FD3-5AB8-3C432D57C18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72" name="Grupo 71">
              <a:extLst>
                <a:ext uri="{FF2B5EF4-FFF2-40B4-BE49-F238E27FC236}">
                  <a16:creationId xmlns:a16="http://schemas.microsoft.com/office/drawing/2014/main" id="{D91B96DC-EC78-9E05-76AD-2F5F9A64137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73" name="Grupo 72">
                <a:extLst>
                  <a:ext uri="{FF2B5EF4-FFF2-40B4-BE49-F238E27FC236}">
                    <a16:creationId xmlns:a16="http://schemas.microsoft.com/office/drawing/2014/main" id="{9AE00820-76F8-8379-C974-DA3B12413DD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75" name="Forma libre 68">
                  <a:extLst>
                    <a:ext uri="{FF2B5EF4-FFF2-40B4-BE49-F238E27FC236}">
                      <a16:creationId xmlns:a16="http://schemas.microsoft.com/office/drawing/2014/main" id="{3C3DFD7B-01BF-EA56-D869-B675F4D7947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76" name="Forma libre 69">
                  <a:extLst>
                    <a:ext uri="{FF2B5EF4-FFF2-40B4-BE49-F238E27FC236}">
                      <a16:creationId xmlns:a16="http://schemas.microsoft.com/office/drawing/2014/main" id="{C0D4FAE5-A195-9D19-6619-5E6610DB858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74" name="Línea 70">
                <a:extLst>
                  <a:ext uri="{FF2B5EF4-FFF2-40B4-BE49-F238E27FC236}">
                    <a16:creationId xmlns:a16="http://schemas.microsoft.com/office/drawing/2014/main" id="{4309EA9D-766D-ADEE-C3C2-457231463CD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sp>
        <p:nvSpPr>
          <p:cNvPr id="9" name="Marcador de texto 8">
            <a:extLst>
              <a:ext uri="{FF2B5EF4-FFF2-40B4-BE49-F238E27FC236}">
                <a16:creationId xmlns:a16="http://schemas.microsoft.com/office/drawing/2014/main" id="{84DC103C-4E45-07FA-2734-5BAE2624DC48}"/>
              </a:ext>
            </a:extLst>
          </p:cNvPr>
          <p:cNvSpPr>
            <a:spLocks noGrp="1"/>
          </p:cNvSpPr>
          <p:nvPr>
            <p:ph type="body" sz="quarter" idx="13"/>
          </p:nvPr>
        </p:nvSpPr>
        <p:spPr>
          <a:xfrm>
            <a:off x="3154680" y="2103120"/>
            <a:ext cx="5596128" cy="41148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11" name="Marcador de texto 10">
            <a:extLst>
              <a:ext uri="{FF2B5EF4-FFF2-40B4-BE49-F238E27FC236}">
                <a16:creationId xmlns:a16="http://schemas.microsoft.com/office/drawing/2014/main" id="{288F1ED9-CE64-0191-F909-FDC002A7456F}"/>
              </a:ext>
            </a:extLst>
          </p:cNvPr>
          <p:cNvSpPr>
            <a:spLocks noGrp="1"/>
          </p:cNvSpPr>
          <p:nvPr>
            <p:ph type="body" sz="quarter" idx="14"/>
          </p:nvPr>
        </p:nvSpPr>
        <p:spPr>
          <a:xfrm>
            <a:off x="8942832" y="2103120"/>
            <a:ext cx="2679192" cy="4114800"/>
          </a:xfrm>
        </p:spPr>
        <p:txBody>
          <a:bodyPr rtlCol="0"/>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FAF3BB49-A328-F121-7F27-DEB7C3CC2B0F}"/>
              </a:ext>
            </a:extLst>
          </p:cNvPr>
          <p:cNvSpPr>
            <a:spLocks noGrp="1"/>
          </p:cNvSpPr>
          <p:nvPr>
            <p:ph type="title"/>
          </p:nvPr>
        </p:nvSpPr>
        <p:spPr>
          <a:xfrm>
            <a:off x="3154680" y="548640"/>
            <a:ext cx="8467344" cy="1132258"/>
          </a:xfrm>
        </p:spPr>
        <p:txBody>
          <a:bodyPr rtlCol="0"/>
          <a:lstStyle/>
          <a:p>
            <a:pPr rtl="0"/>
            <a:r>
              <a:rPr lang="es"/>
              <a:t>Haga clic para modificar el estilo de título del patrón</a:t>
            </a:r>
            <a:endParaRPr lang="en-US"/>
          </a:p>
        </p:txBody>
      </p:sp>
    </p:spTree>
    <p:extLst>
      <p:ext uri="{BB962C8B-B14F-4D97-AF65-F5344CB8AC3E}">
        <p14:creationId xmlns:p14="http://schemas.microsoft.com/office/powerpoint/2010/main" val="167591372"/>
      </p:ext>
    </p:extLst>
  </p:cSld>
  <p:clrMapOvr>
    <a:masterClrMapping/>
  </p:clrMapOvr>
</p:sldLayout>
</file>

<file path=ppt/slideLayouts/slideLayout_80000046_ABA9011B.xml><?xml version="1.0" encoding="utf-8"?>
<p:sldLayout xmlns:a="http://schemas.openxmlformats.org/drawingml/2006/main" xmlns:r="http://schemas.openxmlformats.org/officeDocument/2006/relationships" xmlns:p="http://schemas.openxmlformats.org/presentationml/2006/main" preserve="1">
  <p:cSld name="Centrado a la derecha con gráfico">
    <p:bg>
      <p:bgPr>
        <a:solidFill>
          <a:schemeClr val="tx2"/>
        </a:solidFill>
        <a:effectLst/>
      </p:bgPr>
    </p:bg>
    <p:spTree>
      <p:nvGrpSpPr>
        <p:cNvPr id="1" name=""/>
        <p:cNvGrpSpPr/>
        <p:nvPr/>
      </p:nvGrpSpPr>
      <p:grpSpPr>
        <a:xfrm>
          <a:off x="0" y="0"/>
          <a:ext cx="0" cy="0"/>
          <a:chOff x="0" y="0"/>
          <a:chExt cx="0" cy="0"/>
        </a:xfrm>
      </p:grpSpPr>
      <p:grpSp>
        <p:nvGrpSpPr>
          <p:cNvPr id="116" name="Grupo 115">
            <a:extLst>
              <a:ext uri="{FF2B5EF4-FFF2-40B4-BE49-F238E27FC236}">
                <a16:creationId xmlns:a16="http://schemas.microsoft.com/office/drawing/2014/main" id="{E95DA05C-5BDC-E236-6877-F08CFFF1B12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117" name="Grupo 116">
              <a:extLst>
                <a:ext uri="{FF2B5EF4-FFF2-40B4-BE49-F238E27FC236}">
                  <a16:creationId xmlns:a16="http://schemas.microsoft.com/office/drawing/2014/main" id="{8651FB6D-0972-8140-7465-2DCF2E109A5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218" name="Forma libre 76">
                <a:extLst>
                  <a:ext uri="{FF2B5EF4-FFF2-40B4-BE49-F238E27FC236}">
                    <a16:creationId xmlns:a16="http://schemas.microsoft.com/office/drawing/2014/main" id="{7E086D75-9743-53BC-1DD7-198CFD9C89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19" name="Forma libre 77">
                <a:extLst>
                  <a:ext uri="{FF2B5EF4-FFF2-40B4-BE49-F238E27FC236}">
                    <a16:creationId xmlns:a16="http://schemas.microsoft.com/office/drawing/2014/main" id="{CD5E912F-7A21-10C2-206A-A951CF17AF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20" name="Grupo 219">
                <a:extLst>
                  <a:ext uri="{FF2B5EF4-FFF2-40B4-BE49-F238E27FC236}">
                    <a16:creationId xmlns:a16="http://schemas.microsoft.com/office/drawing/2014/main" id="{3EF2C449-28EF-B31B-F37F-F48AFFC6E56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221" name="Línea 90">
                  <a:extLst>
                    <a:ext uri="{FF2B5EF4-FFF2-40B4-BE49-F238E27FC236}">
                      <a16:creationId xmlns:a16="http://schemas.microsoft.com/office/drawing/2014/main" id="{FBA3E19D-5127-0C50-DF33-61BF12EE7A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22" name="Forma libre 91">
                  <a:extLst>
                    <a:ext uri="{FF2B5EF4-FFF2-40B4-BE49-F238E27FC236}">
                      <a16:creationId xmlns:a16="http://schemas.microsoft.com/office/drawing/2014/main" id="{F483D148-4CD8-DB6D-DE83-BB4555CA62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23" name="Forma libre 92">
                  <a:extLst>
                    <a:ext uri="{FF2B5EF4-FFF2-40B4-BE49-F238E27FC236}">
                      <a16:creationId xmlns:a16="http://schemas.microsoft.com/office/drawing/2014/main" id="{4BDC03C8-821E-C7E5-946F-C08D10AC82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24" name="Forma libre 93">
                  <a:extLst>
                    <a:ext uri="{FF2B5EF4-FFF2-40B4-BE49-F238E27FC236}">
                      <a16:creationId xmlns:a16="http://schemas.microsoft.com/office/drawing/2014/main" id="{05C029AA-87C8-BD5E-5644-BA5E2557FD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18" name="Grupo 117">
              <a:extLst>
                <a:ext uri="{FF2B5EF4-FFF2-40B4-BE49-F238E27FC236}">
                  <a16:creationId xmlns:a16="http://schemas.microsoft.com/office/drawing/2014/main" id="{83DF9600-D083-3A7B-A68B-349FE4615DC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69" name="Grupo 168">
                <a:extLst>
                  <a:ext uri="{FF2B5EF4-FFF2-40B4-BE49-F238E27FC236}">
                    <a16:creationId xmlns:a16="http://schemas.microsoft.com/office/drawing/2014/main" id="{9EE69DB6-9C48-191C-288C-CCA7C121E19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96" name="Forma libre 64">
                  <a:extLst>
                    <a:ext uri="{FF2B5EF4-FFF2-40B4-BE49-F238E27FC236}">
                      <a16:creationId xmlns:a16="http://schemas.microsoft.com/office/drawing/2014/main" id="{626A26EF-9510-527C-94AC-665E781B67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7" name="Forma libre 81">
                  <a:extLst>
                    <a:ext uri="{FF2B5EF4-FFF2-40B4-BE49-F238E27FC236}">
                      <a16:creationId xmlns:a16="http://schemas.microsoft.com/office/drawing/2014/main" id="{0D78064D-1F3C-D949-681A-7E5BD3A215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8" name="Forma libre 61">
                  <a:extLst>
                    <a:ext uri="{FF2B5EF4-FFF2-40B4-BE49-F238E27FC236}">
                      <a16:creationId xmlns:a16="http://schemas.microsoft.com/office/drawing/2014/main" id="{468DBF6B-EE4D-FD32-9EB5-59A21EAF61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99" name="Forma libre 78">
                  <a:extLst>
                    <a:ext uri="{FF2B5EF4-FFF2-40B4-BE49-F238E27FC236}">
                      <a16:creationId xmlns:a16="http://schemas.microsoft.com/office/drawing/2014/main" id="{CE841B3D-6F2D-6644-B992-6E36B242FA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0" name="Forma libre 84">
                  <a:extLst>
                    <a:ext uri="{FF2B5EF4-FFF2-40B4-BE49-F238E27FC236}">
                      <a16:creationId xmlns:a16="http://schemas.microsoft.com/office/drawing/2014/main" id="{63CCD5DF-4BEB-9911-F0DD-9BB49B5292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1" name="Forma libre 87">
                  <a:extLst>
                    <a:ext uri="{FF2B5EF4-FFF2-40B4-BE49-F238E27FC236}">
                      <a16:creationId xmlns:a16="http://schemas.microsoft.com/office/drawing/2014/main" id="{EF7D7DB2-4820-FABA-91EC-ED82DB7E8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2" name="Forma libre 60">
                  <a:extLst>
                    <a:ext uri="{FF2B5EF4-FFF2-40B4-BE49-F238E27FC236}">
                      <a16:creationId xmlns:a16="http://schemas.microsoft.com/office/drawing/2014/main" id="{94DCA28B-1E0C-2A00-B3D1-4C257B0CEA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3" name="Forma libre 59">
                  <a:extLst>
                    <a:ext uri="{FF2B5EF4-FFF2-40B4-BE49-F238E27FC236}">
                      <a16:creationId xmlns:a16="http://schemas.microsoft.com/office/drawing/2014/main" id="{75B53CA2-9F51-E1C0-66AF-BA2FB02DAE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4" name="Forma libre 62">
                  <a:extLst>
                    <a:ext uri="{FF2B5EF4-FFF2-40B4-BE49-F238E27FC236}">
                      <a16:creationId xmlns:a16="http://schemas.microsoft.com/office/drawing/2014/main" id="{782EC5BD-A6C8-0117-73C6-5044C1F9FD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5" name="Forma libre 65">
                  <a:extLst>
                    <a:ext uri="{FF2B5EF4-FFF2-40B4-BE49-F238E27FC236}">
                      <a16:creationId xmlns:a16="http://schemas.microsoft.com/office/drawing/2014/main" id="{82023CE3-CE94-7A4D-8736-7AA10E099C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6" name="Forma libre 79">
                  <a:extLst>
                    <a:ext uri="{FF2B5EF4-FFF2-40B4-BE49-F238E27FC236}">
                      <a16:creationId xmlns:a16="http://schemas.microsoft.com/office/drawing/2014/main" id="{2D67D40F-2724-3FA8-06CF-71768FBF20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7" name="Forma libre 82">
                  <a:extLst>
                    <a:ext uri="{FF2B5EF4-FFF2-40B4-BE49-F238E27FC236}">
                      <a16:creationId xmlns:a16="http://schemas.microsoft.com/office/drawing/2014/main" id="{39EA6125-BB06-D1DD-50E2-D330AD2289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8" name="Forma libre 85">
                  <a:extLst>
                    <a:ext uri="{FF2B5EF4-FFF2-40B4-BE49-F238E27FC236}">
                      <a16:creationId xmlns:a16="http://schemas.microsoft.com/office/drawing/2014/main" id="{F6141C5F-9D29-B3C7-D584-3FDFE755FA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209" name="Forma libre 88">
                  <a:extLst>
                    <a:ext uri="{FF2B5EF4-FFF2-40B4-BE49-F238E27FC236}">
                      <a16:creationId xmlns:a16="http://schemas.microsoft.com/office/drawing/2014/main" id="{216852A2-E8DA-AC06-9627-4280AE4CA8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210" name="Grupo 209">
                  <a:extLst>
                    <a:ext uri="{FF2B5EF4-FFF2-40B4-BE49-F238E27FC236}">
                      <a16:creationId xmlns:a16="http://schemas.microsoft.com/office/drawing/2014/main" id="{3AC5C367-3E02-D135-33AE-86AB80CAE62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11" name="Línea 63">
                    <a:extLst>
                      <a:ext uri="{FF2B5EF4-FFF2-40B4-BE49-F238E27FC236}">
                        <a16:creationId xmlns:a16="http://schemas.microsoft.com/office/drawing/2014/main" id="{EBE16287-7713-A96E-61F2-60F12FEB3F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2" name="Línea 66">
                    <a:extLst>
                      <a:ext uri="{FF2B5EF4-FFF2-40B4-BE49-F238E27FC236}">
                        <a16:creationId xmlns:a16="http://schemas.microsoft.com/office/drawing/2014/main" id="{C1331C86-27B1-4D23-911F-4BA30E000F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3" name="Línea 67">
                    <a:extLst>
                      <a:ext uri="{FF2B5EF4-FFF2-40B4-BE49-F238E27FC236}">
                        <a16:creationId xmlns:a16="http://schemas.microsoft.com/office/drawing/2014/main" id="{D117318C-4D30-E712-7268-49ED87C37A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4" name="Línea 80">
                    <a:extLst>
                      <a:ext uri="{FF2B5EF4-FFF2-40B4-BE49-F238E27FC236}">
                        <a16:creationId xmlns:a16="http://schemas.microsoft.com/office/drawing/2014/main" id="{E0A3AEBE-02C6-F58C-7737-E7773CA959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5" name="Línea 83">
                    <a:extLst>
                      <a:ext uri="{FF2B5EF4-FFF2-40B4-BE49-F238E27FC236}">
                        <a16:creationId xmlns:a16="http://schemas.microsoft.com/office/drawing/2014/main" id="{5CB81C54-9B93-E8B9-5379-917700E7DE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6" name="Línea 86">
                    <a:extLst>
                      <a:ext uri="{FF2B5EF4-FFF2-40B4-BE49-F238E27FC236}">
                        <a16:creationId xmlns:a16="http://schemas.microsoft.com/office/drawing/2014/main" id="{C387BAA6-6EDE-8DFE-18F8-FD15661F51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217" name="Línea 89">
                    <a:extLst>
                      <a:ext uri="{FF2B5EF4-FFF2-40B4-BE49-F238E27FC236}">
                        <a16:creationId xmlns:a16="http://schemas.microsoft.com/office/drawing/2014/main" id="{358CAF63-13A5-5BDC-8C2C-6A2D9E812B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70" name="Grupo 169">
                <a:extLst>
                  <a:ext uri="{FF2B5EF4-FFF2-40B4-BE49-F238E27FC236}">
                    <a16:creationId xmlns:a16="http://schemas.microsoft.com/office/drawing/2014/main" id="{DB6D66A8-B714-B495-8C8F-2DD55609D3D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8" name="Grupo 187">
                  <a:extLst>
                    <a:ext uri="{FF2B5EF4-FFF2-40B4-BE49-F238E27FC236}">
                      <a16:creationId xmlns:a16="http://schemas.microsoft.com/office/drawing/2014/main" id="{61E85C74-CEAD-03CF-6BDA-96FFD7746BD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92" name="Conector recto 191">
                    <a:extLst>
                      <a:ext uri="{FF2B5EF4-FFF2-40B4-BE49-F238E27FC236}">
                        <a16:creationId xmlns:a16="http://schemas.microsoft.com/office/drawing/2014/main" id="{B1175C6A-2CAF-E5D9-8BA6-05E39D64F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93" name="Conector recto 192">
                    <a:extLst>
                      <a:ext uri="{FF2B5EF4-FFF2-40B4-BE49-F238E27FC236}">
                        <a16:creationId xmlns:a16="http://schemas.microsoft.com/office/drawing/2014/main" id="{C1CD4035-1619-3CC4-43DB-98C1AD3419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4" name="Rectángulo 30">
                    <a:extLst>
                      <a:ext uri="{FF2B5EF4-FFF2-40B4-BE49-F238E27FC236}">
                        <a16:creationId xmlns:a16="http://schemas.microsoft.com/office/drawing/2014/main" id="{13AA21C6-B181-3609-0808-F25C6F7BAC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5" name="Rectángulo 30">
                    <a:extLst>
                      <a:ext uri="{FF2B5EF4-FFF2-40B4-BE49-F238E27FC236}">
                        <a16:creationId xmlns:a16="http://schemas.microsoft.com/office/drawing/2014/main" id="{78713AFA-796F-39D3-3B84-2064D22FC1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89" name="Grupo 188">
                  <a:extLst>
                    <a:ext uri="{FF2B5EF4-FFF2-40B4-BE49-F238E27FC236}">
                      <a16:creationId xmlns:a16="http://schemas.microsoft.com/office/drawing/2014/main" id="{96EB4BD9-BF72-4C01-A716-9B336FED260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90" name="Forma libre: Forma 166">
                    <a:extLst>
                      <a:ext uri="{FF2B5EF4-FFF2-40B4-BE49-F238E27FC236}">
                        <a16:creationId xmlns:a16="http://schemas.microsoft.com/office/drawing/2014/main" id="{61421A63-38F7-A4D6-09FB-94A0505B57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91" name="Forma libre: Forma 167">
                    <a:extLst>
                      <a:ext uri="{FF2B5EF4-FFF2-40B4-BE49-F238E27FC236}">
                        <a16:creationId xmlns:a16="http://schemas.microsoft.com/office/drawing/2014/main" id="{ECCC563E-6C2B-D959-466C-5839F44998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71" name="Grupo 170">
                <a:extLst>
                  <a:ext uri="{FF2B5EF4-FFF2-40B4-BE49-F238E27FC236}">
                    <a16:creationId xmlns:a16="http://schemas.microsoft.com/office/drawing/2014/main" id="{B396CE50-3451-0D4E-DE44-E7B8EB58C81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4" name="Grupo 183">
                  <a:extLst>
                    <a:ext uri="{FF2B5EF4-FFF2-40B4-BE49-F238E27FC236}">
                      <a16:creationId xmlns:a16="http://schemas.microsoft.com/office/drawing/2014/main" id="{1A4E7333-089C-A147-B2DA-1AB80048804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86" name="Forma libre 68">
                    <a:extLst>
                      <a:ext uri="{FF2B5EF4-FFF2-40B4-BE49-F238E27FC236}">
                        <a16:creationId xmlns:a16="http://schemas.microsoft.com/office/drawing/2014/main" id="{CB4C3FA2-B8C4-849A-8FEF-FD4156479F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7" name="Forma libre 69">
                    <a:extLst>
                      <a:ext uri="{FF2B5EF4-FFF2-40B4-BE49-F238E27FC236}">
                        <a16:creationId xmlns:a16="http://schemas.microsoft.com/office/drawing/2014/main" id="{A7352DFB-83B4-394B-1682-9EDCDFBBC1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85" name="Línea 70">
                  <a:extLst>
                    <a:ext uri="{FF2B5EF4-FFF2-40B4-BE49-F238E27FC236}">
                      <a16:creationId xmlns:a16="http://schemas.microsoft.com/office/drawing/2014/main" id="{6E82FC69-29C3-EF60-F943-47D34C4A8DF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72" name="Grupo 171">
                <a:extLst>
                  <a:ext uri="{FF2B5EF4-FFF2-40B4-BE49-F238E27FC236}">
                    <a16:creationId xmlns:a16="http://schemas.microsoft.com/office/drawing/2014/main" id="{C48F4876-42E0-223A-3649-665DEE9E0F2F}"/>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81" name="Forma libre 68">
                  <a:extLst>
                    <a:ext uri="{FF2B5EF4-FFF2-40B4-BE49-F238E27FC236}">
                      <a16:creationId xmlns:a16="http://schemas.microsoft.com/office/drawing/2014/main" id="{15F6C0DC-E8E7-D1B8-D0FE-B80BCBC061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2" name="Forma libre 69">
                  <a:extLst>
                    <a:ext uri="{FF2B5EF4-FFF2-40B4-BE49-F238E27FC236}">
                      <a16:creationId xmlns:a16="http://schemas.microsoft.com/office/drawing/2014/main" id="{B516BD6E-1879-9612-82A2-E75657EECA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83" name="Línea 70">
                  <a:extLst>
                    <a:ext uri="{FF2B5EF4-FFF2-40B4-BE49-F238E27FC236}">
                      <a16:creationId xmlns:a16="http://schemas.microsoft.com/office/drawing/2014/main" id="{3B72CF41-9E67-C139-D4F4-708E1FED12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73" name="Grupo 172">
                <a:extLst>
                  <a:ext uri="{FF2B5EF4-FFF2-40B4-BE49-F238E27FC236}">
                    <a16:creationId xmlns:a16="http://schemas.microsoft.com/office/drawing/2014/main" id="{D4A0D3CA-6656-7719-5E51-F8DEAFB5E20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74" name="Grupo 173">
                  <a:extLst>
                    <a:ext uri="{FF2B5EF4-FFF2-40B4-BE49-F238E27FC236}">
                      <a16:creationId xmlns:a16="http://schemas.microsoft.com/office/drawing/2014/main" id="{02369867-43D8-C03F-DC63-20E1FBDD84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79" name="Forma libre: Forma 155">
                    <a:extLst>
                      <a:ext uri="{FF2B5EF4-FFF2-40B4-BE49-F238E27FC236}">
                        <a16:creationId xmlns:a16="http://schemas.microsoft.com/office/drawing/2014/main" id="{5EB569C4-169F-34BC-FEBB-30949323C6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80" name="Forma libre: Forma 156">
                    <a:extLst>
                      <a:ext uri="{FF2B5EF4-FFF2-40B4-BE49-F238E27FC236}">
                        <a16:creationId xmlns:a16="http://schemas.microsoft.com/office/drawing/2014/main" id="{41F4F8D6-C404-EC22-F096-2B91365DE1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nvGrpSpPr>
                <p:cNvPr id="175" name="Grupo 174">
                  <a:extLst>
                    <a:ext uri="{FF2B5EF4-FFF2-40B4-BE49-F238E27FC236}">
                      <a16:creationId xmlns:a16="http://schemas.microsoft.com/office/drawing/2014/main" id="{EA3600A3-1B5E-10C1-7E46-1089C36C461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76" name="Conector recto 175">
                    <a:extLst>
                      <a:ext uri="{FF2B5EF4-FFF2-40B4-BE49-F238E27FC236}">
                        <a16:creationId xmlns:a16="http://schemas.microsoft.com/office/drawing/2014/main" id="{39783C63-0A70-AAF8-E84E-F3069F9F4D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7" name="Rectángulo 5">
                    <a:extLst>
                      <a:ext uri="{FF2B5EF4-FFF2-40B4-BE49-F238E27FC236}">
                        <a16:creationId xmlns:a16="http://schemas.microsoft.com/office/drawing/2014/main" id="{DD8543D5-4CE1-28E0-BDF7-8FF778D917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78" name="Rectángulo 5">
                    <a:extLst>
                      <a:ext uri="{FF2B5EF4-FFF2-40B4-BE49-F238E27FC236}">
                        <a16:creationId xmlns:a16="http://schemas.microsoft.com/office/drawing/2014/main" id="{83A10480-7B05-4D18-4C67-749A22F0EF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grpSp>
        <p:grpSp>
          <p:nvGrpSpPr>
            <p:cNvPr id="119" name="Grupo 118">
              <a:extLst>
                <a:ext uri="{FF2B5EF4-FFF2-40B4-BE49-F238E27FC236}">
                  <a16:creationId xmlns:a16="http://schemas.microsoft.com/office/drawing/2014/main" id="{0778306E-7567-105B-49C5-D0B47055F21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120" name="Grupo 119">
                <a:extLst>
                  <a:ext uri="{FF2B5EF4-FFF2-40B4-BE49-F238E27FC236}">
                    <a16:creationId xmlns:a16="http://schemas.microsoft.com/office/drawing/2014/main" id="{B8B10F73-CC21-DBBD-42AF-359FCE2ED5D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47" name="Forma libre 64">
                  <a:extLst>
                    <a:ext uri="{FF2B5EF4-FFF2-40B4-BE49-F238E27FC236}">
                      <a16:creationId xmlns:a16="http://schemas.microsoft.com/office/drawing/2014/main" id="{1192E8BD-2D2D-62F3-5E55-8A1067953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8" name="Forma libre 81">
                  <a:extLst>
                    <a:ext uri="{FF2B5EF4-FFF2-40B4-BE49-F238E27FC236}">
                      <a16:creationId xmlns:a16="http://schemas.microsoft.com/office/drawing/2014/main" id="{4E36EAEE-1668-5BC8-35EE-52A6B476EF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49" name="Forma libre 61">
                  <a:extLst>
                    <a:ext uri="{FF2B5EF4-FFF2-40B4-BE49-F238E27FC236}">
                      <a16:creationId xmlns:a16="http://schemas.microsoft.com/office/drawing/2014/main" id="{A98F5D93-DAE9-B837-43F4-3001654BFF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0" name="Forma libre 78">
                  <a:extLst>
                    <a:ext uri="{FF2B5EF4-FFF2-40B4-BE49-F238E27FC236}">
                      <a16:creationId xmlns:a16="http://schemas.microsoft.com/office/drawing/2014/main" id="{A22B5A1D-F5FD-570A-31A9-B5B6001FD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1" name="Forma libre 84">
                  <a:extLst>
                    <a:ext uri="{FF2B5EF4-FFF2-40B4-BE49-F238E27FC236}">
                      <a16:creationId xmlns:a16="http://schemas.microsoft.com/office/drawing/2014/main" id="{DFDA00A4-4741-8A3E-37E1-5944D9128F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2" name="Forma libre 87">
                  <a:extLst>
                    <a:ext uri="{FF2B5EF4-FFF2-40B4-BE49-F238E27FC236}">
                      <a16:creationId xmlns:a16="http://schemas.microsoft.com/office/drawing/2014/main" id="{25D30ABA-CC93-88D4-A485-5169829A30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3" name="Forma libre 60">
                  <a:extLst>
                    <a:ext uri="{FF2B5EF4-FFF2-40B4-BE49-F238E27FC236}">
                      <a16:creationId xmlns:a16="http://schemas.microsoft.com/office/drawing/2014/main" id="{29AC5743-A154-5FCC-FEAF-BE181AAE36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4" name="Forma libre 59">
                  <a:extLst>
                    <a:ext uri="{FF2B5EF4-FFF2-40B4-BE49-F238E27FC236}">
                      <a16:creationId xmlns:a16="http://schemas.microsoft.com/office/drawing/2014/main" id="{681BADEE-A841-F52B-17B4-6E4A98C1A2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5" name="Forma libre 62">
                  <a:extLst>
                    <a:ext uri="{FF2B5EF4-FFF2-40B4-BE49-F238E27FC236}">
                      <a16:creationId xmlns:a16="http://schemas.microsoft.com/office/drawing/2014/main" id="{28F3F4EE-2767-57DC-FFD6-221AE42946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6" name="Forma libre 65">
                  <a:extLst>
                    <a:ext uri="{FF2B5EF4-FFF2-40B4-BE49-F238E27FC236}">
                      <a16:creationId xmlns:a16="http://schemas.microsoft.com/office/drawing/2014/main" id="{746931C4-1A18-CF86-03DA-4556532DCE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7" name="Forma libre 79">
                  <a:extLst>
                    <a:ext uri="{FF2B5EF4-FFF2-40B4-BE49-F238E27FC236}">
                      <a16:creationId xmlns:a16="http://schemas.microsoft.com/office/drawing/2014/main" id="{D35564E7-DC6F-8425-E29C-2F5EA5DFAC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8" name="Forma libre 82">
                  <a:extLst>
                    <a:ext uri="{FF2B5EF4-FFF2-40B4-BE49-F238E27FC236}">
                      <a16:creationId xmlns:a16="http://schemas.microsoft.com/office/drawing/2014/main" id="{FFA6262B-6649-4668-D529-E5AE62F8CB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59" name="Forma libre 85">
                  <a:extLst>
                    <a:ext uri="{FF2B5EF4-FFF2-40B4-BE49-F238E27FC236}">
                      <a16:creationId xmlns:a16="http://schemas.microsoft.com/office/drawing/2014/main" id="{D667FC97-3BF4-73D5-C740-F1BADD8492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60" name="Forma libre 88">
                  <a:extLst>
                    <a:ext uri="{FF2B5EF4-FFF2-40B4-BE49-F238E27FC236}">
                      <a16:creationId xmlns:a16="http://schemas.microsoft.com/office/drawing/2014/main" id="{39AFE5D4-10B5-D30E-B59C-659A1DA9D9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nvGrpSpPr>
                <p:cNvPr id="161" name="Grupo 160">
                  <a:extLst>
                    <a:ext uri="{FF2B5EF4-FFF2-40B4-BE49-F238E27FC236}">
                      <a16:creationId xmlns:a16="http://schemas.microsoft.com/office/drawing/2014/main" id="{05094123-E398-E33E-CD6A-E33C26D5EFE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62" name="Línea 63">
                    <a:extLst>
                      <a:ext uri="{FF2B5EF4-FFF2-40B4-BE49-F238E27FC236}">
                        <a16:creationId xmlns:a16="http://schemas.microsoft.com/office/drawing/2014/main" id="{F906F588-65C1-A95A-7D85-7823D8E49E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3" name="Línea 66">
                    <a:extLst>
                      <a:ext uri="{FF2B5EF4-FFF2-40B4-BE49-F238E27FC236}">
                        <a16:creationId xmlns:a16="http://schemas.microsoft.com/office/drawing/2014/main" id="{C7B48C8D-F301-1161-3B2A-A6F3F21A72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4" name="Línea 67">
                    <a:extLst>
                      <a:ext uri="{FF2B5EF4-FFF2-40B4-BE49-F238E27FC236}">
                        <a16:creationId xmlns:a16="http://schemas.microsoft.com/office/drawing/2014/main" id="{C83AB526-0380-8BBB-6A23-3CD3262F5E6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5" name="Línea 80">
                    <a:extLst>
                      <a:ext uri="{FF2B5EF4-FFF2-40B4-BE49-F238E27FC236}">
                        <a16:creationId xmlns:a16="http://schemas.microsoft.com/office/drawing/2014/main" id="{5EE58A7A-AD13-F7C9-70E1-F6D6E56B5D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6" name="Línea 83">
                    <a:extLst>
                      <a:ext uri="{FF2B5EF4-FFF2-40B4-BE49-F238E27FC236}">
                        <a16:creationId xmlns:a16="http://schemas.microsoft.com/office/drawing/2014/main" id="{144196E9-A395-DE65-A45C-81D81910DB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7" name="Línea 86">
                    <a:extLst>
                      <a:ext uri="{FF2B5EF4-FFF2-40B4-BE49-F238E27FC236}">
                        <a16:creationId xmlns:a16="http://schemas.microsoft.com/office/drawing/2014/main" id="{68D7126B-C85D-5B82-C59F-10A413CBB1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sp>
                <p:nvSpPr>
                  <p:cNvPr id="168" name="Línea 89">
                    <a:extLst>
                      <a:ext uri="{FF2B5EF4-FFF2-40B4-BE49-F238E27FC236}">
                        <a16:creationId xmlns:a16="http://schemas.microsoft.com/office/drawing/2014/main" id="{9A4E43EC-4032-6D86-212F-F3A0B9CF91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grpSp>
            <p:nvGrpSpPr>
              <p:cNvPr id="121" name="Grupo 120">
                <a:extLst>
                  <a:ext uri="{FF2B5EF4-FFF2-40B4-BE49-F238E27FC236}">
                    <a16:creationId xmlns:a16="http://schemas.microsoft.com/office/drawing/2014/main" id="{CD296425-0AB8-127C-43F8-A90F1E01321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39" name="Grupo 138">
                  <a:extLst>
                    <a:ext uri="{FF2B5EF4-FFF2-40B4-BE49-F238E27FC236}">
                      <a16:creationId xmlns:a16="http://schemas.microsoft.com/office/drawing/2014/main" id="{D4DC2C04-D29B-6D72-B999-8E46497FA7C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43" name="Conector recto 142">
                    <a:extLst>
                      <a:ext uri="{FF2B5EF4-FFF2-40B4-BE49-F238E27FC236}">
                        <a16:creationId xmlns:a16="http://schemas.microsoft.com/office/drawing/2014/main" id="{CC7EAE7E-C1F1-EEB7-A25F-EA14966764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44" name="Conector recto 143">
                    <a:extLst>
                      <a:ext uri="{FF2B5EF4-FFF2-40B4-BE49-F238E27FC236}">
                        <a16:creationId xmlns:a16="http://schemas.microsoft.com/office/drawing/2014/main" id="{4BD5BDC2-9D03-CAC6-2B09-4A553F14CE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5" name="Rectángulo 30">
                    <a:extLst>
                      <a:ext uri="{FF2B5EF4-FFF2-40B4-BE49-F238E27FC236}">
                        <a16:creationId xmlns:a16="http://schemas.microsoft.com/office/drawing/2014/main" id="{88FF3EC9-074C-FC25-DB58-B16C2A0BAC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6" name="Rectángulo 30">
                    <a:extLst>
                      <a:ext uri="{FF2B5EF4-FFF2-40B4-BE49-F238E27FC236}">
                        <a16:creationId xmlns:a16="http://schemas.microsoft.com/office/drawing/2014/main" id="{39E899A9-72E6-25A1-D3A2-6584E8934D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nvGrpSpPr>
                <p:cNvPr id="140" name="Grupo 139">
                  <a:extLst>
                    <a:ext uri="{FF2B5EF4-FFF2-40B4-BE49-F238E27FC236}">
                      <a16:creationId xmlns:a16="http://schemas.microsoft.com/office/drawing/2014/main" id="{01038EE0-9CB5-9E90-77AC-83D62CEFC7C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41" name="Forma libre: Forma 117">
                    <a:extLst>
                      <a:ext uri="{FF2B5EF4-FFF2-40B4-BE49-F238E27FC236}">
                        <a16:creationId xmlns:a16="http://schemas.microsoft.com/office/drawing/2014/main" id="{F9E5FE40-2ED1-5300-A84C-6AD519A4D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42" name="Forma libre: Forma 118">
                    <a:extLst>
                      <a:ext uri="{FF2B5EF4-FFF2-40B4-BE49-F238E27FC236}">
                        <a16:creationId xmlns:a16="http://schemas.microsoft.com/office/drawing/2014/main" id="{F727641C-709A-3C6A-DEEA-A81AAB653E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grpSp>
            <p:nvGrpSpPr>
              <p:cNvPr id="122" name="Grupo 121">
                <a:extLst>
                  <a:ext uri="{FF2B5EF4-FFF2-40B4-BE49-F238E27FC236}">
                    <a16:creationId xmlns:a16="http://schemas.microsoft.com/office/drawing/2014/main" id="{B4972BE8-0D60-9BAA-43A0-BA26A49972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35" name="Grupo 134">
                  <a:extLst>
                    <a:ext uri="{FF2B5EF4-FFF2-40B4-BE49-F238E27FC236}">
                      <a16:creationId xmlns:a16="http://schemas.microsoft.com/office/drawing/2014/main" id="{5570ABE8-3EB4-3967-4970-17AB3AECC9F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37" name="Forma libre 68">
                    <a:extLst>
                      <a:ext uri="{FF2B5EF4-FFF2-40B4-BE49-F238E27FC236}">
                        <a16:creationId xmlns:a16="http://schemas.microsoft.com/office/drawing/2014/main" id="{5F057121-AA6F-883F-1242-9B60696471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8" name="Forma libre 69">
                    <a:extLst>
                      <a:ext uri="{FF2B5EF4-FFF2-40B4-BE49-F238E27FC236}">
                        <a16:creationId xmlns:a16="http://schemas.microsoft.com/office/drawing/2014/main" id="{D9688FA8-737B-59D3-C875-E2B9B81123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grpSp>
            <p:sp>
              <p:nvSpPr>
                <p:cNvPr id="136" name="Línea 70">
                  <a:extLst>
                    <a:ext uri="{FF2B5EF4-FFF2-40B4-BE49-F238E27FC236}">
                      <a16:creationId xmlns:a16="http://schemas.microsoft.com/office/drawing/2014/main" id="{DED5EA3C-9F4E-C16B-4E39-7F7F8A1AD4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23" name="Grupo 122">
                <a:extLst>
                  <a:ext uri="{FF2B5EF4-FFF2-40B4-BE49-F238E27FC236}">
                    <a16:creationId xmlns:a16="http://schemas.microsoft.com/office/drawing/2014/main" id="{5242D868-5EFB-87A7-16BF-87544B7D860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32" name="Forma libre 68">
                  <a:extLst>
                    <a:ext uri="{FF2B5EF4-FFF2-40B4-BE49-F238E27FC236}">
                      <a16:creationId xmlns:a16="http://schemas.microsoft.com/office/drawing/2014/main" id="{F911D4FD-5089-A4B9-DEA2-A76FFFC84D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3" name="Forma libre 69">
                  <a:extLst>
                    <a:ext uri="{FF2B5EF4-FFF2-40B4-BE49-F238E27FC236}">
                      <a16:creationId xmlns:a16="http://schemas.microsoft.com/office/drawing/2014/main" id="{E3ED5AC6-D981-F8EF-9830-C761D103B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p>
              </p:txBody>
            </p:sp>
            <p:sp>
              <p:nvSpPr>
                <p:cNvPr id="134" name="Línea 70">
                  <a:extLst>
                    <a:ext uri="{FF2B5EF4-FFF2-40B4-BE49-F238E27FC236}">
                      <a16:creationId xmlns:a16="http://schemas.microsoft.com/office/drawing/2014/main" id="{1DAFB1A1-4AEE-55C5-13C7-9224BBCE28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a:p>
              </p:txBody>
            </p:sp>
          </p:grpSp>
          <p:grpSp>
            <p:nvGrpSpPr>
              <p:cNvPr id="124" name="Grupo 123">
                <a:extLst>
                  <a:ext uri="{FF2B5EF4-FFF2-40B4-BE49-F238E27FC236}">
                    <a16:creationId xmlns:a16="http://schemas.microsoft.com/office/drawing/2014/main" id="{2A5BEE8B-C4E7-B107-2F0B-699E90200DD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25" name="Grupo 124">
                  <a:extLst>
                    <a:ext uri="{FF2B5EF4-FFF2-40B4-BE49-F238E27FC236}">
                      <a16:creationId xmlns:a16="http://schemas.microsoft.com/office/drawing/2014/main" id="{C43E0A6E-6B6F-74EE-708A-AEE7D39684B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30" name="Forma libre: Forma 106">
                    <a:extLst>
                      <a:ext uri="{FF2B5EF4-FFF2-40B4-BE49-F238E27FC236}">
                        <a16:creationId xmlns:a16="http://schemas.microsoft.com/office/drawing/2014/main" id="{202F0004-9E7A-EDC8-7190-B58E2C7567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sp>
                <p:nvSpPr>
                  <p:cNvPr id="131" name="Forma libre: Forma 107">
                    <a:extLst>
                      <a:ext uri="{FF2B5EF4-FFF2-40B4-BE49-F238E27FC236}">
                        <a16:creationId xmlns:a16="http://schemas.microsoft.com/office/drawing/2014/main" id="{BF68E52D-6265-2C67-83F4-7F5C62B432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a:solidFill>
                        <a:schemeClr val="tx1"/>
                      </a:solidFill>
                    </a:endParaRPr>
                  </a:p>
                </p:txBody>
              </p:sp>
            </p:grpSp>
            <p:grpSp>
              <p:nvGrpSpPr>
                <p:cNvPr id="126" name="Grupo 125">
                  <a:extLst>
                    <a:ext uri="{FF2B5EF4-FFF2-40B4-BE49-F238E27FC236}">
                      <a16:creationId xmlns:a16="http://schemas.microsoft.com/office/drawing/2014/main" id="{B934C651-3097-4194-E207-2436245C008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27" name="Conector recto 126">
                    <a:extLst>
                      <a:ext uri="{FF2B5EF4-FFF2-40B4-BE49-F238E27FC236}">
                        <a16:creationId xmlns:a16="http://schemas.microsoft.com/office/drawing/2014/main" id="{6A0391E8-EAB8-B919-813B-67A4553D12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8" name="Rectángulo 5">
                    <a:extLst>
                      <a:ext uri="{FF2B5EF4-FFF2-40B4-BE49-F238E27FC236}">
                        <a16:creationId xmlns:a16="http://schemas.microsoft.com/office/drawing/2014/main" id="{4446A80D-C627-5EBA-4FDC-87843C1B9B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9" name="Rectángulo 5">
                    <a:extLst>
                      <a:ext uri="{FF2B5EF4-FFF2-40B4-BE49-F238E27FC236}">
                        <a16:creationId xmlns:a16="http://schemas.microsoft.com/office/drawing/2014/main" id="{596DA4E3-F86C-392A-FB48-242DBC2B34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grpSp>
        </p:grpSp>
      </p:grpSp>
      <p:cxnSp>
        <p:nvCxnSpPr>
          <p:cNvPr id="225" name="Conector recto 224">
            <a:extLst>
              <a:ext uri="{FF2B5EF4-FFF2-40B4-BE49-F238E27FC236}">
                <a16:creationId xmlns:a16="http://schemas.microsoft.com/office/drawing/2014/main" id="{F4F7DFB7-6644-F749-AE35-A9995E17A7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422640" y="382695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Marcador de fecha 2">
            <a:extLst>
              <a:ext uri="{FF2B5EF4-FFF2-40B4-BE49-F238E27FC236}">
                <a16:creationId xmlns:a16="http://schemas.microsoft.com/office/drawing/2014/main" id="{FE0527B5-848A-99B7-DEBB-77812ED065B7}"/>
              </a:ext>
            </a:extLst>
          </p:cNvPr>
          <p:cNvSpPr>
            <a:spLocks noGrp="1"/>
          </p:cNvSpPr>
          <p:nvPr>
            <p:ph type="dt" sz="half" idx="15"/>
          </p:nvPr>
        </p:nvSpPr>
        <p:spPr/>
        <p:txBody>
          <a:bodyPr rtlCol="0"/>
          <a:lstStyle>
            <a:lvl1pPr>
              <a:defRPr>
                <a:solidFill>
                  <a:schemeClr val="bg1">
                    <a:lumMod val="65000"/>
                    <a:lumOff val="35000"/>
                  </a:schemeClr>
                </a:solidFill>
              </a:defRPr>
            </a:lvl1pPr>
          </a:lstStyle>
          <a:p>
            <a:pPr rtl="0"/>
            <a:r>
              <a:rPr lang="es"/>
              <a:t>20XX</a:t>
            </a:r>
            <a:endParaRPr lang="en-US"/>
          </a:p>
        </p:txBody>
      </p:sp>
      <p:sp>
        <p:nvSpPr>
          <p:cNvPr id="8" name="Marcador de pie de página 7">
            <a:extLst>
              <a:ext uri="{FF2B5EF4-FFF2-40B4-BE49-F238E27FC236}">
                <a16:creationId xmlns:a16="http://schemas.microsoft.com/office/drawing/2014/main" id="{346F9B00-4E40-FD83-0F7C-54512E970C4E}"/>
              </a:ext>
            </a:extLst>
          </p:cNvPr>
          <p:cNvSpPr>
            <a:spLocks noGrp="1"/>
          </p:cNvSpPr>
          <p:nvPr>
            <p:ph type="ftr" sz="quarter" idx="16"/>
          </p:nvPr>
        </p:nvSpPr>
        <p:spPr/>
        <p:txBody>
          <a:bodyPr rtlCol="0"/>
          <a:lstStyle>
            <a:lvl1pPr>
              <a:defRPr>
                <a:solidFill>
                  <a:schemeClr val="bg1">
                    <a:lumMod val="65000"/>
                    <a:lumOff val="35000"/>
                  </a:schemeClr>
                </a:solidFill>
              </a:defRPr>
            </a:lvl1pPr>
          </a:lstStyle>
          <a:p>
            <a:pPr rtl="0"/>
            <a:r>
              <a:rPr lang="es"/>
              <a:t>Ejemplo de Texto de pie de página</a:t>
            </a:r>
            <a:endParaRPr lang="en-US"/>
          </a:p>
        </p:txBody>
      </p:sp>
      <p:sp>
        <p:nvSpPr>
          <p:cNvPr id="9" name="Marcador de número de diapositiva 8">
            <a:extLst>
              <a:ext uri="{FF2B5EF4-FFF2-40B4-BE49-F238E27FC236}">
                <a16:creationId xmlns:a16="http://schemas.microsoft.com/office/drawing/2014/main" id="{F981FECC-BA25-A5B2-A345-A3E65C8683FD}"/>
              </a:ext>
            </a:extLst>
          </p:cNvPr>
          <p:cNvSpPr>
            <a:spLocks noGrp="1"/>
          </p:cNvSpPr>
          <p:nvPr>
            <p:ph type="sldNum" sz="quarter" idx="17"/>
          </p:nvPr>
        </p:nvSpPr>
        <p:spPr/>
        <p:txBody>
          <a:bodyPr rtlCol="0"/>
          <a:lstStyle>
            <a:lvl1pPr>
              <a:defRPr>
                <a:solidFill>
                  <a:schemeClr val="bg1">
                    <a:lumMod val="65000"/>
                    <a:lumOff val="35000"/>
                  </a:schemeClr>
                </a:solidFill>
              </a:defRPr>
            </a:lvl1pPr>
          </a:lstStyle>
          <a:p>
            <a:pPr rtl="0"/>
            <a:fld id="{CC057153-B650-4DEB-B370-79DDCFDCE934}" type="slidenum">
              <a:rPr lang="en-US" smtClean="0"/>
              <a:pPr rtl="0"/>
              <a:t/>
            </a:fld>
            <a:endParaRPr lang="en-US"/>
          </a:p>
        </p:txBody>
      </p:sp>
      <p:sp>
        <p:nvSpPr>
          <p:cNvPr id="7" name="Marcador de contenido 6">
            <a:extLst>
              <a:ext uri="{FF2B5EF4-FFF2-40B4-BE49-F238E27FC236}">
                <a16:creationId xmlns:a16="http://schemas.microsoft.com/office/drawing/2014/main" id="{053FFEDA-E57B-DF13-2394-A1514E15F85A}"/>
              </a:ext>
            </a:extLst>
          </p:cNvPr>
          <p:cNvSpPr>
            <a:spLocks noGrp="1"/>
          </p:cNvSpPr>
          <p:nvPr>
            <p:ph sz="quarter" idx="14"/>
          </p:nvPr>
        </p:nvSpPr>
        <p:spPr>
          <a:xfrm>
            <a:off x="7626096" y="4059723"/>
            <a:ext cx="4133088" cy="2103120"/>
          </a:xfrm>
        </p:spPr>
        <p:txBody>
          <a:bodyPr rtlCol="0">
            <a:noAutofit/>
          </a:bodyPr>
          <a:lstStyle>
            <a:lvl1pPr marL="0" indent="0" algn="ctr">
              <a:buNone/>
              <a:defRPr sz="1800">
                <a:solidFill>
                  <a:schemeClr val="bg1">
                    <a:lumMod val="65000"/>
                    <a:lumOff val="35000"/>
                  </a:schemeClr>
                </a:solidFill>
              </a:defRPr>
            </a:lvl1pPr>
            <a:lvl2pPr marL="228600" indent="0" algn="ctr">
              <a:buNone/>
              <a:defRPr sz="1800">
                <a:solidFill>
                  <a:schemeClr val="bg1">
                    <a:lumMod val="65000"/>
                    <a:lumOff val="35000"/>
                  </a:schemeClr>
                </a:solidFill>
              </a:defRPr>
            </a:lvl2pPr>
            <a:lvl3pPr marL="457200" indent="0" algn="ctr">
              <a:buNone/>
              <a:defRPr sz="1800">
                <a:solidFill>
                  <a:schemeClr val="bg1">
                    <a:lumMod val="65000"/>
                    <a:lumOff val="35000"/>
                  </a:schemeClr>
                </a:solidFill>
              </a:defRPr>
            </a:lvl3pPr>
            <a:lvl4pPr marL="685800" indent="0" algn="ctr">
              <a:buNone/>
              <a:defRPr sz="1800">
                <a:solidFill>
                  <a:schemeClr val="bg1">
                    <a:lumMod val="65000"/>
                    <a:lumOff val="35000"/>
                  </a:schemeClr>
                </a:solidFill>
              </a:defRPr>
            </a:lvl4pPr>
            <a:lvl5pPr marL="914400" indent="0" algn="ctr">
              <a:buNone/>
              <a:defRPr sz="1800">
                <a:solidFill>
                  <a:schemeClr val="bg1">
                    <a:lumMod val="65000"/>
                    <a:lumOff val="35000"/>
                  </a:schemeClr>
                </a:solidFill>
              </a:defRPr>
            </a:lvl5p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2" name="Título 1">
            <a:extLst>
              <a:ext uri="{FF2B5EF4-FFF2-40B4-BE49-F238E27FC236}">
                <a16:creationId xmlns:a16="http://schemas.microsoft.com/office/drawing/2014/main" id="{BC7433D9-FD02-59E2-0F81-A0B7201D2DA0}"/>
              </a:ext>
            </a:extLst>
          </p:cNvPr>
          <p:cNvSpPr>
            <a:spLocks noGrp="1"/>
          </p:cNvSpPr>
          <p:nvPr>
            <p:ph type="title"/>
          </p:nvPr>
        </p:nvSpPr>
        <p:spPr>
          <a:xfrm>
            <a:off x="7626096" y="548640"/>
            <a:ext cx="4133088" cy="2986385"/>
          </a:xfrm>
        </p:spPr>
        <p:txBody>
          <a:bodyPr rtlCol="0" anchor="b">
            <a:noAutofit/>
          </a:bodyPr>
          <a:lstStyle>
            <a:lvl1pPr algn="ctr">
              <a:defRPr sz="4000">
                <a:solidFill>
                  <a:schemeClr val="bg1">
                    <a:lumMod val="75000"/>
                    <a:lumOff val="25000"/>
                  </a:schemeClr>
                </a:solidFill>
              </a:defRPr>
            </a:lvl1pPr>
          </a:lstStyle>
          <a:p>
            <a:pPr rtl="0"/>
            <a:r>
              <a:rPr lang="es"/>
              <a:t>Haga clic para modificar el estilo de título del patrón</a:t>
            </a:r>
            <a:endParaRPr lang="en-US"/>
          </a:p>
        </p:txBody>
      </p:sp>
    </p:spTree>
    <p:extLst>
      <p:ext uri="{BB962C8B-B14F-4D97-AF65-F5344CB8AC3E}">
        <p14:creationId xmlns:p14="http://schemas.microsoft.com/office/powerpoint/2010/main" val="2879979803"/>
      </p:ext>
    </p:extLst>
  </p:cSld>
  <p:clrMapOvr>
    <a:overrideClrMapping bg1="dk1" tx1="lt1" bg2="dk2" tx2="lt2" accent1="accent1" accent2="accent2" accent3="accent3" accent4="accent4" accent5="accent5" accent6="accent6" hlink="hlink" folHlink="folHlink"/>
  </p:clrMapOvr>
</p:sldLayout>
</file>

<file path=ppt/slideMasters/_rels/slideMaster_80000000_C805A4FB.xml.rels><?xml version="1.0" encoding="UTF-8" standalone="yes"?>
<Relationships xmlns="http://schemas.openxmlformats.org/package/2006/relationships"><Relationship Id="rId13" Type="http://schemas.openxmlformats.org/officeDocument/2006/relationships/slideLayout" Target="../slideLayouts/slideLayout_80000019_D48EC461.xml"/><Relationship Id="rId18" Type="http://schemas.openxmlformats.org/officeDocument/2006/relationships/slideLayout" Target="../slideLayouts/slideLayout_8000001E_2A75EAE1.xml"/><Relationship Id="rId26" Type="http://schemas.openxmlformats.org/officeDocument/2006/relationships/slideLayout" Target="../slideLayouts/slideLayout_80000026_A852D0CD.xml"/><Relationship Id="rId39" Type="http://schemas.openxmlformats.org/officeDocument/2006/relationships/slideLayout" Target="../slideLayouts/slideLayout_80000033_8C8710A9.xml"/><Relationship Id="rId21" Type="http://schemas.openxmlformats.org/officeDocument/2006/relationships/slideLayout" Target="../slideLayouts/slideLayout_80000021_8A992D1A.xml"/><Relationship Id="rId34" Type="http://schemas.openxmlformats.org/officeDocument/2006/relationships/slideLayout" Target="../slideLayouts/slideLayout_8000002E_7D576F93.xml"/><Relationship Id="rId42" Type="http://schemas.openxmlformats.org/officeDocument/2006/relationships/slideLayout" Target="../slideLayouts/slideLayout_80000036_556CCC01.xml"/><Relationship Id="rId47" Type="http://schemas.openxmlformats.org/officeDocument/2006/relationships/slideLayout" Target="../slideLayouts/slideLayout_8000003B_85ECF30B.xml"/><Relationship Id="rId50" Type="http://schemas.openxmlformats.org/officeDocument/2006/relationships/slideLayout" Target="../slideLayouts/slideLayout_8000003E_D8BA9020.xml"/><Relationship Id="rId55" Type="http://schemas.openxmlformats.org/officeDocument/2006/relationships/slideLayout" Target="../slideLayouts/slideLayout_80000043_FDA769A6.xml"/><Relationship Id="rId7" Type="http://schemas.openxmlformats.org/officeDocument/2006/relationships/slideLayout" Target="../slideLayouts/slideLayout_80000007_8935A95.xml"/><Relationship Id="rId2" Type="http://schemas.openxmlformats.org/officeDocument/2006/relationships/slideLayout" Target="../slideLayouts/slideLayout_80000002_6F764B11.xml"/><Relationship Id="rId16" Type="http://schemas.openxmlformats.org/officeDocument/2006/relationships/slideLayout" Target="../slideLayouts/slideLayout_8000001C_DDE26DA2.xml"/><Relationship Id="rId29" Type="http://schemas.openxmlformats.org/officeDocument/2006/relationships/slideLayout" Target="../slideLayouts/slideLayout_80000029_BD0BFB25.xml"/><Relationship Id="rId11" Type="http://schemas.openxmlformats.org/officeDocument/2006/relationships/slideLayout" Target="../slideLayouts/slideLayout_8000000B_1BFC255D.xml"/><Relationship Id="rId24" Type="http://schemas.openxmlformats.org/officeDocument/2006/relationships/slideLayout" Target="../slideLayouts/slideLayout_80000024_3206CC84.xml"/><Relationship Id="rId32" Type="http://schemas.openxmlformats.org/officeDocument/2006/relationships/slideLayout" Target="../slideLayouts/slideLayout_8000002C_683B8A58.xml"/><Relationship Id="rId37" Type="http://schemas.openxmlformats.org/officeDocument/2006/relationships/slideLayout" Target="../slideLayouts/slideLayout_80000031_269CFE2.xml"/><Relationship Id="rId40" Type="http://schemas.openxmlformats.org/officeDocument/2006/relationships/slideLayout" Target="../slideLayouts/slideLayout_80000034_F856F540.xml"/><Relationship Id="rId45" Type="http://schemas.openxmlformats.org/officeDocument/2006/relationships/slideLayout" Target="../slideLayouts/slideLayout_80000039_DDA9B340.xml"/><Relationship Id="rId53" Type="http://schemas.openxmlformats.org/officeDocument/2006/relationships/slideLayout" Target="../slideLayouts/slideLayout_80000041_FC7B905A.xml"/><Relationship Id="rId58" Type="http://schemas.openxmlformats.org/officeDocument/2006/relationships/slideLayout" Target="../slideLayouts/slideLayout_80000046_ABA9011B.xml"/><Relationship Id="rId5" Type="http://schemas.openxmlformats.org/officeDocument/2006/relationships/slideLayout" Target="../slideLayouts/slideLayout_80000005_E3E67467.xml"/><Relationship Id="rId19" Type="http://schemas.openxmlformats.org/officeDocument/2006/relationships/slideLayout" Target="../slideLayouts/slideLayout_8000001F_2A2DDFCE.xml"/><Relationship Id="rId4" Type="http://schemas.openxmlformats.org/officeDocument/2006/relationships/slideLayout" Target="../slideLayouts/slideLayout_80000004_6C272CBD.xml"/><Relationship Id="rId9" Type="http://schemas.openxmlformats.org/officeDocument/2006/relationships/slideLayout" Target="../slideLayouts/slideLayout_80000009_8073B9B7.xml"/><Relationship Id="rId14" Type="http://schemas.openxmlformats.org/officeDocument/2006/relationships/slideLayout" Target="../slideLayouts/slideLayout_8000001A_8E25020B.xml"/><Relationship Id="rId22" Type="http://schemas.openxmlformats.org/officeDocument/2006/relationships/slideLayout" Target="../slideLayouts/slideLayout_80000022_6D7ADF36.xml"/><Relationship Id="rId27" Type="http://schemas.openxmlformats.org/officeDocument/2006/relationships/slideLayout" Target="../slideLayouts/slideLayout_80000027_341CAC76.xml"/><Relationship Id="rId30" Type="http://schemas.openxmlformats.org/officeDocument/2006/relationships/slideLayout" Target="../slideLayouts/slideLayout_8000002A_ABBB2B41.xml"/><Relationship Id="rId35" Type="http://schemas.openxmlformats.org/officeDocument/2006/relationships/slideLayout" Target="../slideLayouts/slideLayout_8000002F_F5227901.xml"/><Relationship Id="rId43" Type="http://schemas.openxmlformats.org/officeDocument/2006/relationships/slideLayout" Target="../slideLayouts/slideLayout_80000037_8C551827.xml"/><Relationship Id="rId48" Type="http://schemas.openxmlformats.org/officeDocument/2006/relationships/slideLayout" Target="../slideLayouts/slideLayout_8000003C_37CB154C.xml"/><Relationship Id="rId56" Type="http://schemas.openxmlformats.org/officeDocument/2006/relationships/slideLayout" Target="../slideLayouts/slideLayout_80000044_5AD973AC.xml"/><Relationship Id="rId8" Type="http://schemas.openxmlformats.org/officeDocument/2006/relationships/slideLayout" Target="../slideLayouts/slideLayout_80000008_7230BBC0.xml"/><Relationship Id="rId51" Type="http://schemas.openxmlformats.org/officeDocument/2006/relationships/slideLayout" Target="../slideLayouts/slideLayout_8000003F_A267B389.xml"/><Relationship Id="rId3" Type="http://schemas.openxmlformats.org/officeDocument/2006/relationships/slideLayout" Target="../slideLayouts/slideLayout_80000003_5E6157D8.xml"/><Relationship Id="rId12" Type="http://schemas.openxmlformats.org/officeDocument/2006/relationships/slideLayout" Target="../slideLayouts/slideLayout_80000018_555663C3.xml"/><Relationship Id="rId17" Type="http://schemas.openxmlformats.org/officeDocument/2006/relationships/slideLayout" Target="../slideLayouts/slideLayout_8000001D_A19BD630.xml"/><Relationship Id="rId25" Type="http://schemas.openxmlformats.org/officeDocument/2006/relationships/slideLayout" Target="../slideLayouts/slideLayout_80000025_256A8599.xml"/><Relationship Id="rId33" Type="http://schemas.openxmlformats.org/officeDocument/2006/relationships/slideLayout" Target="../slideLayouts/slideLayout_8000002D_CE2149F8.xml"/><Relationship Id="rId38" Type="http://schemas.openxmlformats.org/officeDocument/2006/relationships/slideLayout" Target="../slideLayouts/slideLayout_80000032_1558978E.xml"/><Relationship Id="rId46" Type="http://schemas.openxmlformats.org/officeDocument/2006/relationships/slideLayout" Target="../slideLayouts/slideLayout_8000003A_697DF336.xml"/><Relationship Id="rId59" Type="http://schemas.openxmlformats.org/officeDocument/2006/relationships/theme" Target="../theme/theme_80000000_C805A4FB.xml"/><Relationship Id="rId20" Type="http://schemas.openxmlformats.org/officeDocument/2006/relationships/slideLayout" Target="../slideLayouts/slideLayout_80000020_5B62D0CF.xml"/><Relationship Id="rId41" Type="http://schemas.openxmlformats.org/officeDocument/2006/relationships/slideLayout" Target="../slideLayouts/slideLayout_80000035_2A723CB0.xml"/><Relationship Id="rId54" Type="http://schemas.openxmlformats.org/officeDocument/2006/relationships/slideLayout" Target="../slideLayouts/slideLayout_80000042_D9E6BE25.xml"/><Relationship Id="rId1" Type="http://schemas.openxmlformats.org/officeDocument/2006/relationships/slideLayout" Target="../slideLayouts/slideLayout_80000001_86CC85D.xml"/><Relationship Id="rId6" Type="http://schemas.openxmlformats.org/officeDocument/2006/relationships/slideLayout" Target="../slideLayouts/slideLayout_80000006_629450EF.xml"/><Relationship Id="rId15" Type="http://schemas.openxmlformats.org/officeDocument/2006/relationships/slideLayout" Target="../slideLayouts/slideLayout_8000001B_3E7FCD9A.xml"/><Relationship Id="rId23" Type="http://schemas.openxmlformats.org/officeDocument/2006/relationships/slideLayout" Target="../slideLayouts/slideLayout_80000023_A4D223FE.xml"/><Relationship Id="rId28" Type="http://schemas.openxmlformats.org/officeDocument/2006/relationships/slideLayout" Target="../slideLayouts/slideLayout_80000028_1E25313D.xml"/><Relationship Id="rId36" Type="http://schemas.openxmlformats.org/officeDocument/2006/relationships/slideLayout" Target="../slideLayouts/slideLayout_80000030_498EB81E.xml"/><Relationship Id="rId49" Type="http://schemas.openxmlformats.org/officeDocument/2006/relationships/slideLayout" Target="../slideLayouts/slideLayout_8000003D_5BECB569.xml"/><Relationship Id="rId57" Type="http://schemas.openxmlformats.org/officeDocument/2006/relationships/slideLayout" Target="../slideLayouts/slideLayout_80000045_9FD3DCC.xml"/><Relationship Id="rId10" Type="http://schemas.openxmlformats.org/officeDocument/2006/relationships/slideLayout" Target="../slideLayouts/slideLayout_8000000A_7F29AB4D.xml"/><Relationship Id="rId31" Type="http://schemas.openxmlformats.org/officeDocument/2006/relationships/slideLayout" Target="../slideLayouts/slideLayout_8000002B_41BD62A1.xml"/><Relationship Id="rId44" Type="http://schemas.openxmlformats.org/officeDocument/2006/relationships/slideLayout" Target="../slideLayouts/slideLayout_80000038_73E10866.xml"/><Relationship Id="rId52" Type="http://schemas.openxmlformats.org/officeDocument/2006/relationships/slideLayout" Target="../slideLayouts/slideLayout_80000040_E95A0730.xml"/></Relationships>
</file>

<file path=ppt/slideMasters/slideMaster_80000000_C805A4FB.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b" anchorCtr="0">
            <a:normAutofit/>
          </a:bodyPr>
          <a:lstStyle/>
          <a:p>
            <a:pPr rtl="0"/>
            <a:r>
              <a:rPr lang="es"/>
              <a:t>Haga clic para modificar el estilo de título del patrón</a:t>
            </a:r>
            <a:endParaRPr lang="en-US"/>
          </a:p>
        </p:txBody>
      </p:sp>
      <p:sp>
        <p:nvSpPr>
          <p:cNvPr id="3" name="Marcador de texto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rtl="0"/>
            <a:r>
              <a:rPr lang="es"/>
              <a:t>Haga clic para modificar los estilos de texto del patrón</a:t>
            </a:r>
          </a:p>
          <a:p>
            <a:pPr lvl="1" rtl="0"/>
            <a:r>
              <a:rPr lang="es"/>
              <a:t>Segundo nivel</a:t>
            </a:r>
          </a:p>
          <a:p>
            <a:pPr lvl="2" rtl="0"/>
            <a:r>
              <a:rPr lang="es"/>
              <a:t>Tercer nivel</a:t>
            </a:r>
          </a:p>
          <a:p>
            <a:pPr lvl="3" rtl="0"/>
            <a:r>
              <a:rPr lang="es"/>
              <a:t>Cuarto nivel</a:t>
            </a:r>
          </a:p>
          <a:p>
            <a:pPr lvl="4" rtl="0"/>
            <a:r>
              <a:rPr lang="es"/>
              <a:t>Quinto nivel</a:t>
            </a:r>
            <a:endParaRPr lang="en-US"/>
          </a:p>
        </p:txBody>
      </p:sp>
      <p:sp>
        <p:nvSpPr>
          <p:cNvPr id="4" name="Marcador de fecha 3">
            <a:extLst>
              <a:ext uri="{FF2B5EF4-FFF2-40B4-BE49-F238E27FC236}">
                <a16:creationId xmlns:a16="http://schemas.microsoft.com/office/drawing/2014/main" id="{3995753E-AF8A-7E04-8A1A-205B755A0215}"/>
              </a:ext>
            </a:extLst>
          </p:cNvPr>
          <p:cNvSpPr>
            <a:spLocks noGrp="1"/>
          </p:cNvSpPr>
          <p:nvPr>
            <p:ph type="dt" sz="half" idx="2"/>
          </p:nvPr>
        </p:nvSpPr>
        <p:spPr>
          <a:xfrm>
            <a:off x="612648" y="6355080"/>
            <a:ext cx="1764792" cy="457200"/>
          </a:xfrm>
          <a:prstGeom prst="rect">
            <a:avLst/>
          </a:prstGeom>
        </p:spPr>
        <p:txBody>
          <a:bodyPr vert="horz" lIns="91440" tIns="45720" rIns="91440" bIns="45720" rtlCol="0" anchor="ctr"/>
          <a:lstStyle>
            <a:lvl1pPr algn="l">
              <a:defRPr sz="1000">
                <a:solidFill>
                  <a:schemeClr val="tx1">
                    <a:lumMod val="65000"/>
                    <a:lumOff val="35000"/>
                  </a:schemeClr>
                </a:solidFill>
                <a:latin typeface="Goudy Old Style" panose="02020502050305020303" pitchFamily="18" charset="77"/>
              </a:defRPr>
            </a:lvl1pPr>
          </a:lstStyle>
          <a:p>
            <a:pPr rtl="0"/>
            <a:r>
              <a:rPr lang="es"/>
              <a:t>20XX</a:t>
            </a:r>
            <a:endParaRPr lang="en-US"/>
          </a:p>
        </p:txBody>
      </p:sp>
      <p:sp>
        <p:nvSpPr>
          <p:cNvPr id="5" name="Marcador de pie de página 4">
            <a:extLst>
              <a:ext uri="{FF2B5EF4-FFF2-40B4-BE49-F238E27FC236}">
                <a16:creationId xmlns:a16="http://schemas.microsoft.com/office/drawing/2014/main" id="{D4E1B7C8-DA74-800B-EE14-A39E9DB32DE4}"/>
              </a:ext>
            </a:extLst>
          </p:cNvPr>
          <p:cNvSpPr>
            <a:spLocks noGrp="1"/>
          </p:cNvSpPr>
          <p:nvPr>
            <p:ph type="ftr" sz="quarter" idx="3"/>
          </p:nvPr>
        </p:nvSpPr>
        <p:spPr>
          <a:xfrm>
            <a:off x="2753868" y="6355080"/>
            <a:ext cx="6684264" cy="457200"/>
          </a:xfrm>
          <a:prstGeom prst="rect">
            <a:avLst/>
          </a:prstGeom>
        </p:spPr>
        <p:txBody>
          <a:bodyPr vert="horz" lIns="91440" tIns="45720" rIns="91440" bIns="45720" rtlCol="0" anchor="ctr"/>
          <a:lstStyle>
            <a:lvl1pPr algn="ctr">
              <a:defRPr sz="1000" cap="all" spc="300" baseline="0">
                <a:solidFill>
                  <a:schemeClr val="tx1">
                    <a:lumMod val="65000"/>
                    <a:lumOff val="35000"/>
                  </a:schemeClr>
                </a:solidFill>
                <a:latin typeface="Goudy Old Style" panose="02020502050305020303" pitchFamily="18" charset="77"/>
              </a:defRPr>
            </a:lvl1pPr>
          </a:lstStyle>
          <a:p>
            <a:pPr rtl="0"/>
            <a:r>
              <a:rPr lang="es"/>
              <a:t>Ejemplo de Texto de pie de página</a:t>
            </a:r>
            <a:endParaRPr lang="en-US"/>
          </a:p>
        </p:txBody>
      </p:sp>
      <p:sp>
        <p:nvSpPr>
          <p:cNvPr id="6" name="Marcador de número de diapositiva 5">
            <a:extLst>
              <a:ext uri="{FF2B5EF4-FFF2-40B4-BE49-F238E27FC236}">
                <a16:creationId xmlns:a16="http://schemas.microsoft.com/office/drawing/2014/main" id="{7AC1647D-0DF0-CA1B-F723-EF7B8F508DB7}"/>
              </a:ext>
            </a:extLst>
          </p:cNvPr>
          <p:cNvSpPr>
            <a:spLocks noGrp="1"/>
          </p:cNvSpPr>
          <p:nvPr>
            <p:ph type="sldNum" sz="quarter" idx="4"/>
          </p:nvPr>
        </p:nvSpPr>
        <p:spPr>
          <a:xfrm>
            <a:off x="9901027" y="6355080"/>
            <a:ext cx="1764792" cy="457200"/>
          </a:xfrm>
          <a:prstGeom prst="rect">
            <a:avLst/>
          </a:prstGeom>
        </p:spPr>
        <p:txBody>
          <a:bodyPr vert="horz" lIns="91440" tIns="45720" rIns="91440" bIns="45720" rtlCol="0" anchor="ctr"/>
          <a:lstStyle>
            <a:lvl1pPr algn="r">
              <a:defRPr sz="1000">
                <a:solidFill>
                  <a:schemeClr val="tx1">
                    <a:lumMod val="65000"/>
                    <a:lumOff val="35000"/>
                  </a:schemeClr>
                </a:solidFill>
                <a:latin typeface="Goudy Old Style" panose="02020502050305020303" pitchFamily="18" charset="77"/>
              </a:defRPr>
            </a:lvl1pPr>
          </a:lstStyle>
          <a:p>
            <a:pPr rtl="0"/>
            <a:fld id="{CC057153-B650-4DEB-B370-79DDCFDCE934}" type="slidenum">
              <a:rPr lang="en-US" smtClean="0"/>
              <a:pPr rtl="0"/>
              <a:t/>
            </a:fld>
            <a:endParaRPr lang="en-US"/>
          </a:p>
        </p:txBody>
      </p:sp>
    </p:spTree>
    <p:extLst>
      <p:ext uri="{BB962C8B-B14F-4D97-AF65-F5344CB8AC3E}">
        <p14:creationId xmlns:p14="http://schemas.microsoft.com/office/powerpoint/2010/main" val="3355813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Lst>
  <p:hf sldNum="0" hdr="0" ftr="0" dt="0"/>
  <p:txStyles>
    <p:titleStyle>
      <a:lvl1pPr algn="l" defTabSz="914400" rtl="0" eaLnBrk="1" latinLnBrk="0" hangingPunct="1">
        <a:lnSpc>
          <a:spcPct val="90000"/>
        </a:lnSpc>
        <a:spcBef>
          <a:spcPct val="0"/>
        </a:spcBef>
        <a:buNone/>
        <a:defRPr sz="3200" b="0" i="0" kern="1200" cap="all" spc="0" baseline="0">
          <a:solidFill>
            <a:schemeClr val="tx1">
              <a:lumMod val="75000"/>
              <a:lumOff val="25000"/>
            </a:schemeClr>
          </a:solidFill>
          <a:latin typeface="Batang" panose="02030600000101010101" pitchFamily="18" charset="-127"/>
          <a:ea typeface="Batang" panose="02030600000101010101" pitchFamily="18" charset="-127"/>
          <a:cs typeface="+mj-cs"/>
        </a:defRPr>
      </a:lvl1pPr>
    </p:titleStyle>
    <p:bodyStyle>
      <a:lvl1pPr marL="356616" indent="-356616" algn="l" defTabSz="914400" rtl="0" eaLnBrk="1" latinLnBrk="0" hangingPunct="1">
        <a:lnSpc>
          <a:spcPct val="150000"/>
        </a:lnSpc>
        <a:spcBef>
          <a:spcPts val="500"/>
        </a:spcBef>
        <a:buClr>
          <a:schemeClr val="accent3"/>
        </a:buClr>
        <a:buSzPct val="70000"/>
        <a:buFont typeface="Arial" panose="020B0604020202020204" pitchFamily="34" charset="0"/>
        <a:buChar char="•"/>
        <a:defRPr sz="1800" kern="1200" spc="50" baseline="0">
          <a:solidFill>
            <a:schemeClr val="tx1">
              <a:lumMod val="65000"/>
              <a:lumOff val="35000"/>
            </a:schemeClr>
          </a:solidFill>
          <a:latin typeface="Avenir Next LT Pro" panose="020B0504020202020204" pitchFamily="34" charset="77"/>
          <a:ea typeface="+mn-ea"/>
          <a:cs typeface="+mn-cs"/>
        </a:defRPr>
      </a:lvl1pPr>
      <a:lvl2pPr marL="356616" indent="0" algn="l" defTabSz="914400" rtl="0" eaLnBrk="1" latinLnBrk="0" hangingPunct="1">
        <a:lnSpc>
          <a:spcPct val="150000"/>
        </a:lnSpc>
        <a:spcBef>
          <a:spcPts val="500"/>
        </a:spcBef>
        <a:buFontTx/>
        <a:buNone/>
        <a:defRPr sz="1800" i="1" kern="1200" spc="50" baseline="0">
          <a:solidFill>
            <a:schemeClr val="tx1">
              <a:lumMod val="65000"/>
              <a:lumOff val="35000"/>
            </a:schemeClr>
          </a:solidFill>
          <a:latin typeface="Avenir Next LT Pro" panose="020B0504020202020204" pitchFamily="34" charset="77"/>
          <a:ea typeface="+mn-ea"/>
          <a:cs typeface="+mn-cs"/>
        </a:defRPr>
      </a:lvl2pPr>
      <a:lvl3pPr marL="1078992" indent="-356616" algn="l" defTabSz="914400" rtl="0" eaLnBrk="1" latinLnBrk="0" hangingPunct="1">
        <a:lnSpc>
          <a:spcPct val="150000"/>
        </a:lnSpc>
        <a:spcBef>
          <a:spcPts val="500"/>
        </a:spcBef>
        <a:buClr>
          <a:schemeClr val="accent3"/>
        </a:buClr>
        <a:buSzPct val="70000"/>
        <a:buFont typeface="Arial" panose="020B0604020202020204" pitchFamily="34" charset="0"/>
        <a:buChar char="•"/>
        <a:defRPr sz="1800" kern="1200" spc="50" baseline="0">
          <a:solidFill>
            <a:schemeClr val="tx1">
              <a:lumMod val="65000"/>
              <a:lumOff val="35000"/>
            </a:schemeClr>
          </a:solidFill>
          <a:latin typeface="Avenir Next LT Pro" panose="020B0504020202020204" pitchFamily="34" charset="77"/>
          <a:ea typeface="+mn-ea"/>
          <a:cs typeface="+mn-cs"/>
        </a:defRPr>
      </a:lvl3pPr>
      <a:lvl4pPr marL="1078992" indent="0" algn="l" defTabSz="914400" rtl="0" eaLnBrk="1" latinLnBrk="0" hangingPunct="1">
        <a:lnSpc>
          <a:spcPct val="150000"/>
        </a:lnSpc>
        <a:spcBef>
          <a:spcPts val="500"/>
        </a:spcBef>
        <a:buFontTx/>
        <a:buNone/>
        <a:defRPr sz="1800" i="1" kern="1200" spc="50" baseline="0">
          <a:solidFill>
            <a:schemeClr val="tx1">
              <a:lumMod val="65000"/>
              <a:lumOff val="35000"/>
            </a:schemeClr>
          </a:solidFill>
          <a:latin typeface="Avenir Next LT Pro" panose="020B0504020202020204" pitchFamily="34" charset="77"/>
          <a:ea typeface="+mn-ea"/>
          <a:cs typeface="+mn-cs"/>
        </a:defRPr>
      </a:lvl4pPr>
      <a:lvl5pPr marL="1801368" indent="-356616" algn="l" defTabSz="914400" rtl="0" eaLnBrk="1" latinLnBrk="0" hangingPunct="1">
        <a:lnSpc>
          <a:spcPct val="150000"/>
        </a:lnSpc>
        <a:spcBef>
          <a:spcPts val="500"/>
        </a:spcBef>
        <a:buClr>
          <a:schemeClr val="accent3"/>
        </a:buClr>
        <a:buSzPct val="70000"/>
        <a:buFont typeface="Arial" panose="020B0604020202020204" pitchFamily="34" charset="0"/>
        <a:buChar char="•"/>
        <a:defRPr sz="1800" kern="1200" spc="50" baseline="0">
          <a:solidFill>
            <a:schemeClr val="tx1">
              <a:lumMod val="65000"/>
              <a:lumOff val="35000"/>
            </a:schemeClr>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_A0A_BA54DC64.xml.rels><?xml version="1.0" encoding="UTF-8" standalone="yes"?>
<Relationships xmlns="http://schemas.openxmlformats.org/package/2006/relationships"><Relationship Id="rId2" Type="http://schemas.openxmlformats.org/officeDocument/2006/relationships/notesSlide" Target="../notesSlides/notesSlide_A0A_BA54DC64.xml"/><Relationship Id="rId1" Type="http://schemas.openxmlformats.org/officeDocument/2006/relationships/slideLayout" Target="../slideLayouts/slideLayout_8000003D_5BECB569.xml"/></Relationships>
</file>

<file path=ppt/slides/_rels/slide_A0B_57FC73F2.xml.rels><?xml version="1.0" encoding="UTF-8" standalone="yes"?>
<Relationships xmlns="http://schemas.openxmlformats.org/package/2006/relationships"><Relationship Id="rId3" Type="http://schemas.openxmlformats.org/officeDocument/2006/relationships/image" Target="../media/image_6726508F.jpeg"/><Relationship Id="rId2" Type="http://schemas.openxmlformats.org/officeDocument/2006/relationships/notesSlide" Target="../notesSlides/notesSlide_A0B_57FC73F2.xml"/><Relationship Id="rId1" Type="http://schemas.openxmlformats.org/officeDocument/2006/relationships/slideLayout" Target="../slideLayouts/slideLayout_80000020_5B62D0CF.xml"/></Relationships>
</file>

<file path=ppt/slides/_rels/slide_A01_4ADA40A5.xml.rels><?xml version="1.0" encoding="UTF-8" standalone="yes"?>
<Relationships xmlns="http://schemas.openxmlformats.org/package/2006/relationships"><Relationship Id="rId3" Type="http://schemas.openxmlformats.org/officeDocument/2006/relationships/image" Target="../media/image_4407BAB4.jpeg"/><Relationship Id="rId2" Type="http://schemas.openxmlformats.org/officeDocument/2006/relationships/notesSlide" Target="../notesSlides/notesSlide_A01_4ADA40A5.xml"/><Relationship Id="rId1" Type="http://schemas.openxmlformats.org/officeDocument/2006/relationships/slideLayout" Target="../slideLayouts/slideLayout_80000004_6C272CBD.xml"/></Relationships>
</file>

<file path=ppt/slides/_rels/slide_A02_A787B6B1.xml.rels><?xml version="1.0" encoding="UTF-8" standalone="yes"?>
<Relationships xmlns="http://schemas.openxmlformats.org/package/2006/relationships"><Relationship Id="rId2" Type="http://schemas.openxmlformats.org/officeDocument/2006/relationships/notesSlide" Target="../notesSlides/notesSlide_A02_A787B6B1.xml"/><Relationship Id="rId1" Type="http://schemas.openxmlformats.org/officeDocument/2006/relationships/slideLayout" Target="../slideLayouts/slideLayout_8000003D_5BECB569.xml"/></Relationships>
</file>

<file path=ppt/slides/_rels/slide_A03_FA90922E.xml.rels><?xml version="1.0" encoding="UTF-8" standalone="yes"?>
<Relationships xmlns="http://schemas.openxmlformats.org/package/2006/relationships"><Relationship Id="rId3" Type="http://schemas.openxmlformats.org/officeDocument/2006/relationships/image" Target="../media/image_893D1BF.jpeg"/><Relationship Id="rId2" Type="http://schemas.openxmlformats.org/officeDocument/2006/relationships/notesSlide" Target="../notesSlides/notesSlide_A03_FA90922E.xml"/><Relationship Id="rId1" Type="http://schemas.openxmlformats.org/officeDocument/2006/relationships/slideLayout" Target="../slideLayouts/slideLayout_8000002C_683B8A58.xml"/></Relationships>
</file>

<file path=ppt/slides/_rels/slide_A04_A2DA47FE.xml.rels><?xml version="1.0" encoding="UTF-8" standalone="yes"?>
<Relationships xmlns="http://schemas.openxmlformats.org/package/2006/relationships"><Relationship Id="rId2" Type="http://schemas.openxmlformats.org/officeDocument/2006/relationships/notesSlide" Target="../notesSlides/notesSlide_A04_A2DA47FE.xml"/><Relationship Id="rId1" Type="http://schemas.openxmlformats.org/officeDocument/2006/relationships/slideLayout" Target="../slideLayouts/slideLayout_8000003D_5BECB569.xml"/></Relationships>
</file>

<file path=ppt/slides/_rels/slide_A05_C4361938.xml.rels><?xml version="1.0" encoding="UTF-8" standalone="yes"?>
<Relationships xmlns="http://schemas.openxmlformats.org/package/2006/relationships"><Relationship Id="rId3" Type="http://schemas.openxmlformats.org/officeDocument/2006/relationships/image" Target="../media/image_7CD1055.jpeg"/><Relationship Id="rId2" Type="http://schemas.openxmlformats.org/officeDocument/2006/relationships/notesSlide" Target="../notesSlides/notesSlide_A05_C4361938.xml"/><Relationship Id="rId1" Type="http://schemas.openxmlformats.org/officeDocument/2006/relationships/slideLayout" Target="../slideLayouts/slideLayout_80000020_5B62D0CF.xml"/></Relationships>
</file>

<file path=ppt/slides/_rels/slide_A06_A691A380.xml.rels><?xml version="1.0" encoding="UTF-8" standalone="yes"?>
<Relationships xmlns="http://schemas.openxmlformats.org/package/2006/relationships"><Relationship Id="rId2" Type="http://schemas.openxmlformats.org/officeDocument/2006/relationships/notesSlide" Target="../notesSlides/notesSlide_A06_A691A380.xml"/><Relationship Id="rId1" Type="http://schemas.openxmlformats.org/officeDocument/2006/relationships/slideLayout" Target="../slideLayouts/slideLayout_8000003D_5BECB569.xml"/></Relationships>
</file>

<file path=ppt/slides/_rels/slide_A07_852B21CE.xml.rels><?xml version="1.0" encoding="UTF-8" standalone="yes"?>
<Relationships xmlns="http://schemas.openxmlformats.org/package/2006/relationships"><Relationship Id="rId3" Type="http://schemas.openxmlformats.org/officeDocument/2006/relationships/image" Target="../media/image_E6DD499F.jpeg"/><Relationship Id="rId2" Type="http://schemas.openxmlformats.org/officeDocument/2006/relationships/notesSlide" Target="../notesSlides/notesSlide_A07_852B21CE.xml"/><Relationship Id="rId1" Type="http://schemas.openxmlformats.org/officeDocument/2006/relationships/slideLayout" Target="../slideLayouts/slideLayout_8000002C_683B8A58.xml"/></Relationships>
</file>

<file path=ppt/slides/_rels/slide_A08_9C6C7F7F.xml.rels><?xml version="1.0" encoding="UTF-8" standalone="yes"?>
<Relationships xmlns="http://schemas.openxmlformats.org/package/2006/relationships"><Relationship Id="rId2" Type="http://schemas.openxmlformats.org/officeDocument/2006/relationships/notesSlide" Target="../notesSlides/notesSlide_A08_9C6C7F7F.xml"/><Relationship Id="rId1" Type="http://schemas.openxmlformats.org/officeDocument/2006/relationships/slideLayout" Target="../slideLayouts/slideLayout_8000003D_5BECB569.xml"/></Relationships>
</file>

<file path=ppt/slides/_rels/slide_A09_14F4961B.xml.rels><?xml version="1.0" encoding="UTF-8" standalone="yes"?>
<Relationships xmlns="http://schemas.openxmlformats.org/package/2006/relationships"><Relationship Id="rId3" Type="http://schemas.openxmlformats.org/officeDocument/2006/relationships/image" Target="../media/image_986378FE.jpeg"/><Relationship Id="rId2" Type="http://schemas.openxmlformats.org/officeDocument/2006/relationships/notesSlide" Target="../notesSlides/notesSlide_A09_14F4961B.xml"/><Relationship Id="rId1" Type="http://schemas.openxmlformats.org/officeDocument/2006/relationships/slideLayout" Target="../slideLayouts/slideLayout_8000002C_683B8A58.xml"/></Relationships>
</file>

<file path=ppt/slides/slide_A0A_BA54DC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A70FF1-EE63-C6A3-10E1-A5223577D4E7}"/>
              </a:ext>
            </a:extLst>
          </p:cNvPr>
          <p:cNvSpPr>
            <a:spLocks noGrp="1"/>
          </p:cNvSpPr>
          <p:nvPr>
            <p:ph type="ctrTitle"/>
          </p:nvPr>
        </p:nvSpPr>
        <p:spPr>
          <a:xfrm>
            <a:off x="987552" y="301752"/>
            <a:ext cx="4654296" cy="6263640"/>
          </a:xfrm>
        </p:spPr>
        <p:txBody>
          <a:bodyPr anchor="ctr">
            <a:normAutofit/>
          </a:bodyPr>
          <a:lstStyle/>
          <a:p>
            <a:r>
              <a:rPr lang="en-US"/>
              <a:t>Propuesta Estratégica de Cierre</a:t>
            </a:r>
          </a:p>
        </p:txBody>
      </p:sp>
    </p:spTree>
    <p:extLst>
      <p:ext uri="{BB962C8B-B14F-4D97-AF65-F5344CB8AC3E}">
        <p14:creationId xmlns:p14="http://schemas.microsoft.com/office/powerpoint/2010/main" val="31261236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B_57FC73F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IA Inteligencia artificial Abstracto red neuronal tecnología futura internet de las cosas, big data">
            <a:extLst>
              <a:ext uri="{FF2B5EF4-FFF2-40B4-BE49-F238E27FC236}">
                <a16:creationId xmlns:a16="http://schemas.microsoft.com/office/drawing/2014/main" id="{C033DB64-968F-464C-84DC-B4D86FA13F81}"/>
              </a:ext>
            </a:extLst>
          </p:cNvPr>
          <p:cNvPicPr>
            <a:picLocks noGrp="1" noChangeAspect="1"/>
          </p:cNvPicPr>
          <p:nvPr>
            <p:ph type="pic" sz="quarter" idx="13"/>
          </p:nvPr>
        </p:nvPicPr>
        <p:blipFill>
          <a:blip r:embed="rId3"/>
          <a:srcRect l="28624" r="29569"/>
          <a:stretch>
            <a:fillRect/>
          </a:stretch>
        </p:blipFill>
        <p:spPr>
          <a:xfrm>
            <a:off x="8417562" y="266700"/>
            <a:ext cx="3525516" cy="6324600"/>
          </a:xfrm>
        </p:spPr>
      </p:pic>
      <p:sp>
        <p:nvSpPr>
          <p:cNvPr id="2" name="Content Placeholder 1">
            <a:extLst>
              <a:ext uri="{FF2B5EF4-FFF2-40B4-BE49-F238E27FC236}">
                <a16:creationId xmlns:a16="http://schemas.microsoft.com/office/drawing/2014/main" id="{0B9A028C-41B6-7DC8-8C76-83CA640A017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1645920"/>
            <a:ext cx="7040880" cy="4663440"/>
          </a:xfrm>
        </p:spPr>
        <p:txBody>
          <a:bodyPr>
            <a:normAutofit/>
          </a:bodyPr>
          <a:lstStyle/>
          <a:p>
            <a:pPr marL="0" lvl="0" indent="0">
              <a:lnSpc>
                <a:spcPct val="140000"/>
              </a:lnSpc>
              <a:spcBef>
                <a:spcPts val="2500"/>
              </a:spcBef>
              <a:buFont typeface="Arial" panose="020B0604020202020204" pitchFamily="34" charset="0"/>
              <a:buNone/>
            </a:pPr>
            <a:r>
              <a:rPr lang="en-US" sz="1300" b="1"/>
              <a:t>Evolución del mercado ITSM</a:t>
            </a:r>
          </a:p>
          <a:p>
            <a:pPr marL="0" lvl="1" indent="0">
              <a:lnSpc>
                <a:spcPct val="140000"/>
              </a:lnSpc>
              <a:buFont typeface="Arial" panose="020B0604020202020204" pitchFamily="34" charset="0"/>
              <a:buNone/>
            </a:pPr>
            <a:r>
              <a:rPr lang="en-US" sz="1300"/>
              <a:t>El mercado ITSM cambia hacia modelos operativos, inteligencia y gobierno, dejando atrás la diferenciación tecnológica tradicional.</a:t>
            </a:r>
          </a:p>
          <a:p>
            <a:pPr marL="0" lvl="0" indent="0">
              <a:lnSpc>
                <a:spcPct val="140000"/>
              </a:lnSpc>
              <a:spcBef>
                <a:spcPts val="2500"/>
              </a:spcBef>
              <a:buFont typeface="Arial" panose="020B0604020202020204" pitchFamily="34" charset="0"/>
              <a:buNone/>
            </a:pPr>
            <a:r>
              <a:rPr lang="en-US" sz="1300" b="1"/>
              <a:t>Propuesta integral de servicio</a:t>
            </a:r>
          </a:p>
          <a:p>
            <a:pPr marL="0" lvl="1" indent="0">
              <a:lnSpc>
                <a:spcPct val="140000"/>
              </a:lnSpc>
              <a:buFont typeface="Arial" panose="020B0604020202020204" pitchFamily="34" charset="0"/>
              <a:buNone/>
            </a:pPr>
            <a:r>
              <a:rPr lang="en-US" sz="1300"/>
              <a:t>PersonalSoft ofrece un modelo que integra diagnóstico, evolución, implementación y operación bajo un marco estructurado.</a:t>
            </a:r>
          </a:p>
          <a:p>
            <a:pPr marL="0" lvl="0" indent="0">
              <a:lnSpc>
                <a:spcPct val="140000"/>
              </a:lnSpc>
              <a:spcBef>
                <a:spcPts val="2500"/>
              </a:spcBef>
              <a:buFont typeface="Arial" panose="020B0604020202020204" pitchFamily="34" charset="0"/>
              <a:buNone/>
            </a:pPr>
            <a:r>
              <a:rPr lang="en-US" sz="1300" b="1"/>
              <a:t>Oportunidad y timing regional</a:t>
            </a:r>
          </a:p>
          <a:p>
            <a:pPr marL="0" lvl="1" indent="0">
              <a:lnSpc>
                <a:spcPct val="140000"/>
              </a:lnSpc>
              <a:buFont typeface="Arial" panose="020B0604020202020204" pitchFamily="34" charset="0"/>
              <a:buNone/>
            </a:pPr>
            <a:r>
              <a:rPr lang="en-US" sz="1300"/>
              <a:t>Colombia presenta un momento óptimo para adopción de IA y modernización impulsada por regulación y demanda del mercado.</a:t>
            </a:r>
          </a:p>
          <a:p>
            <a:pPr marL="0" lvl="0" indent="0">
              <a:lnSpc>
                <a:spcPct val="140000"/>
              </a:lnSpc>
              <a:spcBef>
                <a:spcPts val="2500"/>
              </a:spcBef>
              <a:buFont typeface="Arial" panose="020B0604020202020204" pitchFamily="34" charset="0"/>
              <a:buNone/>
            </a:pPr>
            <a:r>
              <a:rPr lang="en-US" sz="1300" b="1"/>
              <a:t>Diferencial competitivo</a:t>
            </a:r>
          </a:p>
          <a:p>
            <a:pPr marL="0" lvl="1" indent="0">
              <a:lnSpc>
                <a:spcPct val="140000"/>
              </a:lnSpc>
              <a:buFont typeface="Arial" panose="020B0604020202020204" pitchFamily="34" charset="0"/>
              <a:buNone/>
            </a:pPr>
            <a:r>
              <a:rPr lang="en-US" sz="1300"/>
              <a:t>El servicio conecta operación tecnológica con resultados de negocio, permitiendo eficiencia y ventajas competitivas sostenibles.</a:t>
            </a:r>
          </a:p>
        </p:txBody>
      </p:sp>
      <p:sp>
        <p:nvSpPr>
          <p:cNvPr id="4" name="Title 3">
            <a:extLst>
              <a:ext uri="{FF2B5EF4-FFF2-40B4-BE49-F238E27FC236}">
                <a16:creationId xmlns:a16="http://schemas.microsoft.com/office/drawing/2014/main" id="{79576609-58AA-74C7-2518-1C4EF417AEF4}"/>
              </a:ext>
            </a:extLst>
          </p:cNvPr>
          <p:cNvSpPr>
            <a:spLocks noGrp="1"/>
          </p:cNvSpPr>
          <p:nvPr>
            <p:ph type="title"/>
          </p:nvPr>
        </p:nvSpPr>
        <p:spPr>
          <a:xfrm>
            <a:off x="612648" y="493776"/>
            <a:ext cx="7040880" cy="932688"/>
          </a:xfrm>
        </p:spPr>
        <p:txBody>
          <a:bodyPr anchor="b">
            <a:normAutofit/>
          </a:bodyPr>
          <a:lstStyle/>
          <a:p>
            <a:r>
              <a:rPr lang="en-US" sz="3000"/>
              <a:t>Posicionamiento del servicio en el mercado</a:t>
            </a:r>
          </a:p>
        </p:txBody>
      </p:sp>
    </p:spTree>
    <p:extLst>
      <p:ext uri="{BB962C8B-B14F-4D97-AF65-F5344CB8AC3E}">
        <p14:creationId xmlns:p14="http://schemas.microsoft.com/office/powerpoint/2010/main" val="14761625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1_4ADA40A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seño original de retail, imagen de espacio de copia con superficies en blanco">
            <a:extLst>
              <a:ext uri="{FF2B5EF4-FFF2-40B4-BE49-F238E27FC236}">
                <a16:creationId xmlns:a16="http://schemas.microsoft.com/office/drawing/2014/main" id="{F09F70BF-3C25-4427-97CD-3B3CF2920A33}"/>
              </a:ext>
            </a:extLst>
          </p:cNvPr>
          <p:cNvPicPr>
            <a:picLocks noChangeAspect="1"/>
          </p:cNvPicPr>
          <p:nvPr/>
        </p:nvPicPr>
        <p:blipFill>
          <a:blip r:embed="rId3"/>
          <a:srcRect t="9674"/>
          <a:stretch>
            <a:fillRect/>
          </a:stretch>
        </p:blipFill>
        <p:spPr>
          <a:xfrm>
            <a:off x="250372" y="239487"/>
            <a:ext cx="11691255" cy="4461693"/>
          </a:xfrm>
          <a:prstGeom prst="rect">
            <a:avLst/>
          </a:prstGeom>
        </p:spPr>
      </p:pic>
      <p:sp>
        <p:nvSpPr>
          <p:cNvPr id="2" name="Subtitle 1">
            <a:extLst>
              <a:ext uri="{FF2B5EF4-FFF2-40B4-BE49-F238E27FC236}">
                <a16:creationId xmlns:a16="http://schemas.microsoft.com/office/drawing/2014/main" id="{77FEFB00-F9E5-D12B-927D-D56A75130726}"/>
              </a:ext>
            </a:extLst>
          </p:cNvPr>
          <p:cNvSpPr>
            <a:spLocks noGrp="1"/>
          </p:cNvSpPr>
          <p:nvPr>
            <p:ph type="subTitle" idx="1"/>
          </p:nvPr>
        </p:nvSpPr>
        <p:spPr>
          <a:xfrm>
            <a:off x="612648" y="5972628"/>
            <a:ext cx="10972800" cy="548640"/>
          </a:xfrm>
        </p:spPr>
        <p:txBody>
          <a:bodyPr anchor="t">
            <a:normAutofit/>
          </a:bodyPr>
          <a:lstStyle/>
          <a:p>
            <a:r>
              <a:rPr lang="en-US"/>
              <a:t>Innovación y eficiencia en la gestión del servicio al cliente</a:t>
            </a:r>
          </a:p>
        </p:txBody>
      </p:sp>
      <p:sp>
        <p:nvSpPr>
          <p:cNvPr id="3" name="Title 2">
            <a:extLst>
              <a:ext uri="{FF2B5EF4-FFF2-40B4-BE49-F238E27FC236}">
                <a16:creationId xmlns:a16="http://schemas.microsoft.com/office/drawing/2014/main" id="{60031CE2-5E64-FBE3-B1E5-3A0F8F0D0268}"/>
              </a:ext>
            </a:extLst>
          </p:cNvPr>
          <p:cNvSpPr>
            <a:spLocks noGrp="1"/>
          </p:cNvSpPr>
          <p:nvPr>
            <p:ph type="ctrTitle"/>
          </p:nvPr>
        </p:nvSpPr>
        <p:spPr>
          <a:xfrm>
            <a:off x="612648" y="5218032"/>
            <a:ext cx="10972800" cy="786384"/>
          </a:xfrm>
        </p:spPr>
        <p:txBody>
          <a:bodyPr anchor="b">
            <a:normAutofit/>
          </a:bodyPr>
          <a:lstStyle/>
          <a:p>
            <a:r>
              <a:rPr lang="en-US" sz="2500"/>
              <a:t>Mesa de Servicio de Nueva Generación – Propuesta Ejecutiva</a:t>
            </a:r>
          </a:p>
        </p:txBody>
      </p:sp>
    </p:spTree>
    <p:extLst>
      <p:ext uri="{BB962C8B-B14F-4D97-AF65-F5344CB8AC3E}">
        <p14:creationId xmlns:p14="http://schemas.microsoft.com/office/powerpoint/2010/main" val="1255817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400"/>
                                        <p:tgtEl>
                                          <p:spTgt spid="2">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3" grpId="0"/>
    </p:bldLst>
  </p:timing>
</p:sld>
</file>

<file path=ppt/slides/slide_A02_A787B6B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133E744-4BA0-91A5-0AFD-AFABD7533668}"/>
              </a:ext>
            </a:extLst>
          </p:cNvPr>
          <p:cNvSpPr>
            <a:spLocks noGrp="1"/>
          </p:cNvSpPr>
          <p:nvPr>
            <p:ph type="ctrTitle"/>
          </p:nvPr>
        </p:nvSpPr>
        <p:spPr>
          <a:xfrm>
            <a:off x="987552" y="301752"/>
            <a:ext cx="4654296" cy="6263640"/>
          </a:xfrm>
        </p:spPr>
        <p:txBody>
          <a:bodyPr anchor="ctr">
            <a:normAutofit/>
          </a:bodyPr>
          <a:lstStyle/>
          <a:p>
            <a:r>
              <a:rPr lang="en-US"/>
              <a:t>Propuesta de Valor del Servicio</a:t>
            </a:r>
          </a:p>
        </p:txBody>
      </p:sp>
    </p:spTree>
    <p:extLst>
      <p:ext uri="{BB962C8B-B14F-4D97-AF65-F5344CB8AC3E}">
        <p14:creationId xmlns:p14="http://schemas.microsoft.com/office/powerpoint/2010/main" val="2810689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3_FA90922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Imagen conceptual que representa la interfaz de medios mosaico y el software digital. Una pared de pantallas se curva fuera de la vista, brillando con una variedad de gráficos aleatorios, animaciones e imágenes simples de iconos.">
            <a:extLst>
              <a:ext uri="{FF2B5EF4-FFF2-40B4-BE49-F238E27FC236}">
                <a16:creationId xmlns:a16="http://schemas.microsoft.com/office/drawing/2014/main" id="{3E2B9715-1700-43AE-804F-74DA0F8B00A0}"/>
              </a:ext>
            </a:extLst>
          </p:cNvPr>
          <p:cNvPicPr>
            <a:picLocks noGrp="1" noChangeAspect="1"/>
          </p:cNvPicPr>
          <p:nvPr>
            <p:ph type="pic" sz="quarter" idx="13"/>
          </p:nvPr>
        </p:nvPicPr>
        <p:blipFill>
          <a:blip r:embed="rId3"/>
          <a:srcRect l="5541" r="4530" b="-1"/>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9DE102B5-DD3D-8635-B774-4A47A600812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lvl="0" indent="0">
              <a:spcBef>
                <a:spcPts val="2500"/>
              </a:spcBef>
              <a:buFont typeface="Arial" panose="020B0604020202020204" pitchFamily="34" charset="0"/>
              <a:buNone/>
            </a:pPr>
            <a:r>
              <a:rPr lang="en-US" sz="1400" b="1"/>
              <a:t>Assessment de Madurez</a:t>
            </a:r>
          </a:p>
          <a:p>
            <a:pPr marL="0" lvl="1" indent="0">
              <a:buFont typeface="Arial" panose="020B0604020202020204" pitchFamily="34" charset="0"/>
              <a:buNone/>
            </a:pPr>
            <a:r>
              <a:rPr lang="en-US" sz="1400"/>
              <a:t>Evaluación integral basada en 14 dimensiones para diagnosticar el estado actual con frameworks ITIL v5 y estándares HDI.</a:t>
            </a:r>
          </a:p>
          <a:p>
            <a:pPr marL="0" lvl="0" indent="0">
              <a:spcBef>
                <a:spcPts val="2500"/>
              </a:spcBef>
              <a:buFont typeface="Arial" panose="020B0604020202020204" pitchFamily="34" charset="0"/>
              <a:buNone/>
            </a:pPr>
            <a:r>
              <a:rPr lang="en-US" sz="1400" b="1"/>
              <a:t>Diseño del Modelo TO-BE</a:t>
            </a:r>
          </a:p>
          <a:p>
            <a:pPr marL="0" lvl="1" indent="0">
              <a:buFont typeface="Arial" panose="020B0604020202020204" pitchFamily="34" charset="0"/>
              <a:buNone/>
            </a:pPr>
            <a:r>
              <a:rPr lang="en-US" sz="1400"/>
              <a:t>Definición clara del nivel evolutivo deseado, alineando soporte con objetivos estratégicos del negocio.</a:t>
            </a:r>
          </a:p>
          <a:p>
            <a:pPr marL="0" lvl="0" indent="0">
              <a:spcBef>
                <a:spcPts val="2500"/>
              </a:spcBef>
              <a:buFont typeface="Arial" panose="020B0604020202020204" pitchFamily="34" charset="0"/>
              <a:buNone/>
            </a:pPr>
            <a:r>
              <a:rPr lang="en-US" sz="1400" b="1"/>
              <a:t>Capacidades Avanzadas</a:t>
            </a:r>
          </a:p>
          <a:p>
            <a:pPr marL="0" lvl="1" indent="0">
              <a:buFont typeface="Arial" panose="020B0604020202020204" pitchFamily="34" charset="0"/>
              <a:buNone/>
            </a:pPr>
            <a:r>
              <a:rPr lang="en-US" sz="1400"/>
              <a:t>Implementación de agentes virtuales, automatización inteligente, autoservicio y AIOps para reducir procesos manuales.</a:t>
            </a:r>
          </a:p>
          <a:p>
            <a:pPr marL="0" lvl="0" indent="0">
              <a:spcBef>
                <a:spcPts val="2500"/>
              </a:spcBef>
              <a:buFont typeface="Arial" panose="020B0604020202020204" pitchFamily="34" charset="0"/>
              <a:buNone/>
            </a:pPr>
            <a:r>
              <a:rPr lang="en-US" sz="1400" b="1"/>
              <a:t>Operación Continua y Métricas</a:t>
            </a:r>
          </a:p>
          <a:p>
            <a:pPr marL="0" lvl="1" indent="0">
              <a:buFont typeface="Arial" panose="020B0604020202020204" pitchFamily="34" charset="0"/>
              <a:buNone/>
            </a:pPr>
            <a:r>
              <a:rPr lang="en-US" sz="1400"/>
              <a:t>Uso de SLA, XLA y DEX para asegurar cumplimiento técnico y una experiencia de usuario superior.</a:t>
            </a:r>
          </a:p>
        </p:txBody>
      </p:sp>
      <p:sp>
        <p:nvSpPr>
          <p:cNvPr id="4" name="Title 3">
            <a:extLst>
              <a:ext uri="{FF2B5EF4-FFF2-40B4-BE49-F238E27FC236}">
                <a16:creationId xmlns:a16="http://schemas.microsoft.com/office/drawing/2014/main" id="{616725A9-827C-62FC-15E7-7D3D7379A3DD}"/>
              </a:ext>
            </a:extLst>
          </p:cNvPr>
          <p:cNvSpPr>
            <a:spLocks noGrp="1"/>
          </p:cNvSpPr>
          <p:nvPr>
            <p:ph type="title"/>
          </p:nvPr>
        </p:nvSpPr>
        <p:spPr>
          <a:xfrm>
            <a:off x="612648" y="548639"/>
            <a:ext cx="4672584" cy="1453896"/>
          </a:xfrm>
        </p:spPr>
        <p:txBody>
          <a:bodyPr anchor="b">
            <a:normAutofit/>
          </a:bodyPr>
          <a:lstStyle/>
          <a:p>
            <a:r>
              <a:rPr lang="en-US" sz="3300"/>
              <a:t>Transformación del modelo de mesa de servicio</a:t>
            </a:r>
          </a:p>
        </p:txBody>
      </p:sp>
    </p:spTree>
    <p:extLst>
      <p:ext uri="{BB962C8B-B14F-4D97-AF65-F5344CB8AC3E}">
        <p14:creationId xmlns:p14="http://schemas.microsoft.com/office/powerpoint/2010/main" val="42037786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4_A2DA47F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711290-4ED8-0E6A-7B5A-40C143F33A54}"/>
              </a:ext>
            </a:extLst>
          </p:cNvPr>
          <p:cNvSpPr>
            <a:spLocks noGrp="1"/>
          </p:cNvSpPr>
          <p:nvPr>
            <p:ph type="ctrTitle"/>
          </p:nvPr>
        </p:nvSpPr>
        <p:spPr>
          <a:xfrm>
            <a:off x="987552" y="301752"/>
            <a:ext cx="4654296" cy="6263640"/>
          </a:xfrm>
        </p:spPr>
        <p:txBody>
          <a:bodyPr anchor="ctr">
            <a:normAutofit/>
          </a:bodyPr>
          <a:lstStyle/>
          <a:p>
            <a:r>
              <a:rPr lang="en-US"/>
              <a:t>Componentes del Servicio</a:t>
            </a:r>
          </a:p>
        </p:txBody>
      </p:sp>
    </p:spTree>
    <p:extLst>
      <p:ext uri="{BB962C8B-B14F-4D97-AF65-F5344CB8AC3E}">
        <p14:creationId xmlns:p14="http://schemas.microsoft.com/office/powerpoint/2010/main" val="27322142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5_C43619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oncepto de tecnología e innovación">
            <a:extLst>
              <a:ext uri="{FF2B5EF4-FFF2-40B4-BE49-F238E27FC236}">
                <a16:creationId xmlns:a16="http://schemas.microsoft.com/office/drawing/2014/main" id="{5170B7FD-ED8C-49E4-9002-88B6EDB2EEE5}"/>
              </a:ext>
            </a:extLst>
          </p:cNvPr>
          <p:cNvPicPr>
            <a:picLocks noGrp="1" noChangeAspect="1"/>
          </p:cNvPicPr>
          <p:nvPr>
            <p:ph type="pic" sz="quarter" idx="13"/>
          </p:nvPr>
        </p:nvPicPr>
        <p:blipFill>
          <a:blip r:embed="rId3"/>
          <a:srcRect l="28956" r="29237"/>
          <a:stretch>
            <a:fillRect/>
          </a:stretch>
        </p:blipFill>
        <p:spPr>
          <a:xfrm>
            <a:off x="8417562" y="266700"/>
            <a:ext cx="3525516" cy="6324600"/>
          </a:xfrm>
        </p:spPr>
      </p:pic>
      <p:sp>
        <p:nvSpPr>
          <p:cNvPr id="2" name="Content Placeholder 1">
            <a:extLst>
              <a:ext uri="{FF2B5EF4-FFF2-40B4-BE49-F238E27FC236}">
                <a16:creationId xmlns:a16="http://schemas.microsoft.com/office/drawing/2014/main" id="{6E5C016C-7FA9-80F5-F06D-8DE04D1D0A1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1645920"/>
            <a:ext cx="7040880" cy="4663440"/>
          </a:xfrm>
        </p:spPr>
        <p:txBody>
          <a:bodyPr>
            <a:normAutofit/>
          </a:bodyPr>
          <a:lstStyle/>
          <a:p>
            <a:pPr marL="0" lvl="0" indent="0">
              <a:lnSpc>
                <a:spcPct val="140000"/>
              </a:lnSpc>
              <a:spcBef>
                <a:spcPts val="2500"/>
              </a:spcBef>
              <a:buFont typeface="Arial" panose="020B0604020202020204" pitchFamily="34" charset="0"/>
              <a:buNone/>
            </a:pPr>
            <a:r>
              <a:rPr lang="en-US" sz="1300" b="1"/>
              <a:t>Assessment AS-IS</a:t>
            </a:r>
          </a:p>
          <a:p>
            <a:pPr marL="0" lvl="1" indent="0">
              <a:lnSpc>
                <a:spcPct val="140000"/>
              </a:lnSpc>
              <a:buFont typeface="Arial" panose="020B0604020202020204" pitchFamily="34" charset="0"/>
              <a:buNone/>
            </a:pPr>
            <a:r>
              <a:rPr lang="en-US" sz="1300"/>
              <a:t>Diagnóstico del estado actual en modelo operativo, automatización, experiencia y gobierno usando ITIL v5 y modelo 6C de IA.</a:t>
            </a:r>
          </a:p>
          <a:p>
            <a:pPr marL="0" lvl="0" indent="0">
              <a:lnSpc>
                <a:spcPct val="140000"/>
              </a:lnSpc>
              <a:spcBef>
                <a:spcPts val="2500"/>
              </a:spcBef>
              <a:buFont typeface="Arial" panose="020B0604020202020204" pitchFamily="34" charset="0"/>
              <a:buNone/>
            </a:pPr>
            <a:r>
              <a:rPr lang="en-US" sz="1300" b="1"/>
              <a:t>Diseño del Modelo TO-BE</a:t>
            </a:r>
          </a:p>
          <a:p>
            <a:pPr marL="0" lvl="1" indent="0">
              <a:lnSpc>
                <a:spcPct val="140000"/>
              </a:lnSpc>
              <a:buFont typeface="Arial" panose="020B0604020202020204" pitchFamily="34" charset="0"/>
              <a:buNone/>
            </a:pPr>
            <a:r>
              <a:rPr lang="en-US" sz="1300"/>
              <a:t>Definición del estado objetivo con arquitectura de servicio, modelo de gobierno y evolución esperada del cliente.</a:t>
            </a:r>
          </a:p>
          <a:p>
            <a:pPr marL="0" lvl="0" indent="0">
              <a:lnSpc>
                <a:spcPct val="140000"/>
              </a:lnSpc>
              <a:spcBef>
                <a:spcPts val="2500"/>
              </a:spcBef>
              <a:buFont typeface="Arial" panose="020B0604020202020204" pitchFamily="34" charset="0"/>
              <a:buNone/>
            </a:pPr>
            <a:r>
              <a:rPr lang="en-US" sz="1300" b="1"/>
              <a:t>Implementación de Capacidades Gen Next</a:t>
            </a:r>
          </a:p>
          <a:p>
            <a:pPr marL="0" lvl="1" indent="0">
              <a:lnSpc>
                <a:spcPct val="140000"/>
              </a:lnSpc>
              <a:buFont typeface="Arial" panose="020B0604020202020204" pitchFamily="34" charset="0"/>
              <a:buNone/>
            </a:pPr>
            <a:r>
              <a:rPr lang="en-US" sz="1300"/>
              <a:t>Incorporación de autoservicio, inteligencia artificial, automatización y observabilidad avanzada para eficiencia y reducción de costos.</a:t>
            </a:r>
          </a:p>
          <a:p>
            <a:pPr marL="0" lvl="0" indent="0">
              <a:lnSpc>
                <a:spcPct val="140000"/>
              </a:lnSpc>
              <a:spcBef>
                <a:spcPts val="2500"/>
              </a:spcBef>
              <a:buFont typeface="Arial" panose="020B0604020202020204" pitchFamily="34" charset="0"/>
              <a:buNone/>
            </a:pPr>
            <a:r>
              <a:rPr lang="en-US" sz="1300" b="1"/>
              <a:t>Operación Continua y Modelo Económico</a:t>
            </a:r>
          </a:p>
          <a:p>
            <a:pPr marL="0" lvl="1" indent="0">
              <a:lnSpc>
                <a:spcPct val="140000"/>
              </a:lnSpc>
              <a:buFont typeface="Arial" panose="020B0604020202020204" pitchFamily="34" charset="0"/>
              <a:buNone/>
            </a:pPr>
            <a:r>
              <a:rPr lang="en-US" sz="1300"/>
              <a:t>Gestión bajo SLA y XLA con métricas de experiencia y resultado, y modelo económico basado en resultados y shared savings.</a:t>
            </a:r>
          </a:p>
        </p:txBody>
      </p:sp>
      <p:sp>
        <p:nvSpPr>
          <p:cNvPr id="4" name="Title 3">
            <a:extLst>
              <a:ext uri="{FF2B5EF4-FFF2-40B4-BE49-F238E27FC236}">
                <a16:creationId xmlns:a16="http://schemas.microsoft.com/office/drawing/2014/main" id="{2330E78E-9EF2-1606-3625-9CC45FC901D0}"/>
              </a:ext>
            </a:extLst>
          </p:cNvPr>
          <p:cNvSpPr>
            <a:spLocks noGrp="1"/>
          </p:cNvSpPr>
          <p:nvPr>
            <p:ph type="title"/>
          </p:nvPr>
        </p:nvSpPr>
        <p:spPr>
          <a:xfrm>
            <a:off x="612648" y="493776"/>
            <a:ext cx="7040880" cy="932688"/>
          </a:xfrm>
        </p:spPr>
        <p:txBody>
          <a:bodyPr anchor="b">
            <a:normAutofit/>
          </a:bodyPr>
          <a:lstStyle/>
          <a:p>
            <a:r>
              <a:rPr lang="en-US" sz="3000"/>
              <a:t>Arquitectura del servicio Gen Next</a:t>
            </a:r>
          </a:p>
        </p:txBody>
      </p:sp>
    </p:spTree>
    <p:extLst>
      <p:ext uri="{BB962C8B-B14F-4D97-AF65-F5344CB8AC3E}">
        <p14:creationId xmlns:p14="http://schemas.microsoft.com/office/powerpoint/2010/main" val="32918797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6_A691A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7B8C97-2002-FB29-BDA6-8EB9B556DE46}"/>
              </a:ext>
            </a:extLst>
          </p:cNvPr>
          <p:cNvSpPr>
            <a:spLocks noGrp="1"/>
          </p:cNvSpPr>
          <p:nvPr>
            <p:ph type="ctrTitle"/>
          </p:nvPr>
        </p:nvSpPr>
        <p:spPr>
          <a:xfrm>
            <a:off x="987552" y="301752"/>
            <a:ext cx="4654296" cy="6263640"/>
          </a:xfrm>
        </p:spPr>
        <p:txBody>
          <a:bodyPr anchor="ctr">
            <a:normAutofit/>
          </a:bodyPr>
          <a:lstStyle/>
          <a:p>
            <a:r>
              <a:rPr lang="en-US"/>
              <a:t>Impacto Esperado</a:t>
            </a:r>
          </a:p>
        </p:txBody>
      </p:sp>
    </p:spTree>
    <p:extLst>
      <p:ext uri="{BB962C8B-B14F-4D97-AF65-F5344CB8AC3E}">
        <p14:creationId xmlns:p14="http://schemas.microsoft.com/office/powerpoint/2010/main" val="27945624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7_852B21C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Normas para el cumplimiento de políticas empresariales">
            <a:extLst>
              <a:ext uri="{FF2B5EF4-FFF2-40B4-BE49-F238E27FC236}">
                <a16:creationId xmlns:a16="http://schemas.microsoft.com/office/drawing/2014/main" id="{3DF265AA-2D1B-419A-BEAD-B4E1C7A0F184}"/>
              </a:ext>
            </a:extLst>
          </p:cNvPr>
          <p:cNvPicPr>
            <a:picLocks noGrp="1" noChangeAspect="1"/>
          </p:cNvPicPr>
          <p:nvPr>
            <p:ph type="pic" sz="quarter" idx="13"/>
          </p:nvPr>
        </p:nvPicPr>
        <p:blipFill>
          <a:blip r:embed="rId3"/>
          <a:stretch/>
        </p:blipFill>
        <p:spPr>
          <a:xfrm>
            <a:off x="811715" y="2877595"/>
            <a:ext cx="4262258" cy="2845057"/>
          </a:xfrm>
        </p:spPr>
      </p:pic>
      <p:sp>
        <p:nvSpPr>
          <p:cNvPr id="2" name="Content Placeholder 1">
            <a:extLst>
              <a:ext uri="{FF2B5EF4-FFF2-40B4-BE49-F238E27FC236}">
                <a16:creationId xmlns:a16="http://schemas.microsoft.com/office/drawing/2014/main" id="{93D952E6-C19C-589E-0841-ED2EB029CFC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lvl="0" indent="0">
              <a:spcBef>
                <a:spcPts val="2500"/>
              </a:spcBef>
              <a:buFont typeface="Arial" panose="020B0604020202020204" pitchFamily="34" charset="0"/>
              <a:buNone/>
            </a:pPr>
            <a:r>
              <a:rPr lang="en-US" sz="1400" b="1"/>
              <a:t>Reducción del MTTR</a:t>
            </a:r>
          </a:p>
          <a:p>
            <a:pPr marL="0" lvl="1" indent="0">
              <a:buFont typeface="Arial" panose="020B0604020202020204" pitchFamily="34" charset="0"/>
              <a:buNone/>
            </a:pPr>
            <a:r>
              <a:rPr lang="en-US" sz="1400"/>
              <a:t>El modelo Gen Next reduce el tiempo medio de resolución entre un 60% y 70%, utilizando IA y automatización.</a:t>
            </a:r>
          </a:p>
          <a:p>
            <a:pPr marL="0" lvl="0" indent="0">
              <a:spcBef>
                <a:spcPts val="2500"/>
              </a:spcBef>
              <a:buFont typeface="Arial" panose="020B0604020202020204" pitchFamily="34" charset="0"/>
              <a:buNone/>
            </a:pPr>
            <a:r>
              <a:rPr lang="en-US" sz="1400" b="1"/>
              <a:t>Mejora del FCR</a:t>
            </a:r>
          </a:p>
          <a:p>
            <a:pPr marL="0" lvl="1" indent="0">
              <a:buFont typeface="Arial" panose="020B0604020202020204" pitchFamily="34" charset="0"/>
              <a:buNone/>
            </a:pPr>
            <a:r>
              <a:rPr lang="en-US" sz="1400"/>
              <a:t>El First Contact Resolution aumenta entre el 75% y 85%, reduciendo escalamientos y mejorando productividad.</a:t>
            </a:r>
          </a:p>
          <a:p>
            <a:pPr marL="0" lvl="0" indent="0">
              <a:spcBef>
                <a:spcPts val="2500"/>
              </a:spcBef>
              <a:buFont typeface="Arial" panose="020B0604020202020204" pitchFamily="34" charset="0"/>
              <a:buNone/>
            </a:pPr>
            <a:r>
              <a:rPr lang="en-US" sz="1400" b="1"/>
              <a:t>Reducción del costo por ticket</a:t>
            </a:r>
          </a:p>
          <a:p>
            <a:pPr marL="0" lvl="1" indent="0">
              <a:buFont typeface="Arial" panose="020B0604020202020204" pitchFamily="34" charset="0"/>
              <a:buNone/>
            </a:pPr>
            <a:r>
              <a:rPr lang="en-US" sz="1400"/>
              <a:t>El costo por ticket baja de 104 a cerca de 2 dólares mediante autoservicio y automatización shift-left.</a:t>
            </a:r>
          </a:p>
          <a:p>
            <a:pPr marL="0" lvl="0" indent="0">
              <a:spcBef>
                <a:spcPts val="2500"/>
              </a:spcBef>
              <a:buFont typeface="Arial" panose="020B0604020202020204" pitchFamily="34" charset="0"/>
              <a:buNone/>
            </a:pPr>
            <a:r>
              <a:rPr lang="en-US" sz="1400" b="1"/>
              <a:t>Incremento en satisfacción y deflexión</a:t>
            </a:r>
          </a:p>
          <a:p>
            <a:pPr marL="0" lvl="1" indent="0">
              <a:buFont typeface="Arial" panose="020B0604020202020204" pitchFamily="34" charset="0"/>
              <a:buNone/>
            </a:pPr>
            <a:r>
              <a:rPr lang="en-US" sz="1400"/>
              <a:t>La tasa de deflexión supera el 40% y se mejora la satisfacción usando métricas XLA.</a:t>
            </a:r>
          </a:p>
        </p:txBody>
      </p:sp>
      <p:sp>
        <p:nvSpPr>
          <p:cNvPr id="4" name="Title 3">
            <a:extLst>
              <a:ext uri="{FF2B5EF4-FFF2-40B4-BE49-F238E27FC236}">
                <a16:creationId xmlns:a16="http://schemas.microsoft.com/office/drawing/2014/main" id="{7B3F8B24-6766-3DCD-84F8-6948FEB5DFE1}"/>
              </a:ext>
            </a:extLst>
          </p:cNvPr>
          <p:cNvSpPr>
            <a:spLocks noGrp="1"/>
          </p:cNvSpPr>
          <p:nvPr>
            <p:ph type="title"/>
          </p:nvPr>
        </p:nvSpPr>
        <p:spPr>
          <a:xfrm>
            <a:off x="612648" y="548639"/>
            <a:ext cx="4672584" cy="1453896"/>
          </a:xfrm>
        </p:spPr>
        <p:txBody>
          <a:bodyPr anchor="b">
            <a:normAutofit/>
          </a:bodyPr>
          <a:lstStyle/>
          <a:p>
            <a:r>
              <a:rPr lang="en-US" sz="2800"/>
              <a:t>Beneficios cuantificables del modelo Gen Next</a:t>
            </a:r>
          </a:p>
        </p:txBody>
      </p:sp>
    </p:spTree>
    <p:extLst>
      <p:ext uri="{BB962C8B-B14F-4D97-AF65-F5344CB8AC3E}">
        <p14:creationId xmlns:p14="http://schemas.microsoft.com/office/powerpoint/2010/main" val="22341964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8_9C6C7F7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869395-8072-0C29-E25D-68381580B6C5}"/>
              </a:ext>
            </a:extLst>
          </p:cNvPr>
          <p:cNvSpPr>
            <a:spLocks noGrp="1"/>
          </p:cNvSpPr>
          <p:nvPr>
            <p:ph type="ctrTitle"/>
          </p:nvPr>
        </p:nvSpPr>
        <p:spPr>
          <a:xfrm>
            <a:off x="987552" y="301752"/>
            <a:ext cx="4654296" cy="6263640"/>
          </a:xfrm>
        </p:spPr>
        <p:txBody>
          <a:bodyPr anchor="ctr">
            <a:normAutofit/>
          </a:bodyPr>
          <a:lstStyle/>
          <a:p>
            <a:r>
              <a:rPr lang="en-US"/>
              <a:t>Diferenciación Competitiva</a:t>
            </a:r>
          </a:p>
        </p:txBody>
      </p:sp>
    </p:spTree>
    <p:extLst>
      <p:ext uri="{BB962C8B-B14F-4D97-AF65-F5344CB8AC3E}">
        <p14:creationId xmlns:p14="http://schemas.microsoft.com/office/powerpoint/2010/main" val="2624356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9_14F4961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oncepto de ciudad inteligente y red de comunicación con 5G">
            <a:extLst>
              <a:ext uri="{FF2B5EF4-FFF2-40B4-BE49-F238E27FC236}">
                <a16:creationId xmlns:a16="http://schemas.microsoft.com/office/drawing/2014/main" id="{74798D6F-9700-4B70-9BF2-E03B4B94874B}"/>
              </a:ext>
            </a:extLst>
          </p:cNvPr>
          <p:cNvPicPr>
            <a:picLocks noGrp="1" noChangeAspect="1"/>
          </p:cNvPicPr>
          <p:nvPr>
            <p:ph type="pic" sz="quarter" idx="13"/>
          </p:nvPr>
        </p:nvPicPr>
        <p:blipFill>
          <a:blip r:embed="rId3"/>
          <a:srcRect l="10873" r="9094" b="3"/>
          <a:stretch>
            <a:fillRect/>
          </a:stretch>
        </p:blipFill>
        <p:spPr>
          <a:xfrm>
            <a:off x="811715" y="2522754"/>
            <a:ext cx="4262258" cy="3554740"/>
          </a:xfrm>
        </p:spPr>
      </p:pic>
      <p:sp>
        <p:nvSpPr>
          <p:cNvPr id="2" name="Content Placeholder 1">
            <a:extLst>
              <a:ext uri="{FF2B5EF4-FFF2-40B4-BE49-F238E27FC236}">
                <a16:creationId xmlns:a16="http://schemas.microsoft.com/office/drawing/2014/main" id="{C3C65D16-8923-5C56-B0F4-E74C848E5D7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lvl="0" indent="0">
              <a:spcBef>
                <a:spcPts val="2500"/>
              </a:spcBef>
              <a:buFont typeface="Arial" panose="020B0604020202020204" pitchFamily="34" charset="0"/>
              <a:buNone/>
            </a:pPr>
            <a:r>
              <a:rPr lang="en-US" sz="1400" b="1"/>
              <a:t>Enfoque Operativo Transformador</a:t>
            </a:r>
          </a:p>
          <a:p>
            <a:pPr marL="0" lvl="1" indent="0">
              <a:buFont typeface="Arial" panose="020B0604020202020204" pitchFamily="34" charset="0"/>
              <a:buNone/>
            </a:pPr>
            <a:r>
              <a:rPr lang="en-US" sz="1400"/>
              <a:t>Gen Next transforma el modelo operativo completo, más allá de solo implementar herramientas ITSM.</a:t>
            </a:r>
          </a:p>
          <a:p>
            <a:pPr marL="0" lvl="0" indent="0">
              <a:spcBef>
                <a:spcPts val="2500"/>
              </a:spcBef>
              <a:buFont typeface="Arial" panose="020B0604020202020204" pitchFamily="34" charset="0"/>
              <a:buNone/>
            </a:pPr>
            <a:r>
              <a:rPr lang="en-US" sz="1400" b="1"/>
              <a:t>Ampliación de Valor SLA y Más</a:t>
            </a:r>
          </a:p>
          <a:p>
            <a:pPr marL="0" lvl="1" indent="0">
              <a:buFont typeface="Arial" panose="020B0604020202020204" pitchFamily="34" charset="0"/>
              <a:buNone/>
            </a:pPr>
            <a:r>
              <a:rPr lang="en-US" sz="1400"/>
              <a:t>El modelo extiende el valor desde SLA a XLA, DEX y impacto real en el negocio.</a:t>
            </a:r>
          </a:p>
          <a:p>
            <a:pPr marL="0" lvl="0" indent="0">
              <a:spcBef>
                <a:spcPts val="2500"/>
              </a:spcBef>
              <a:buFont typeface="Arial" panose="020B0604020202020204" pitchFamily="34" charset="0"/>
              <a:buNone/>
            </a:pPr>
            <a:r>
              <a:rPr lang="en-US" sz="1400" b="1"/>
              <a:t>Innovación en Operación y Escalamiento</a:t>
            </a:r>
          </a:p>
          <a:p>
            <a:pPr marL="0" lvl="1" indent="0">
              <a:buFont typeface="Arial" panose="020B0604020202020204" pitchFamily="34" charset="0"/>
              <a:buNone/>
            </a:pPr>
            <a:r>
              <a:rPr lang="en-US" sz="1400"/>
              <a:t>Uso de inteligencia artificial y modelos shift-left reemplazan el escalamiento manual tradicional.</a:t>
            </a:r>
          </a:p>
          <a:p>
            <a:pPr marL="0" lvl="0" indent="0">
              <a:spcBef>
                <a:spcPts val="2500"/>
              </a:spcBef>
              <a:buFont typeface="Arial" panose="020B0604020202020204" pitchFamily="34" charset="0"/>
              <a:buNone/>
            </a:pPr>
            <a:r>
              <a:rPr lang="en-US" sz="1400" b="1"/>
              <a:t>Modelo Económico Basado en Resultados</a:t>
            </a:r>
          </a:p>
          <a:p>
            <a:pPr marL="0" lvl="1" indent="0">
              <a:buFont typeface="Arial" panose="020B0604020202020204" pitchFamily="34" charset="0"/>
              <a:buNone/>
            </a:pPr>
            <a:r>
              <a:rPr lang="en-US" sz="1400"/>
              <a:t>Cambio hacia esquemas outcome-based con riesgos y beneficios compartidos entre proveedor y cliente.</a:t>
            </a:r>
          </a:p>
        </p:txBody>
      </p:sp>
      <p:sp>
        <p:nvSpPr>
          <p:cNvPr id="4" name="Title 3">
            <a:extLst>
              <a:ext uri="{FF2B5EF4-FFF2-40B4-BE49-F238E27FC236}">
                <a16:creationId xmlns:a16="http://schemas.microsoft.com/office/drawing/2014/main" id="{73390426-10D8-4E80-50A3-246A88565B63}"/>
              </a:ext>
            </a:extLst>
          </p:cNvPr>
          <p:cNvSpPr>
            <a:spLocks noGrp="1"/>
          </p:cNvSpPr>
          <p:nvPr>
            <p:ph type="title"/>
          </p:nvPr>
        </p:nvSpPr>
        <p:spPr>
          <a:xfrm>
            <a:off x="612648" y="548639"/>
            <a:ext cx="4672584" cy="1453896"/>
          </a:xfrm>
        </p:spPr>
        <p:txBody>
          <a:bodyPr anchor="b">
            <a:normAutofit/>
          </a:bodyPr>
          <a:lstStyle/>
          <a:p>
            <a:r>
              <a:rPr lang="en-US" sz="3300"/>
              <a:t>Comparación con el mercado actual</a:t>
            </a:r>
          </a:p>
        </p:txBody>
      </p:sp>
    </p:spTree>
    <p:extLst>
      <p:ext uri="{BB962C8B-B14F-4D97-AF65-F5344CB8AC3E}">
        <p14:creationId xmlns:p14="http://schemas.microsoft.com/office/powerpoint/2010/main" val="3515735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_0_7972543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C805A4FB.xml><?xml version="1.0" encoding="utf-8"?>
<a:theme xmlns:a="http://schemas.openxmlformats.org/drawingml/2006/main" name="Frost">
  <a:themeElements>
    <a:clrScheme name="Frosty Design">
      <a:dk1>
        <a:srgbClr val="000000"/>
      </a:dk1>
      <a:lt1>
        <a:srgbClr val="FFFFFF"/>
      </a:lt1>
      <a:dk2>
        <a:srgbClr val="0B2627"/>
      </a:dk2>
      <a:lt2>
        <a:srgbClr val="DAE3E3"/>
      </a:lt2>
      <a:accent1>
        <a:srgbClr val="757E36"/>
      </a:accent1>
      <a:accent2>
        <a:srgbClr val="B494C2"/>
      </a:accent2>
      <a:accent3>
        <a:srgbClr val="8FA2A3"/>
      </a:accent3>
      <a:accent4>
        <a:srgbClr val="CE7F00"/>
      </a:accent4>
      <a:accent5>
        <a:srgbClr val="D15928"/>
      </a:accent5>
      <a:accent6>
        <a:srgbClr val="B7836F"/>
      </a:accent6>
      <a:hlink>
        <a:srgbClr val="467886"/>
      </a:hlink>
      <a:folHlink>
        <a:srgbClr val="96607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 id="{F7962472-4894-2242-8559-EEEFE6DAC5B8}" vid="{7B30C4B7-1D9C-1C40-8BD3-531C9F5E06DD}"/>
    </a:ext>
  </a:extLst>
</a:theme>
</file>

<file path=docProps/core.xml><?xml version="1.0" encoding="utf-8"?>
<cp:coreProperties xmlns:cp="http://schemas.openxmlformats.org/package/2006/metadata/core-properties" xmlns:dc="http://purl.org/dc/elements/1.1/" xmlns:dcterms="http://purl.org/dc/terms/" xmlns:xsi="http://www.w3.org/2001/XMLSchema-instance">
  <dc:creator>nzsuarez@personalsoft.com</dc:creator>
  <cp:lastModifiedBy>nzsuarez@personalsoft.com</cp:lastModifiedBy>
</cp:coreProperties>
</file>