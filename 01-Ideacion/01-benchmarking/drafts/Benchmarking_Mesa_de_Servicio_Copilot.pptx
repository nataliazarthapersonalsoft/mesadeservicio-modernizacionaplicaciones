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1" r:id="rId2"/>
    <p:sldId id="2562" r:id="rId3"/>
    <p:sldId id="2563" r:id="rId4"/>
    <p:sldId id="2564" r:id="rId5"/>
    <p:sldId id="2565" r:id="rId6"/>
    <p:sldId id="2566" r:id="rId7"/>
    <p:sldId id="2567" r:id="rId8"/>
    <p:sldId id="2568" r:id="rId9"/>
    <p:sldId id="2569"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strategia de Mercado para Mesa de Servicio de Nueva Generación" id="{0108A60B-3CB7-4612-806D-9A263ADCDAAD}">
          <p14:sldIdLst>
            <p14:sldId id="2561"/>
          </p14:sldIdLst>
        </p14:section>
        <p14:section name="Segmentación del mercado" id="{4572FF8C-2648-4D60-8241-268CB16F7995}">
          <p14:sldIdLst>
            <p14:sldId id="2562"/>
            <p14:sldId id="2563"/>
          </p14:sldIdLst>
        </p14:section>
        <p14:section name="Análisis competitivo" id="{701C3C63-CECE-4096-A6D2-B724E1CE2841}">
          <p14:sldIdLst>
            <p14:sldId id="2564"/>
            <p14:sldId id="2565"/>
          </p14:sldIdLst>
        </p14:section>
        <p14:section name="Identificación de brechas" id="{952866C1-55BB-4FD6-B166-DAA08C45DE68}">
          <p14:sldIdLst>
            <p14:sldId id="2566"/>
            <p14:sldId id="2567"/>
          </p14:sldIdLst>
        </p14:section>
        <p14:section name="Estrategia de entrada al mercado" id="{405EC57D-3BC0-459E-B9C2-91F3DF1BA5C7}">
          <p14:sldIdLst>
            <p14:sldId id="2568"/>
            <p14:sldId id="25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diagrams/_rels/data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image" Target="../media/image14.jpeg"/></Relationships>
</file>

<file path=ppt/diagrams/_rels/drawing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image" Target="../media/image14.jpeg"/></Relationships>
</file>

<file path=ppt/diagrams/colors1.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8BA05DA-40FD-4128-9543-1C293F7F8885}" type="doc">
      <dgm:prSet loTypeId="urn:microsoft.com/office/officeart/2024/3/layout/verticalVisualTextBlock1" loCatId="Picture" qsTypeId="urn:microsoft.com/office/officeart/2005/8/quickstyle/simple4" qsCatId="simple" csTypeId="urn:microsoft.com/office/officeart/2005/8/colors/accent0_2" csCatId="mainScheme" phldr="1"/>
      <dgm:spPr/>
      <dgm:t>
        <a:bodyPr/>
        <a:lstStyle/>
        <a:p>
          <a:endParaRPr lang="en-US"/>
        </a:p>
      </dgm:t>
    </dgm:pt>
    <dgm:pt modelId="{E7CC7EB8-4841-4CDB-B06E-53B19E60D8F1}">
      <dgm:prSet/>
      <dgm:spPr/>
      <dgm:t>
        <a:bodyPr/>
        <a:lstStyle/>
        <a:p>
          <a:pPr>
            <a:lnSpc>
              <a:spcPct val="100000"/>
            </a:lnSpc>
            <a:defRPr b="1"/>
          </a:pPr>
          <a:r>
            <a:rPr lang="en-US"/>
            <a:t>Criterios de Priorización</a:t>
          </a:r>
        </a:p>
      </dgm:t>
    </dgm:pt>
    <dgm:pt modelId="{47F28F15-DADF-4425-9B87-A0E143C88987}" type="parTrans" cxnId="{2CEF4D36-5791-4D6E-BF42-948218A9E58B}">
      <dgm:prSet/>
      <dgm:spPr/>
      <dgm:t>
        <a:bodyPr/>
        <a:lstStyle/>
        <a:p>
          <a:endParaRPr lang="en-US"/>
        </a:p>
      </dgm:t>
    </dgm:pt>
    <dgm:pt modelId="{36EA2E65-BF9A-4213-A60D-20D60EF93B83}" type="sibTrans" cxnId="{2CEF4D36-5791-4D6E-BF42-948218A9E58B}">
      <dgm:prSet/>
      <dgm:spPr/>
      <dgm:t>
        <a:bodyPr/>
        <a:lstStyle/>
        <a:p>
          <a:pPr>
            <a:lnSpc>
              <a:spcPct val="100000"/>
            </a:lnSpc>
            <a:defRPr b="1"/>
          </a:pPr>
          <a:endParaRPr lang="en-US"/>
        </a:p>
      </dgm:t>
    </dgm:pt>
    <dgm:pt modelId="{E7787494-E750-49B6-82DC-16265EF2DAC1}">
      <dgm:prSet/>
      <dgm:spPr/>
      <dgm:t>
        <a:bodyPr/>
        <a:lstStyle/>
        <a:p>
          <a:pPr>
            <a:lnSpc>
              <a:spcPct val="100000"/>
            </a:lnSpc>
          </a:pPr>
          <a:r>
            <a:rPr lang="en-US"/>
            <a:t>La priorización se basa en oportunidad, capacidad interna y urgencia del cliente para una entrada efectiva al mercado.</a:t>
          </a:r>
        </a:p>
      </dgm:t>
    </dgm:pt>
    <dgm:pt modelId="{5D015D10-5C29-4603-9814-BC1896BB8750}" type="parTrans" cxnId="{8E939262-B009-408E-B530-81A970636E5F}">
      <dgm:prSet/>
      <dgm:spPr/>
      <dgm:t>
        <a:bodyPr/>
        <a:lstStyle/>
        <a:p>
          <a:endParaRPr lang="en-US"/>
        </a:p>
      </dgm:t>
    </dgm:pt>
    <dgm:pt modelId="{46FF38A7-A67A-4CCF-BE42-FE60066B2CE2}" type="sibTrans" cxnId="{8E939262-B009-408E-B530-81A970636E5F}">
      <dgm:prSet/>
      <dgm:spPr/>
      <dgm:t>
        <a:bodyPr/>
        <a:lstStyle/>
        <a:p>
          <a:endParaRPr lang="en-US"/>
        </a:p>
      </dgm:t>
    </dgm:pt>
    <dgm:pt modelId="{D04B9264-E164-46D8-B6CB-710D7B917155}">
      <dgm:prSet/>
      <dgm:spPr/>
      <dgm:t>
        <a:bodyPr/>
        <a:lstStyle/>
        <a:p>
          <a:pPr>
            <a:lnSpc>
              <a:spcPct val="100000"/>
            </a:lnSpc>
            <a:defRPr b="1"/>
          </a:pPr>
          <a:r>
            <a:rPr lang="en-US"/>
            <a:t>Sectores Clave a Priorizar</a:t>
          </a:r>
        </a:p>
      </dgm:t>
    </dgm:pt>
    <dgm:pt modelId="{F0F1C1CD-6FFB-4177-BF25-036534AF364D}" type="parTrans" cxnId="{DD9F3C23-1079-42EB-93AE-A032C3A45DC6}">
      <dgm:prSet/>
      <dgm:spPr/>
      <dgm:t>
        <a:bodyPr/>
        <a:lstStyle/>
        <a:p>
          <a:endParaRPr lang="en-US"/>
        </a:p>
      </dgm:t>
    </dgm:pt>
    <dgm:pt modelId="{0B754F0A-6138-4850-BA50-1382E24B9C89}" type="sibTrans" cxnId="{DD9F3C23-1079-42EB-93AE-A032C3A45DC6}">
      <dgm:prSet/>
      <dgm:spPr/>
      <dgm:t>
        <a:bodyPr/>
        <a:lstStyle/>
        <a:p>
          <a:pPr>
            <a:lnSpc>
              <a:spcPct val="100000"/>
            </a:lnSpc>
            <a:defRPr b="1"/>
          </a:pPr>
          <a:endParaRPr lang="en-US"/>
        </a:p>
      </dgm:t>
    </dgm:pt>
    <dgm:pt modelId="{E5D7CF9B-3CE1-4057-B434-56CBE57FC845}">
      <dgm:prSet/>
      <dgm:spPr/>
      <dgm:t>
        <a:bodyPr/>
        <a:lstStyle/>
        <a:p>
          <a:pPr>
            <a:lnSpc>
              <a:spcPct val="100000"/>
            </a:lnSpc>
          </a:pPr>
          <a:r>
            <a:rPr lang="en-US"/>
            <a:t>Sector bancario es prioridad por regulación e IA, seguido de utilities y empresas medianas por su potencial y necesidades.</a:t>
          </a:r>
        </a:p>
      </dgm:t>
    </dgm:pt>
    <dgm:pt modelId="{AD9D9B90-BA57-43A6-B9E0-76520B79D86F}" type="parTrans" cxnId="{C2098CEB-274D-4212-8FC9-BDF7E3D7C5BF}">
      <dgm:prSet/>
      <dgm:spPr/>
      <dgm:t>
        <a:bodyPr/>
        <a:lstStyle/>
        <a:p>
          <a:endParaRPr lang="en-US"/>
        </a:p>
      </dgm:t>
    </dgm:pt>
    <dgm:pt modelId="{B9ED7A6A-76F8-4B52-9BFF-A14DF9A48390}" type="sibTrans" cxnId="{C2098CEB-274D-4212-8FC9-BDF7E3D7C5BF}">
      <dgm:prSet/>
      <dgm:spPr/>
      <dgm:t>
        <a:bodyPr/>
        <a:lstStyle/>
        <a:p>
          <a:endParaRPr lang="en-US"/>
        </a:p>
      </dgm:t>
    </dgm:pt>
    <dgm:pt modelId="{A1E02DE8-0F51-43C2-92AB-D33F236683E3}">
      <dgm:prSet/>
      <dgm:spPr/>
      <dgm:t>
        <a:bodyPr/>
        <a:lstStyle/>
        <a:p>
          <a:pPr>
            <a:lnSpc>
              <a:spcPct val="100000"/>
            </a:lnSpc>
            <a:defRPr b="1"/>
          </a:pPr>
          <a:r>
            <a:rPr lang="en-US"/>
            <a:t>Estrategia de Entrada y Escalamiento</a:t>
          </a:r>
        </a:p>
      </dgm:t>
    </dgm:pt>
    <dgm:pt modelId="{6352AA1B-D771-4E39-8C28-A539C086A6B3}" type="parTrans" cxnId="{A3CBCEDF-FF85-4A41-A462-69A725CEF860}">
      <dgm:prSet/>
      <dgm:spPr/>
      <dgm:t>
        <a:bodyPr/>
        <a:lstStyle/>
        <a:p>
          <a:endParaRPr lang="en-US"/>
        </a:p>
      </dgm:t>
    </dgm:pt>
    <dgm:pt modelId="{31498A96-F22D-4AE0-8D8A-4398926C1A13}" type="sibTrans" cxnId="{A3CBCEDF-FF85-4A41-A462-69A725CEF860}">
      <dgm:prSet/>
      <dgm:spPr/>
      <dgm:t>
        <a:bodyPr/>
        <a:lstStyle/>
        <a:p>
          <a:endParaRPr lang="en-US"/>
        </a:p>
      </dgm:t>
    </dgm:pt>
    <dgm:pt modelId="{070B984C-099E-459F-8599-A39326C9A81F}">
      <dgm:prSet/>
      <dgm:spPr/>
      <dgm:t>
        <a:bodyPr/>
        <a:lstStyle/>
        <a:p>
          <a:pPr>
            <a:lnSpc>
              <a:spcPct val="100000"/>
            </a:lnSpc>
          </a:pPr>
          <a:r>
            <a:rPr lang="en-US"/>
            <a:t>Empezar con quick wins para demostrar valor rápido y luego escalar con transformación basada en mejora continua.</a:t>
          </a:r>
        </a:p>
      </dgm:t>
    </dgm:pt>
    <dgm:pt modelId="{E9AAD74C-C347-43D9-8E31-6392B8E300CF}" type="parTrans" cxnId="{1E0B733A-B91F-4573-AFE4-6465989DDA98}">
      <dgm:prSet/>
      <dgm:spPr/>
      <dgm:t>
        <a:bodyPr/>
        <a:lstStyle/>
        <a:p>
          <a:endParaRPr lang="en-US"/>
        </a:p>
      </dgm:t>
    </dgm:pt>
    <dgm:pt modelId="{AE823853-89BA-4913-9B6E-E05269804DC2}" type="sibTrans" cxnId="{1E0B733A-B91F-4573-AFE4-6465989DDA98}">
      <dgm:prSet/>
      <dgm:spPr/>
      <dgm:t>
        <a:bodyPr/>
        <a:lstStyle/>
        <a:p>
          <a:endParaRPr lang="en-US"/>
        </a:p>
      </dgm:t>
    </dgm:pt>
    <dgm:pt modelId="{038F12B1-71F0-4072-91BB-45D888D541C9}" type="pres">
      <dgm:prSet presAssocID="{F8BA05DA-40FD-4128-9543-1C293F7F8885}" presName="Root" presStyleCnt="0">
        <dgm:presLayoutVars>
          <dgm:dir/>
          <dgm:resizeHandles val="exact"/>
        </dgm:presLayoutVars>
      </dgm:prSet>
      <dgm:spPr/>
    </dgm:pt>
    <dgm:pt modelId="{1A3F245C-2C4B-4AE1-B8A1-1359194DB176}" type="pres">
      <dgm:prSet presAssocID="{E7CC7EB8-4841-4CDB-B06E-53B19E60D8F1}" presName="Composite" presStyleCnt="0"/>
      <dgm:spPr/>
    </dgm:pt>
    <dgm:pt modelId="{6D13CFA4-E493-4FD0-A1F0-DC14E88425A8}" type="pres">
      <dgm:prSet presAssocID="{E7CC7EB8-4841-4CDB-B06E-53B19E60D8F1}" presName="Picture"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l="15893" r="17353" b="-5"/>
          <a:stretch/>
        </a:blipFill>
      </dgm:spPr>
      <dgm:extLst>
        <a:ext uri="{E40237B7-FDA0-4F09-8148-C483321AD2D9}">
          <dgm14:cNvPr xmlns:dgm14="http://schemas.microsoft.com/office/drawing/2010/diagram" id="0" name="" descr="Traje de negocios con iconos empresariales"/>
        </a:ext>
      </dgm:extLst>
    </dgm:pt>
    <dgm:pt modelId="{5B04E43E-AD38-4E6C-8E5E-19DC7C8E775F}" type="pres">
      <dgm:prSet presAssocID="{E7CC7EB8-4841-4CDB-B06E-53B19E60D8F1}" presName="Subtitle" presStyleLbl="revTx" presStyleIdx="0" presStyleCnt="6">
        <dgm:presLayoutVars>
          <dgm:chMax val="0"/>
          <dgm:bulletEnabled/>
        </dgm:presLayoutVars>
      </dgm:prSet>
      <dgm:spPr/>
    </dgm:pt>
    <dgm:pt modelId="{4A847C64-DAD1-4F41-8D11-E8453E383104}" type="pres">
      <dgm:prSet presAssocID="{E7CC7EB8-4841-4CDB-B06E-53B19E60D8F1}" presName="Description" presStyleLbl="revTx" presStyleIdx="1" presStyleCnt="6">
        <dgm:presLayoutVars>
          <dgm:bulletEnabled/>
        </dgm:presLayoutVars>
      </dgm:prSet>
      <dgm:spPr/>
    </dgm:pt>
    <dgm:pt modelId="{DED08AA7-DE3C-430C-B1D6-20DA4B09896D}" type="pres">
      <dgm:prSet presAssocID="{36EA2E65-BF9A-4213-A60D-20D60EF93B83}" presName="sibTrans" presStyleLbl="sibTrans2D1" presStyleIdx="0" presStyleCnt="0"/>
      <dgm:spPr/>
    </dgm:pt>
    <dgm:pt modelId="{DF08DCB9-EAEA-4B2A-9AD6-88B038D257CE}" type="pres">
      <dgm:prSet presAssocID="{D04B9264-E164-46D8-B6CB-710D7B917155}" presName="Composite" presStyleCnt="0"/>
      <dgm:spPr/>
    </dgm:pt>
    <dgm:pt modelId="{FF3C9787-1D5C-4D9C-AA08-390E4D8CEBE8}" type="pres">
      <dgm:prSet presAssocID="{D04B9264-E164-46D8-B6CB-710D7B917155}" presName="Picture"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l="32026" r="1220" b="-5"/>
          <a:stretch/>
        </a:blipFill>
      </dgm:spPr>
      <dgm:extLst>
        <a:ext uri="{E40237B7-FDA0-4F09-8148-C483321AD2D9}">
          <dgm14:cNvPr xmlns:dgm14="http://schemas.microsoft.com/office/drawing/2010/diagram" id="0" name="" descr="Banca online Banca electrónica teléfono móvil"/>
        </a:ext>
      </dgm:extLst>
    </dgm:pt>
    <dgm:pt modelId="{116AED00-2991-469E-AEA3-B43A3D8AC53E}" type="pres">
      <dgm:prSet presAssocID="{D04B9264-E164-46D8-B6CB-710D7B917155}" presName="Subtitle" presStyleLbl="revTx" presStyleIdx="2" presStyleCnt="6">
        <dgm:presLayoutVars>
          <dgm:chMax val="0"/>
          <dgm:bulletEnabled/>
        </dgm:presLayoutVars>
      </dgm:prSet>
      <dgm:spPr/>
    </dgm:pt>
    <dgm:pt modelId="{546C2780-98E7-4E8E-8C68-BD6C2BE6DAEA}" type="pres">
      <dgm:prSet presAssocID="{D04B9264-E164-46D8-B6CB-710D7B917155}" presName="Description" presStyleLbl="revTx" presStyleIdx="3" presStyleCnt="6">
        <dgm:presLayoutVars>
          <dgm:bulletEnabled/>
        </dgm:presLayoutVars>
      </dgm:prSet>
      <dgm:spPr/>
    </dgm:pt>
    <dgm:pt modelId="{6D3C508A-FF2C-43B2-B43E-7CFB283A3266}" type="pres">
      <dgm:prSet presAssocID="{0B754F0A-6138-4850-BA50-1382E24B9C89}" presName="sibTrans" presStyleLbl="sibTrans2D1" presStyleIdx="0" presStyleCnt="0"/>
      <dgm:spPr/>
    </dgm:pt>
    <dgm:pt modelId="{40B9ED22-5158-41C4-819B-59F7B5E49D7A}" type="pres">
      <dgm:prSet presAssocID="{A1E02DE8-0F51-43C2-92AB-D33F236683E3}" presName="Composite" presStyleCnt="0"/>
      <dgm:spPr/>
    </dgm:pt>
    <dgm:pt modelId="{79A67934-ED96-4AFF-BFA7-78AEE06776B3}" type="pres">
      <dgm:prSet presAssocID="{A1E02DE8-0F51-43C2-92AB-D33F236683E3}" presName="Picture"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l="11009" r="22238" b="-5"/>
          <a:stretch/>
        </a:blipFill>
      </dgm:spPr>
      <dgm:extLst>
        <a:ext uri="{E40237B7-FDA0-4F09-8148-C483321AD2D9}">
          <dgm14:cNvPr xmlns:dgm14="http://schemas.microsoft.com/office/drawing/2010/diagram" id="0" name="" descr="Gráfico de crecimiento 2023 con flechas que se mueven hacia arriba y el objetivo de Bull's eye y la plataforma del pedestal sobre el fondo de colores"/>
        </a:ext>
      </dgm:extLst>
    </dgm:pt>
    <dgm:pt modelId="{AC0F39E0-08CB-41FF-A066-54091617C7B9}" type="pres">
      <dgm:prSet presAssocID="{A1E02DE8-0F51-43C2-92AB-D33F236683E3}" presName="Subtitle" presStyleLbl="revTx" presStyleIdx="4" presStyleCnt="6">
        <dgm:presLayoutVars>
          <dgm:chMax val="0"/>
          <dgm:bulletEnabled/>
        </dgm:presLayoutVars>
      </dgm:prSet>
      <dgm:spPr/>
    </dgm:pt>
    <dgm:pt modelId="{1A57F516-B231-4A25-A6C6-AF479EDE6AF4}" type="pres">
      <dgm:prSet presAssocID="{A1E02DE8-0F51-43C2-92AB-D33F236683E3}" presName="Description" presStyleLbl="revTx" presStyleIdx="5" presStyleCnt="6">
        <dgm:presLayoutVars>
          <dgm:bulletEnabled/>
        </dgm:presLayoutVars>
      </dgm:prSet>
      <dgm:spPr/>
    </dgm:pt>
  </dgm:ptLst>
  <dgm:cxnLst>
    <dgm:cxn modelId="{C0D52B09-E676-4E97-8925-3FD8BF7DDCBC}" type="presOf" srcId="{E7CC7EB8-4841-4CDB-B06E-53B19E60D8F1}" destId="{5B04E43E-AD38-4E6C-8E5E-19DC7C8E775F}" srcOrd="0" destOrd="0" presId="urn:microsoft.com/office/officeart/2024/3/layout/verticalVisualTextBlock1"/>
    <dgm:cxn modelId="{D6EE960C-E657-41D3-8121-211E3A52827E}" type="presOf" srcId="{070B984C-099E-459F-8599-A39326C9A81F}" destId="{1A57F516-B231-4A25-A6C6-AF479EDE6AF4}" srcOrd="0" destOrd="0" presId="urn:microsoft.com/office/officeart/2024/3/layout/verticalVisualTextBlock1"/>
    <dgm:cxn modelId="{DD9F3C23-1079-42EB-93AE-A032C3A45DC6}" srcId="{F8BA05DA-40FD-4128-9543-1C293F7F8885}" destId="{D04B9264-E164-46D8-B6CB-710D7B917155}" srcOrd="1" destOrd="0" parTransId="{F0F1C1CD-6FFB-4177-BF25-036534AF364D}" sibTransId="{0B754F0A-6138-4850-BA50-1382E24B9C89}"/>
    <dgm:cxn modelId="{71313829-1709-4B73-B020-78B50AF28C20}" type="presOf" srcId="{D04B9264-E164-46D8-B6CB-710D7B917155}" destId="{116AED00-2991-469E-AEA3-B43A3D8AC53E}" srcOrd="0" destOrd="0" presId="urn:microsoft.com/office/officeart/2024/3/layout/verticalVisualTextBlock1"/>
    <dgm:cxn modelId="{2CEF4D36-5791-4D6E-BF42-948218A9E58B}" srcId="{F8BA05DA-40FD-4128-9543-1C293F7F8885}" destId="{E7CC7EB8-4841-4CDB-B06E-53B19E60D8F1}" srcOrd="0" destOrd="0" parTransId="{47F28F15-DADF-4425-9B87-A0E143C88987}" sibTransId="{36EA2E65-BF9A-4213-A60D-20D60EF93B83}"/>
    <dgm:cxn modelId="{1E0B733A-B91F-4573-AFE4-6465989DDA98}" srcId="{A1E02DE8-0F51-43C2-92AB-D33F236683E3}" destId="{070B984C-099E-459F-8599-A39326C9A81F}" srcOrd="0" destOrd="0" parTransId="{E9AAD74C-C347-43D9-8E31-6392B8E300CF}" sibTransId="{AE823853-89BA-4913-9B6E-E05269804DC2}"/>
    <dgm:cxn modelId="{1645A13C-6BE0-42F2-BF1D-6D105DCA99CA}" type="presOf" srcId="{36EA2E65-BF9A-4213-A60D-20D60EF93B83}" destId="{DED08AA7-DE3C-430C-B1D6-20DA4B09896D}" srcOrd="0" destOrd="0" presId="urn:microsoft.com/office/officeart/2024/3/layout/verticalVisualTextBlock1"/>
    <dgm:cxn modelId="{1356B841-7590-4884-8226-39762DB3E4F9}" type="presOf" srcId="{E5D7CF9B-3CE1-4057-B434-56CBE57FC845}" destId="{546C2780-98E7-4E8E-8C68-BD6C2BE6DAEA}" srcOrd="0" destOrd="0" presId="urn:microsoft.com/office/officeart/2024/3/layout/verticalVisualTextBlock1"/>
    <dgm:cxn modelId="{8E939262-B009-408E-B530-81A970636E5F}" srcId="{E7CC7EB8-4841-4CDB-B06E-53B19E60D8F1}" destId="{E7787494-E750-49B6-82DC-16265EF2DAC1}" srcOrd="0" destOrd="0" parTransId="{5D015D10-5C29-4603-9814-BC1896BB8750}" sibTransId="{46FF38A7-A67A-4CCF-BE42-FE60066B2CE2}"/>
    <dgm:cxn modelId="{367CEB71-02F6-4640-8860-A36F1629B0C2}" type="presOf" srcId="{A1E02DE8-0F51-43C2-92AB-D33F236683E3}" destId="{AC0F39E0-08CB-41FF-A066-54091617C7B9}" srcOrd="0" destOrd="0" presId="urn:microsoft.com/office/officeart/2024/3/layout/verticalVisualTextBlock1"/>
    <dgm:cxn modelId="{3CDF9C8B-5C41-4C68-9824-6027F236B507}" type="presOf" srcId="{0B754F0A-6138-4850-BA50-1382E24B9C89}" destId="{6D3C508A-FF2C-43B2-B43E-7CFB283A3266}" srcOrd="0" destOrd="0" presId="urn:microsoft.com/office/officeart/2024/3/layout/verticalVisualTextBlock1"/>
    <dgm:cxn modelId="{B7336795-951F-449B-998B-7DBCD278AD42}" type="presOf" srcId="{E7787494-E750-49B6-82DC-16265EF2DAC1}" destId="{4A847C64-DAD1-4F41-8D11-E8453E383104}" srcOrd="0" destOrd="0" presId="urn:microsoft.com/office/officeart/2024/3/layout/verticalVisualTextBlock1"/>
    <dgm:cxn modelId="{A3CBCEDF-FF85-4A41-A462-69A725CEF860}" srcId="{F8BA05DA-40FD-4128-9543-1C293F7F8885}" destId="{A1E02DE8-0F51-43C2-92AB-D33F236683E3}" srcOrd="2" destOrd="0" parTransId="{6352AA1B-D771-4E39-8C28-A539C086A6B3}" sibTransId="{31498A96-F22D-4AE0-8D8A-4398926C1A13}"/>
    <dgm:cxn modelId="{9E74E1E4-EDFE-4388-84E9-46B27ED1CDEA}" type="presOf" srcId="{F8BA05DA-40FD-4128-9543-1C293F7F8885}" destId="{038F12B1-71F0-4072-91BB-45D888D541C9}" srcOrd="0" destOrd="0" presId="urn:microsoft.com/office/officeart/2024/3/layout/verticalVisualTextBlock1"/>
    <dgm:cxn modelId="{C2098CEB-274D-4212-8FC9-BDF7E3D7C5BF}" srcId="{D04B9264-E164-46D8-B6CB-710D7B917155}" destId="{E5D7CF9B-3CE1-4057-B434-56CBE57FC845}" srcOrd="0" destOrd="0" parTransId="{AD9D9B90-BA57-43A6-B9E0-76520B79D86F}" sibTransId="{B9ED7A6A-76F8-4B52-9BFF-A14DF9A48390}"/>
    <dgm:cxn modelId="{423E5071-58B9-46DF-B1E9-6B91929553D5}" type="presParOf" srcId="{038F12B1-71F0-4072-91BB-45D888D541C9}" destId="{1A3F245C-2C4B-4AE1-B8A1-1359194DB176}" srcOrd="0" destOrd="0" presId="urn:microsoft.com/office/officeart/2024/3/layout/verticalVisualTextBlock1"/>
    <dgm:cxn modelId="{CE531C96-E198-4D2B-8369-4BD5CB87BC24}" type="presParOf" srcId="{1A3F245C-2C4B-4AE1-B8A1-1359194DB176}" destId="{6D13CFA4-E493-4FD0-A1F0-DC14E88425A8}" srcOrd="0" destOrd="0" presId="urn:microsoft.com/office/officeart/2024/3/layout/verticalVisualTextBlock1"/>
    <dgm:cxn modelId="{F8A892D1-893B-48B8-BE99-576A380873D3}" type="presParOf" srcId="{1A3F245C-2C4B-4AE1-B8A1-1359194DB176}" destId="{5B04E43E-AD38-4E6C-8E5E-19DC7C8E775F}" srcOrd="1" destOrd="0" presId="urn:microsoft.com/office/officeart/2024/3/layout/verticalVisualTextBlock1"/>
    <dgm:cxn modelId="{7A17DB13-EB05-4461-B681-4C6BB4B13F63}" type="presParOf" srcId="{1A3F245C-2C4B-4AE1-B8A1-1359194DB176}" destId="{4A847C64-DAD1-4F41-8D11-E8453E383104}" srcOrd="2" destOrd="0" presId="urn:microsoft.com/office/officeart/2024/3/layout/verticalVisualTextBlock1"/>
    <dgm:cxn modelId="{58FD5111-A3E0-4E13-BE6D-45514F6F9B0D}" type="presParOf" srcId="{038F12B1-71F0-4072-91BB-45D888D541C9}" destId="{DED08AA7-DE3C-430C-B1D6-20DA4B09896D}" srcOrd="1" destOrd="0" presId="urn:microsoft.com/office/officeart/2024/3/layout/verticalVisualTextBlock1"/>
    <dgm:cxn modelId="{D34F7716-6226-4769-B213-3AC1A07A10E0}" type="presParOf" srcId="{038F12B1-71F0-4072-91BB-45D888D541C9}" destId="{DF08DCB9-EAEA-4B2A-9AD6-88B038D257CE}" srcOrd="2" destOrd="0" presId="urn:microsoft.com/office/officeart/2024/3/layout/verticalVisualTextBlock1"/>
    <dgm:cxn modelId="{8DF0EF6C-6619-49AA-85CD-3F78E3F3BAF6}" type="presParOf" srcId="{DF08DCB9-EAEA-4B2A-9AD6-88B038D257CE}" destId="{FF3C9787-1D5C-4D9C-AA08-390E4D8CEBE8}" srcOrd="0" destOrd="0" presId="urn:microsoft.com/office/officeart/2024/3/layout/verticalVisualTextBlock1"/>
    <dgm:cxn modelId="{0EA985DB-EF00-4AE2-874A-631D62088EC1}" type="presParOf" srcId="{DF08DCB9-EAEA-4B2A-9AD6-88B038D257CE}" destId="{116AED00-2991-469E-AEA3-B43A3D8AC53E}" srcOrd="1" destOrd="0" presId="urn:microsoft.com/office/officeart/2024/3/layout/verticalVisualTextBlock1"/>
    <dgm:cxn modelId="{65D08DF6-04AB-468C-A612-0CBF590BFA61}" type="presParOf" srcId="{DF08DCB9-EAEA-4B2A-9AD6-88B038D257CE}" destId="{546C2780-98E7-4E8E-8C68-BD6C2BE6DAEA}" srcOrd="2" destOrd="0" presId="urn:microsoft.com/office/officeart/2024/3/layout/verticalVisualTextBlock1"/>
    <dgm:cxn modelId="{0DA518AE-EAE0-48A9-B77D-0098E3D55632}" type="presParOf" srcId="{038F12B1-71F0-4072-91BB-45D888D541C9}" destId="{6D3C508A-FF2C-43B2-B43E-7CFB283A3266}" srcOrd="3" destOrd="0" presId="urn:microsoft.com/office/officeart/2024/3/layout/verticalVisualTextBlock1"/>
    <dgm:cxn modelId="{E0A37EF0-706D-4678-9372-E1E9A3ECD92A}" type="presParOf" srcId="{038F12B1-71F0-4072-91BB-45D888D541C9}" destId="{40B9ED22-5158-41C4-819B-59F7B5E49D7A}" srcOrd="4" destOrd="0" presId="urn:microsoft.com/office/officeart/2024/3/layout/verticalVisualTextBlock1"/>
    <dgm:cxn modelId="{83367F94-EC5F-4273-9856-4E4D3F236B1F}" type="presParOf" srcId="{40B9ED22-5158-41C4-819B-59F7B5E49D7A}" destId="{79A67934-ED96-4AFF-BFA7-78AEE06776B3}" srcOrd="0" destOrd="0" presId="urn:microsoft.com/office/officeart/2024/3/layout/verticalVisualTextBlock1"/>
    <dgm:cxn modelId="{452F0E24-3845-4F1A-8E00-D159A512258D}" type="presParOf" srcId="{40B9ED22-5158-41C4-819B-59F7B5E49D7A}" destId="{AC0F39E0-08CB-41FF-A066-54091617C7B9}" srcOrd="1" destOrd="0" presId="urn:microsoft.com/office/officeart/2024/3/layout/verticalVisualTextBlock1"/>
    <dgm:cxn modelId="{F2FDDED4-76A6-441D-894E-B176E4B49414}" type="presParOf" srcId="{40B9ED22-5158-41C4-819B-59F7B5E49D7A}" destId="{1A57F516-B231-4A25-A6C6-AF479EDE6AF4}"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D13CFA4-E493-4FD0-A1F0-DC14E88425A8}">
      <dsp:nvSpPr>
        <dsp:cNvPr id="0" name=""/>
        <dsp:cNvSpPr/>
      </dsp:nvSpPr>
      <dsp:spPr>
        <a:xfrm>
          <a:off x="0" y="0"/>
          <a:ext cx="1711294" cy="1711294"/>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l="15893" r="17353" b="-5"/>
          <a:stretch/>
        </a:blipFill>
        <a:ln>
          <a:noFill/>
        </a:ln>
        <a:effectLst/>
      </dsp:spPr>
      <dsp:style>
        <a:lnRef idx="0">
          <a:scrgbClr r="0" g="0" b="0"/>
        </a:lnRef>
        <a:fillRef idx="3">
          <a:scrgbClr r="0" g="0" b="0"/>
        </a:fillRef>
        <a:effectRef idx="2">
          <a:scrgbClr r="0" g="0" b="0"/>
        </a:effectRef>
        <a:fontRef idx="minor">
          <a:schemeClr val="lt1"/>
        </a:fontRef>
      </dsp:style>
    </dsp:sp>
    <dsp:sp modelId="{5B04E43E-AD38-4E6C-8E5E-19DC7C8E775F}">
      <dsp:nvSpPr>
        <dsp:cNvPr id="0" name=""/>
        <dsp:cNvSpPr/>
      </dsp:nvSpPr>
      <dsp:spPr>
        <a:xfrm>
          <a:off x="1891294" y="0"/>
          <a:ext cx="10032914" cy="4112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Criterios de Priorización</a:t>
          </a:r>
        </a:p>
      </dsp:txBody>
      <dsp:txXfrm>
        <a:off x="1891294" y="0"/>
        <a:ext cx="10032914" cy="411256"/>
      </dsp:txXfrm>
    </dsp:sp>
    <dsp:sp modelId="{4A847C64-DAD1-4F41-8D11-E8453E383104}">
      <dsp:nvSpPr>
        <dsp:cNvPr id="0" name=""/>
        <dsp:cNvSpPr/>
      </dsp:nvSpPr>
      <dsp:spPr>
        <a:xfrm>
          <a:off x="1891294" y="411256"/>
          <a:ext cx="10032914" cy="13000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La priorización se basa en oportunidad, capacidad interna y urgencia del cliente para una entrada efectiva al mercado.</a:t>
          </a:r>
        </a:p>
      </dsp:txBody>
      <dsp:txXfrm>
        <a:off x="1891294" y="411256"/>
        <a:ext cx="10032914" cy="1300037"/>
      </dsp:txXfrm>
    </dsp:sp>
    <dsp:sp modelId="{FF3C9787-1D5C-4D9C-AA08-390E4D8CEBE8}">
      <dsp:nvSpPr>
        <dsp:cNvPr id="0" name=""/>
        <dsp:cNvSpPr/>
      </dsp:nvSpPr>
      <dsp:spPr>
        <a:xfrm>
          <a:off x="0" y="1848197"/>
          <a:ext cx="1711294" cy="1711294"/>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l="32026" r="1220" b="-5"/>
          <a:stretch/>
        </a:blipFill>
        <a:ln>
          <a:noFill/>
        </a:ln>
        <a:effectLst/>
      </dsp:spPr>
      <dsp:style>
        <a:lnRef idx="0">
          <a:scrgbClr r="0" g="0" b="0"/>
        </a:lnRef>
        <a:fillRef idx="3">
          <a:scrgbClr r="0" g="0" b="0"/>
        </a:fillRef>
        <a:effectRef idx="2">
          <a:scrgbClr r="0" g="0" b="0"/>
        </a:effectRef>
        <a:fontRef idx="minor">
          <a:schemeClr val="lt1"/>
        </a:fontRef>
      </dsp:style>
    </dsp:sp>
    <dsp:sp modelId="{116AED00-2991-469E-AEA3-B43A3D8AC53E}">
      <dsp:nvSpPr>
        <dsp:cNvPr id="0" name=""/>
        <dsp:cNvSpPr/>
      </dsp:nvSpPr>
      <dsp:spPr>
        <a:xfrm>
          <a:off x="1891294" y="1848197"/>
          <a:ext cx="10032914" cy="4112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Sectores Clave a Priorizar</a:t>
          </a:r>
        </a:p>
      </dsp:txBody>
      <dsp:txXfrm>
        <a:off x="1891294" y="1848197"/>
        <a:ext cx="10032914" cy="411256"/>
      </dsp:txXfrm>
    </dsp:sp>
    <dsp:sp modelId="{546C2780-98E7-4E8E-8C68-BD6C2BE6DAEA}">
      <dsp:nvSpPr>
        <dsp:cNvPr id="0" name=""/>
        <dsp:cNvSpPr/>
      </dsp:nvSpPr>
      <dsp:spPr>
        <a:xfrm>
          <a:off x="1891294" y="2259454"/>
          <a:ext cx="10032914" cy="13000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Sector bancario es prioridad por regulación e IA, seguido de utilities y empresas medianas por su potencial y necesidades.</a:t>
          </a:r>
        </a:p>
      </dsp:txBody>
      <dsp:txXfrm>
        <a:off x="1891294" y="2259454"/>
        <a:ext cx="10032914" cy="1300037"/>
      </dsp:txXfrm>
    </dsp:sp>
    <dsp:sp modelId="{79A67934-ED96-4AFF-BFA7-78AEE06776B3}">
      <dsp:nvSpPr>
        <dsp:cNvPr id="0" name=""/>
        <dsp:cNvSpPr/>
      </dsp:nvSpPr>
      <dsp:spPr>
        <a:xfrm>
          <a:off x="0" y="3696395"/>
          <a:ext cx="1711294" cy="1711294"/>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l="11009" r="22238" b="-5"/>
          <a:stretch/>
        </a:blipFill>
        <a:ln>
          <a:noFill/>
        </a:ln>
        <a:effectLst/>
      </dsp:spPr>
      <dsp:style>
        <a:lnRef idx="0">
          <a:scrgbClr r="0" g="0" b="0"/>
        </a:lnRef>
        <a:fillRef idx="3">
          <a:scrgbClr r="0" g="0" b="0"/>
        </a:fillRef>
        <a:effectRef idx="2">
          <a:scrgbClr r="0" g="0" b="0"/>
        </a:effectRef>
        <a:fontRef idx="minor">
          <a:schemeClr val="lt1"/>
        </a:fontRef>
      </dsp:style>
    </dsp:sp>
    <dsp:sp modelId="{AC0F39E0-08CB-41FF-A066-54091617C7B9}">
      <dsp:nvSpPr>
        <dsp:cNvPr id="0" name=""/>
        <dsp:cNvSpPr/>
      </dsp:nvSpPr>
      <dsp:spPr>
        <a:xfrm>
          <a:off x="1891294" y="3696395"/>
          <a:ext cx="10032914" cy="4112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Estrategia de Entrada y Escalamiento</a:t>
          </a:r>
        </a:p>
      </dsp:txBody>
      <dsp:txXfrm>
        <a:off x="1891294" y="3696395"/>
        <a:ext cx="10032914" cy="411256"/>
      </dsp:txXfrm>
    </dsp:sp>
    <dsp:sp modelId="{1A57F516-B231-4A25-A6C6-AF479EDE6AF4}">
      <dsp:nvSpPr>
        <dsp:cNvPr id="0" name=""/>
        <dsp:cNvSpPr/>
      </dsp:nvSpPr>
      <dsp:spPr>
        <a:xfrm>
          <a:off x="1891294" y="4107652"/>
          <a:ext cx="10032914" cy="13000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Empezar con quick wins para demostrar valor rápido y luego escalar con transformación basada en mejora continua.</a:t>
          </a:r>
        </a:p>
      </dsp:txBody>
      <dsp:txXfrm>
        <a:off x="1891294" y="4107652"/>
        <a:ext cx="10032914" cy="1300037"/>
      </dsp:txXfrm>
    </dsp:sp>
  </dsp:spTree>
</dsp:drawing>
</file>

<file path=ppt/diagrams/layout1.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EB1B02-3E0D-4534-8939-C81B26ABA0BF}" type="datetimeFigureOut">
              <a:t>08/07/2026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CA8165-19A6-4124-9053-2514EFD83395}" type="slidenum">
              <a:t>‹Nº›</a:t>
            </a:fld>
            <a:endParaRPr lang="en-US"/>
          </a:p>
        </p:txBody>
      </p:sp>
    </p:spTree>
    <p:extLst>
      <p:ext uri="{BB962C8B-B14F-4D97-AF65-F5344CB8AC3E}">
        <p14:creationId xmlns:p14="http://schemas.microsoft.com/office/powerpoint/2010/main" val="1053388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El contenido generado por IA puede ser incorrecto.
---
</a:t>
            </a:r>
          </a:p>
        </p:txBody>
      </p:sp>
      <p:sp>
        <p:nvSpPr>
          <p:cNvPr id="4" name="Slide Number Placeholder 3"/>
          <p:cNvSpPr>
            <a:spLocks noGrp="1"/>
          </p:cNvSpPr>
          <p:nvPr>
            <p:ph type="sldNum" sz="quarter" idx="5"/>
          </p:nvPr>
        </p:nvSpPr>
        <p:spPr/>
        <p:txBody>
          <a:bodyPr/>
          <a:lstStyle/>
          <a:p>
            <a:fld id="{D3D60B38-B46C-44ED-8579-9BE01285C7CB}" type="slidenum">
              <a:t>1</a:t>
            </a:fld>
            <a:endParaRPr lang="en-US"/>
          </a:p>
        </p:txBody>
      </p:sp>
    </p:spTree>
    <p:extLst>
      <p:ext uri="{BB962C8B-B14F-4D97-AF65-F5344CB8AC3E}">
        <p14:creationId xmlns:p14="http://schemas.microsoft.com/office/powerpoint/2010/main" val="34126373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Segmentos de mercado priorizados</a:t>
            </a:r>
          </a:p>
        </p:txBody>
      </p:sp>
      <p:sp>
        <p:nvSpPr>
          <p:cNvPr id="4" name="Slide Number Placeholder 3"/>
          <p:cNvSpPr>
            <a:spLocks noGrp="1"/>
          </p:cNvSpPr>
          <p:nvPr>
            <p:ph type="sldNum" sz="quarter" idx="5"/>
          </p:nvPr>
        </p:nvSpPr>
        <p:spPr/>
        <p:txBody>
          <a:bodyPr/>
          <a:lstStyle/>
          <a:p>
            <a:fld id="{D3D60B38-B46C-44ED-8579-9BE01285C7CB}" type="slidenum">
              <a:t>2</a:t>
            </a:fld>
            <a:endParaRPr lang="en-US"/>
          </a:p>
        </p:txBody>
      </p:sp>
    </p:spTree>
    <p:extLst>
      <p:ext uri="{BB962C8B-B14F-4D97-AF65-F5344CB8AC3E}">
        <p14:creationId xmlns:p14="http://schemas.microsoft.com/office/powerpoint/2010/main" val="944472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La segmentación del mercado en el contexto de una Mesa de Servicio de Nueva Generación es un paso fundamental para transformar un análisis general en una estrategia accionable. En lugar de abordar el mercado ITSM como un bloque homogéneo, es necesario identificar segmentos específicos con características, necesidades y niveles de madurez diferentes. En este caso se destacan cuatro segmentos clave: banca, utilities, empresas medianas y salud. El sector bancario se posiciona como la prioridad estratégica debido a su alto nivel de regulación, adopción avanzada de inteligencia artificial y presión constante por cumplimiento normativo y continuidad operativa. Esto lo convierte en un segmento con alta disposición a invertir en soluciones avanzadas y diferenciadas. Por otro lado, el sector de utilities presenta una operación crítica 24/7, lo que genera una gran oportunidad para introducir capacidades como AIOps y observabilidad predictiva. En el caso de las empresas medianas, el principal reto es el alto nivel de deuda técnica y baja madurez en sus modelos de operación, lo que abre oportunidades para servicios de modernización con impacto rápido y visible. Finalmente, el sector salud enfrenta retos asociados a cumplimiento normativo, protección de datos y continuidad de servicios, lo que exige soluciones estandarizadas y trazables. Esta segmentación permite priorizar esfuerzos comerciales, diseñar propuestas de valor diferenciadas por segmento y maximizar el retorno de inversión en iniciativas de mercado.</a:t>
            </a:r>
          </a:p>
        </p:txBody>
      </p:sp>
      <p:sp>
        <p:nvSpPr>
          <p:cNvPr id="4" name="Slide Number Placeholder 3"/>
          <p:cNvSpPr>
            <a:spLocks noGrp="1"/>
          </p:cNvSpPr>
          <p:nvPr>
            <p:ph type="sldNum" sz="quarter" idx="5"/>
          </p:nvPr>
        </p:nvSpPr>
        <p:spPr/>
        <p:txBody>
          <a:bodyPr/>
          <a:lstStyle/>
          <a:p>
            <a:fld id="{D3D60B38-B46C-44ED-8579-9BE01285C7CB}" type="slidenum">
              <a:t>3</a:t>
            </a:fld>
            <a:endParaRPr lang="en-US"/>
          </a:p>
        </p:txBody>
      </p:sp>
    </p:spTree>
    <p:extLst>
      <p:ext uri="{BB962C8B-B14F-4D97-AF65-F5344CB8AC3E}">
        <p14:creationId xmlns:p14="http://schemas.microsoft.com/office/powerpoint/2010/main" val="13508715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Mapa competitivo del mercado ITSM</a:t>
            </a:r>
          </a:p>
        </p:txBody>
      </p:sp>
      <p:sp>
        <p:nvSpPr>
          <p:cNvPr id="4" name="Slide Number Placeholder 3"/>
          <p:cNvSpPr>
            <a:spLocks noGrp="1"/>
          </p:cNvSpPr>
          <p:nvPr>
            <p:ph type="sldNum" sz="quarter" idx="5"/>
          </p:nvPr>
        </p:nvSpPr>
        <p:spPr/>
        <p:txBody>
          <a:bodyPr/>
          <a:lstStyle/>
          <a:p>
            <a:fld id="{D3D60B38-B46C-44ED-8579-9BE01285C7CB}" type="slidenum">
              <a:t>4</a:t>
            </a:fld>
            <a:endParaRPr lang="en-US"/>
          </a:p>
        </p:txBody>
      </p:sp>
    </p:spTree>
    <p:extLst>
      <p:ext uri="{BB962C8B-B14F-4D97-AF65-F5344CB8AC3E}">
        <p14:creationId xmlns:p14="http://schemas.microsoft.com/office/powerpoint/2010/main" val="33023953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El análisis competitivo en el mercado ITSM debe ir más allá de identificar nombres de competidores, y enfocarse en entender qué tipo de valor ofrece cada uno y dónde se encuentran sus debilidades estructurales. En este contexto, se pueden clasificar los competidores en cuatro grandes categorías: plataformas, proveedores locales, consultoras globales y la propuesta diferenciadora propia. Las plataformas como ServiceNow, BMC o Freshworks dominan el mercado desde una perspectiva tecnológica, ofreciendo herramientas robustas, pero su enfoque principal es vender software, no operar servicios integrales. Los proveedores locales como Aranda tienen presencia relevante en mercados específicos, pero presentan limitaciones en términos de innovación en inteligencia artificial y evolución del modelo operativo. Las grandes consultoras como Accenture o TCS ofrecen transformación digital integral, pero sus servicios suelen ser costosos y menos accesibles para ciertos segmentos del mercado. En este contexto surge una oportunidad clara para una propuesta como la de PersonalSoft, que combina servicio, modelo operativo y capacidades de inteligencia artificial en un enfoque integrado. Esto permite posicionarse no solo como un proveedor tecnológico, sino como un socio estratégico en la evolución de la operación de servicios. Este mapa competitivo permite identificar espacios de diferenciación y definir una estrategia clara frente a cada tipo de competidor.</a:t>
            </a:r>
          </a:p>
        </p:txBody>
      </p:sp>
      <p:sp>
        <p:nvSpPr>
          <p:cNvPr id="4" name="Slide Number Placeholder 3"/>
          <p:cNvSpPr>
            <a:spLocks noGrp="1"/>
          </p:cNvSpPr>
          <p:nvPr>
            <p:ph type="sldNum" sz="quarter" idx="5"/>
          </p:nvPr>
        </p:nvSpPr>
        <p:spPr/>
        <p:txBody>
          <a:bodyPr/>
          <a:lstStyle/>
          <a:p>
            <a:fld id="{D3D60B38-B46C-44ED-8579-9BE01285C7CB}" type="slidenum">
              <a:t>5</a:t>
            </a:fld>
            <a:endParaRPr lang="en-US"/>
          </a:p>
        </p:txBody>
      </p:sp>
    </p:spTree>
    <p:extLst>
      <p:ext uri="{BB962C8B-B14F-4D97-AF65-F5344CB8AC3E}">
        <p14:creationId xmlns:p14="http://schemas.microsoft.com/office/powerpoint/2010/main" val="21717703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Brechas del mercado y oportunidades</a:t>
            </a:r>
          </a:p>
        </p:txBody>
      </p:sp>
      <p:sp>
        <p:nvSpPr>
          <p:cNvPr id="4" name="Slide Number Placeholder 3"/>
          <p:cNvSpPr>
            <a:spLocks noGrp="1"/>
          </p:cNvSpPr>
          <p:nvPr>
            <p:ph type="sldNum" sz="quarter" idx="5"/>
          </p:nvPr>
        </p:nvSpPr>
        <p:spPr/>
        <p:txBody>
          <a:bodyPr/>
          <a:lstStyle/>
          <a:p>
            <a:fld id="{D3D60B38-B46C-44ED-8579-9BE01285C7CB}" type="slidenum">
              <a:t>6</a:t>
            </a:fld>
            <a:endParaRPr lang="en-US"/>
          </a:p>
        </p:txBody>
      </p:sp>
    </p:spTree>
    <p:extLst>
      <p:ext uri="{BB962C8B-B14F-4D97-AF65-F5344CB8AC3E}">
        <p14:creationId xmlns:p14="http://schemas.microsoft.com/office/powerpoint/2010/main" val="33540845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Uno de los elementos más valiosos de un estudio de mercado avanzado es la identificación de brechas reales entre la oferta existente y las necesidades del mercado. En el caso del mercado ITSM, se observa que la mayoría de los proveedores han adoptado un discurso basado en “AI-first”, promoviendo el uso de inteligencia artificial como principal diferenciador. Sin embargo, al analizar en profundidad, se identifican varias limitaciones críticas. En primer lugar, existe una ausencia generalizada de modelos de madurez claros que permitan a los clientes entender su estado actual y su ruta de evolución. En segundo lugar, la gobernanza de la inteligencia artificial es un aspecto poco desarrollado, lo que genera riesgos operativos y limita la adopción efectiva de estas tecnologías. En tercer lugar, los modelos de pricing tradicionales no están alineados con resultados de negocio, sino con recursos o licencias, lo que dificulta demostrar valor tangible. Estas brechas revelan una oportunidad estratégica: ofrecer un framework operativo completo que integre modelo de madurez, gobierno de IA y alineación a resultados. Este enfoque permite no solo diferenciarse en el mercado, sino también posicionar la solución como un habilitador de valor continuo, más allá de una simple implementación tecnológica.</a:t>
            </a:r>
          </a:p>
        </p:txBody>
      </p:sp>
      <p:sp>
        <p:nvSpPr>
          <p:cNvPr id="4" name="Slide Number Placeholder 3"/>
          <p:cNvSpPr>
            <a:spLocks noGrp="1"/>
          </p:cNvSpPr>
          <p:nvPr>
            <p:ph type="sldNum" sz="quarter" idx="5"/>
          </p:nvPr>
        </p:nvSpPr>
        <p:spPr/>
        <p:txBody>
          <a:bodyPr/>
          <a:lstStyle/>
          <a:p>
            <a:fld id="{D3D60B38-B46C-44ED-8579-9BE01285C7CB}" type="slidenum">
              <a:t>7</a:t>
            </a:fld>
            <a:endParaRPr lang="en-US"/>
          </a:p>
        </p:txBody>
      </p:sp>
    </p:spTree>
    <p:extLst>
      <p:ext uri="{BB962C8B-B14F-4D97-AF65-F5344CB8AC3E}">
        <p14:creationId xmlns:p14="http://schemas.microsoft.com/office/powerpoint/2010/main" val="18844457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Priorización estratégica y plan de acción</a:t>
            </a:r>
          </a:p>
        </p:txBody>
      </p:sp>
      <p:sp>
        <p:nvSpPr>
          <p:cNvPr id="4" name="Slide Number Placeholder 3"/>
          <p:cNvSpPr>
            <a:spLocks noGrp="1"/>
          </p:cNvSpPr>
          <p:nvPr>
            <p:ph type="sldNum" sz="quarter" idx="5"/>
          </p:nvPr>
        </p:nvSpPr>
        <p:spPr/>
        <p:txBody>
          <a:bodyPr/>
          <a:lstStyle/>
          <a:p>
            <a:fld id="{D3D60B38-B46C-44ED-8579-9BE01285C7CB}" type="slidenum">
              <a:t>8</a:t>
            </a:fld>
            <a:endParaRPr lang="en-US"/>
          </a:p>
        </p:txBody>
      </p:sp>
    </p:spTree>
    <p:extLst>
      <p:ext uri="{BB962C8B-B14F-4D97-AF65-F5344CB8AC3E}">
        <p14:creationId xmlns:p14="http://schemas.microsoft.com/office/powerpoint/2010/main" val="14784684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La definición de una estrategia de entrada al mercado es el paso final para convertir el análisis en ejecución. En este caso, la priorización debe basarse en una combinación de oportunidad, capacidad interna y urgencia del cliente. El sector bancario se posiciona como el principal objetivo, debido a la presión regulatoria, la adopción avanzada de inteligencia artificial y la existencia de clientes actuales que pueden facilitar la expansión del servicio. Este segmento permite implementar casos de alto impacto que validen la propuesta de valor. En segundo lugar, el sector de utilities presenta un alto potencial debido a la criticidad de sus operaciones, donde capacidades como la observabilidad predictiva pueden generar beneficios inmediatos. En tercer lugar, las empresas medianas ofrecen una oportunidad de escala, ya que presentan problemas estructurales como la deuda técnica y requieren soluciones rápidas con impacto visible. La estrategia recomendada es entrar al mercado a través de “quick wins” que permitan demostrar valor rápidamente, para luego escalar hacia una transformación más profunda basada en modelo de madurez y mejora continua. Este enfoque no solo reduce el riesgo comercial, sino que también facilita la adopción progresiva de la solución y fortalece la relación con el cliente a largo plazo.</a:t>
            </a:r>
          </a:p>
        </p:txBody>
      </p:sp>
      <p:sp>
        <p:nvSpPr>
          <p:cNvPr id="4" name="Slide Number Placeholder 3"/>
          <p:cNvSpPr>
            <a:spLocks noGrp="1"/>
          </p:cNvSpPr>
          <p:nvPr>
            <p:ph type="sldNum" sz="quarter" idx="5"/>
          </p:nvPr>
        </p:nvSpPr>
        <p:spPr/>
        <p:txBody>
          <a:bodyPr/>
          <a:lstStyle/>
          <a:p>
            <a:fld id="{D3D60B38-B46C-44ED-8579-9BE01285C7CB}" type="slidenum">
              <a:t>9</a:t>
            </a:fld>
            <a:endParaRPr lang="en-US"/>
          </a:p>
        </p:txBody>
      </p:sp>
    </p:spTree>
    <p:extLst>
      <p:ext uri="{BB962C8B-B14F-4D97-AF65-F5344CB8AC3E}">
        <p14:creationId xmlns:p14="http://schemas.microsoft.com/office/powerpoint/2010/main" val="40726167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Master" Target="../slideMasters/slideMaster1.xml"/><Relationship Id="rId1" Type="http://schemas.openxmlformats.org/officeDocument/2006/relationships/themeOverride" Target="../theme/themeOverride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ítulo 1">
    <p:spTree>
      <p:nvGrpSpPr>
        <p:cNvPr id="1" name=""/>
        <p:cNvGrpSpPr/>
        <p:nvPr/>
      </p:nvGrpSpPr>
      <p:grpSpPr>
        <a:xfrm>
          <a:off x="0" y="0"/>
          <a:ext cx="0" cy="0"/>
          <a:chOff x="0" y="0"/>
          <a:chExt cx="0" cy="0"/>
        </a:xfrm>
      </p:grpSpPr>
      <p:sp>
        <p:nvSpPr>
          <p:cNvPr id="4" name="Marcador de fecha 3">
            <a:extLst>
              <a:ext uri="{FF2B5EF4-FFF2-40B4-BE49-F238E27FC236}">
                <a16:creationId xmlns:a16="http://schemas.microsoft.com/office/drawing/2014/main" id="{EAE2DAFA-435E-AAF9-8B67-495E5AFDCD91}"/>
              </a:ext>
            </a:extLst>
          </p:cNvPr>
          <p:cNvSpPr>
            <a:spLocks noGrp="1"/>
          </p:cNvSpPr>
          <p:nvPr>
            <p:ph type="dt" sz="half" idx="10"/>
          </p:nvPr>
        </p:nvSpPr>
        <p:spPr/>
        <p:txBody>
          <a:bodyPr rtlCol="0"/>
          <a:lstStyle/>
          <a:p>
            <a:pPr rtl="0"/>
            <a:r>
              <a:rPr lang="en-US"/>
              <a:t>24/2/2025</a:t>
            </a:r>
          </a:p>
        </p:txBody>
      </p:sp>
      <p:sp>
        <p:nvSpPr>
          <p:cNvPr id="5" name="Marcador de pie de página 4">
            <a:extLst>
              <a:ext uri="{FF2B5EF4-FFF2-40B4-BE49-F238E27FC236}">
                <a16:creationId xmlns:a16="http://schemas.microsoft.com/office/drawing/2014/main" id="{5B407A58-3351-E479-1A0C-2FF49FA42707}"/>
              </a:ext>
            </a:extLst>
          </p:cNvPr>
          <p:cNvSpPr>
            <a:spLocks noGrp="1"/>
          </p:cNvSpPr>
          <p:nvPr>
            <p:ph type="ftr" sz="quarter" idx="11"/>
          </p:nvPr>
        </p:nvSpPr>
        <p:spPr/>
        <p:txBody>
          <a:bodyPr rtlCol="0"/>
          <a:lstStyle/>
          <a:p>
            <a:pPr rtl="0"/>
            <a:r>
              <a:rPr lang="es"/>
              <a:t>Ejemplo de Texto de pie de página</a:t>
            </a:r>
          </a:p>
        </p:txBody>
      </p:sp>
      <p:sp>
        <p:nvSpPr>
          <p:cNvPr id="6" name="Marcador de número de diapositiva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rtlCol="0"/>
          <a:lstStyle/>
          <a:p>
            <a:pPr rtl="0"/>
            <a:fld id="{CC057153-B650-4DEB-B370-79DDCFDCE934}" type="slidenum">
              <a:rPr lang="en-US" smtClean="0"/>
              <a:t>‹Nº›</a:t>
            </a:fld>
            <a:endParaRPr lang="en-US"/>
          </a:p>
        </p:txBody>
      </p:sp>
      <p:sp>
        <p:nvSpPr>
          <p:cNvPr id="3" name="Subtítulo 2">
            <a:extLst>
              <a:ext uri="{FF2B5EF4-FFF2-40B4-BE49-F238E27FC236}">
                <a16:creationId xmlns:a16="http://schemas.microsoft.com/office/drawing/2014/main" id="{2BDC76B8-60F6-62D3-9F73-E81662203017}"/>
              </a:ext>
            </a:extLst>
          </p:cNvPr>
          <p:cNvSpPr>
            <a:spLocks noGrp="1"/>
          </p:cNvSpPr>
          <p:nvPr>
            <p:ph type="subTitle" idx="1"/>
          </p:nvPr>
        </p:nvSpPr>
        <p:spPr>
          <a:xfrm>
            <a:off x="614676" y="4473553"/>
            <a:ext cx="6655522" cy="1545336"/>
          </a:xfrm>
        </p:spPr>
        <p:txBody>
          <a:bodyPr rtlCol="0" anchor="b">
            <a:normAutofit/>
          </a:bodyPr>
          <a:lstStyle>
            <a:lvl1pPr marL="0" indent="0" algn="l">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s"/>
              <a:t>Haga clic para editar el estilo de subtítulo del patrón</a:t>
            </a:r>
          </a:p>
        </p:txBody>
      </p:sp>
      <p:sp>
        <p:nvSpPr>
          <p:cNvPr id="2" name="Título 1">
            <a:extLst>
              <a:ext uri="{FF2B5EF4-FFF2-40B4-BE49-F238E27FC236}">
                <a16:creationId xmlns:a16="http://schemas.microsoft.com/office/drawing/2014/main" id="{E4336E9A-8E96-CD8C-7598-F87632CD81CF}"/>
              </a:ext>
            </a:extLst>
          </p:cNvPr>
          <p:cNvSpPr>
            <a:spLocks noGrp="1"/>
          </p:cNvSpPr>
          <p:nvPr>
            <p:ph type="ctrTitle"/>
          </p:nvPr>
        </p:nvSpPr>
        <p:spPr>
          <a:xfrm>
            <a:off x="614676" y="548642"/>
            <a:ext cx="7478991" cy="3635797"/>
          </a:xfrm>
        </p:spPr>
        <p:txBody>
          <a:bodyPr rtlCol="0" anchor="t">
            <a:noAutofit/>
          </a:bodyPr>
          <a:lstStyle>
            <a:lvl1pPr algn="l">
              <a:defRPr sz="7200">
                <a:solidFill>
                  <a:schemeClr val="bg1"/>
                </a:solidFill>
                <a:highlight>
                  <a:srgbClr val="000000"/>
                </a:highlight>
              </a:defRPr>
            </a:lvl1pPr>
          </a:lstStyle>
          <a:p>
            <a:pPr rtl="0"/>
            <a:r>
              <a:rPr lang="es"/>
              <a:t>Haga clic para modificar el estilo de título del patrón</a:t>
            </a:r>
          </a:p>
        </p:txBody>
      </p:sp>
    </p:spTree>
    <p:extLst>
      <p:ext uri="{BB962C8B-B14F-4D97-AF65-F5344CB8AC3E}">
        <p14:creationId xmlns:p14="http://schemas.microsoft.com/office/powerpoint/2010/main" val="289302686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ítulo 2">
    <p:spTree>
      <p:nvGrpSpPr>
        <p:cNvPr id="1" name=""/>
        <p:cNvGrpSpPr/>
        <p:nvPr/>
      </p:nvGrpSpPr>
      <p:grpSpPr>
        <a:xfrm>
          <a:off x="0" y="0"/>
          <a:ext cx="0" cy="0"/>
          <a:chOff x="0" y="0"/>
          <a:chExt cx="0" cy="0"/>
        </a:xfrm>
      </p:grpSpPr>
      <p:sp>
        <p:nvSpPr>
          <p:cNvPr id="4" name="Marcador de fecha 3">
            <a:extLst>
              <a:ext uri="{FF2B5EF4-FFF2-40B4-BE49-F238E27FC236}">
                <a16:creationId xmlns:a16="http://schemas.microsoft.com/office/drawing/2014/main" id="{EAE2DAFA-435E-AAF9-8B67-495E5AFDCD91}"/>
              </a:ext>
            </a:extLst>
          </p:cNvPr>
          <p:cNvSpPr>
            <a:spLocks noGrp="1"/>
          </p:cNvSpPr>
          <p:nvPr>
            <p:ph type="dt" sz="half" idx="10"/>
          </p:nvPr>
        </p:nvSpPr>
        <p:spPr/>
        <p:txBody>
          <a:bodyPr rtlCol="0"/>
          <a:lstStyle/>
          <a:p>
            <a:pPr rtl="0"/>
            <a:r>
              <a:rPr lang="en-US"/>
              <a:t>24/2/2025</a:t>
            </a:r>
          </a:p>
        </p:txBody>
      </p:sp>
      <p:sp>
        <p:nvSpPr>
          <p:cNvPr id="5" name="Marcador de pie de página 4">
            <a:extLst>
              <a:ext uri="{FF2B5EF4-FFF2-40B4-BE49-F238E27FC236}">
                <a16:creationId xmlns:a16="http://schemas.microsoft.com/office/drawing/2014/main" id="{5B407A58-3351-E479-1A0C-2FF49FA42707}"/>
              </a:ext>
            </a:extLst>
          </p:cNvPr>
          <p:cNvSpPr>
            <a:spLocks noGrp="1"/>
          </p:cNvSpPr>
          <p:nvPr>
            <p:ph type="ftr" sz="quarter" idx="11"/>
          </p:nvPr>
        </p:nvSpPr>
        <p:spPr/>
        <p:txBody>
          <a:bodyPr rtlCol="0"/>
          <a:lstStyle/>
          <a:p>
            <a:pPr rtl="0"/>
            <a:r>
              <a:rPr lang="es"/>
              <a:t>Ejemplo de Texto de pie de página</a:t>
            </a:r>
          </a:p>
        </p:txBody>
      </p:sp>
      <p:sp>
        <p:nvSpPr>
          <p:cNvPr id="6" name="Marcador de número de diapositiva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rtlCol="0"/>
          <a:lstStyle/>
          <a:p>
            <a:pPr rtl="0"/>
            <a:fld id="{CC057153-B650-4DEB-B370-79DDCFDCE934}" type="slidenum">
              <a:rPr lang="en-US" smtClean="0"/>
              <a:t>‹Nº›</a:t>
            </a:fld>
            <a:endParaRPr lang="en-US"/>
          </a:p>
        </p:txBody>
      </p:sp>
      <p:sp>
        <p:nvSpPr>
          <p:cNvPr id="3" name="Subtítulo 2">
            <a:extLst>
              <a:ext uri="{FF2B5EF4-FFF2-40B4-BE49-F238E27FC236}">
                <a16:creationId xmlns:a16="http://schemas.microsoft.com/office/drawing/2014/main" id="{2BDC76B8-60F6-62D3-9F73-E81662203017}"/>
              </a:ext>
            </a:extLst>
          </p:cNvPr>
          <p:cNvSpPr>
            <a:spLocks noGrp="1"/>
          </p:cNvSpPr>
          <p:nvPr>
            <p:ph type="subTitle" idx="1"/>
          </p:nvPr>
        </p:nvSpPr>
        <p:spPr>
          <a:xfrm>
            <a:off x="614676" y="4617138"/>
            <a:ext cx="7375466" cy="1014984"/>
          </a:xfrm>
        </p:spPr>
        <p:txBody>
          <a:bodyPr rtlCol="0" anchor="t">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s"/>
              <a:t>Haga clic para editar el estilo de subtítulo del patrón</a:t>
            </a:r>
          </a:p>
        </p:txBody>
      </p:sp>
      <p:sp>
        <p:nvSpPr>
          <p:cNvPr id="2" name="Título 1">
            <a:extLst>
              <a:ext uri="{FF2B5EF4-FFF2-40B4-BE49-F238E27FC236}">
                <a16:creationId xmlns:a16="http://schemas.microsoft.com/office/drawing/2014/main" id="{E4336E9A-8E96-CD8C-7598-F87632CD81CF}"/>
              </a:ext>
            </a:extLst>
          </p:cNvPr>
          <p:cNvSpPr>
            <a:spLocks noGrp="1"/>
          </p:cNvSpPr>
          <p:nvPr>
            <p:ph type="ctrTitle"/>
          </p:nvPr>
        </p:nvSpPr>
        <p:spPr>
          <a:xfrm>
            <a:off x="614676" y="854239"/>
            <a:ext cx="7876287" cy="3592629"/>
          </a:xfrm>
        </p:spPr>
        <p:txBody>
          <a:bodyPr rtlCol="0" anchor="b">
            <a:normAutofit/>
          </a:bodyPr>
          <a:lstStyle>
            <a:lvl1pPr algn="l">
              <a:lnSpc>
                <a:spcPct val="120000"/>
              </a:lnSpc>
              <a:defRPr sz="7200">
                <a:solidFill>
                  <a:schemeClr val="bg1"/>
                </a:solidFill>
                <a:highlight>
                  <a:srgbClr val="000000"/>
                </a:highlight>
              </a:defRPr>
            </a:lvl1pPr>
          </a:lstStyle>
          <a:p>
            <a:pPr rtl="0"/>
            <a:r>
              <a:rPr lang="es"/>
              <a:t>Haga clic para modificar el estilo de título del patrón</a:t>
            </a:r>
            <a:endParaRPr lang="en-US"/>
          </a:p>
        </p:txBody>
      </p:sp>
    </p:spTree>
    <p:extLst>
      <p:ext uri="{BB962C8B-B14F-4D97-AF65-F5344CB8AC3E}">
        <p14:creationId xmlns:p14="http://schemas.microsoft.com/office/powerpoint/2010/main" val="299386006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ítulo 3">
    <p:spTree>
      <p:nvGrpSpPr>
        <p:cNvPr id="1" name=""/>
        <p:cNvGrpSpPr/>
        <p:nvPr/>
      </p:nvGrpSpPr>
      <p:grpSpPr>
        <a:xfrm>
          <a:off x="0" y="0"/>
          <a:ext cx="0" cy="0"/>
          <a:chOff x="0" y="0"/>
          <a:chExt cx="0" cy="0"/>
        </a:xfrm>
      </p:grpSpPr>
      <p:sp>
        <p:nvSpPr>
          <p:cNvPr id="4" name="Marcador de fecha 3">
            <a:extLst>
              <a:ext uri="{FF2B5EF4-FFF2-40B4-BE49-F238E27FC236}">
                <a16:creationId xmlns:a16="http://schemas.microsoft.com/office/drawing/2014/main" id="{EAE2DAFA-435E-AAF9-8B67-495E5AFDCD91}"/>
              </a:ext>
            </a:extLst>
          </p:cNvPr>
          <p:cNvSpPr>
            <a:spLocks noGrp="1"/>
          </p:cNvSpPr>
          <p:nvPr>
            <p:ph type="dt" sz="half" idx="10"/>
          </p:nvPr>
        </p:nvSpPr>
        <p:spPr/>
        <p:txBody>
          <a:bodyPr rtlCol="0"/>
          <a:lstStyle/>
          <a:p>
            <a:pPr rtl="0"/>
            <a:r>
              <a:rPr lang="en-US"/>
              <a:t>24/2/2025</a:t>
            </a:r>
          </a:p>
        </p:txBody>
      </p:sp>
      <p:sp>
        <p:nvSpPr>
          <p:cNvPr id="5" name="Marcador de pie de página 4">
            <a:extLst>
              <a:ext uri="{FF2B5EF4-FFF2-40B4-BE49-F238E27FC236}">
                <a16:creationId xmlns:a16="http://schemas.microsoft.com/office/drawing/2014/main" id="{5B407A58-3351-E479-1A0C-2FF49FA42707}"/>
              </a:ext>
            </a:extLst>
          </p:cNvPr>
          <p:cNvSpPr>
            <a:spLocks noGrp="1"/>
          </p:cNvSpPr>
          <p:nvPr>
            <p:ph type="ftr" sz="quarter" idx="11"/>
          </p:nvPr>
        </p:nvSpPr>
        <p:spPr/>
        <p:txBody>
          <a:bodyPr rtlCol="0"/>
          <a:lstStyle/>
          <a:p>
            <a:pPr rtl="0"/>
            <a:r>
              <a:rPr lang="es"/>
              <a:t>Ejemplo de Texto de pie de página</a:t>
            </a:r>
          </a:p>
        </p:txBody>
      </p:sp>
      <p:sp>
        <p:nvSpPr>
          <p:cNvPr id="6" name="Marcador de número de diapositiva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rtlCol="0"/>
          <a:lstStyle/>
          <a:p>
            <a:pPr rtl="0"/>
            <a:fld id="{CC057153-B650-4DEB-B370-79DDCFDCE934}" type="slidenum">
              <a:rPr lang="en-US" smtClean="0"/>
              <a:t>‹Nº›</a:t>
            </a:fld>
            <a:endParaRPr lang="en-US"/>
          </a:p>
        </p:txBody>
      </p:sp>
      <p:sp>
        <p:nvSpPr>
          <p:cNvPr id="3" name="Subtítulo 2">
            <a:extLst>
              <a:ext uri="{FF2B5EF4-FFF2-40B4-BE49-F238E27FC236}">
                <a16:creationId xmlns:a16="http://schemas.microsoft.com/office/drawing/2014/main" id="{2BDC76B8-60F6-62D3-9F73-E81662203017}"/>
              </a:ext>
            </a:extLst>
          </p:cNvPr>
          <p:cNvSpPr>
            <a:spLocks noGrp="1"/>
          </p:cNvSpPr>
          <p:nvPr>
            <p:ph type="subTitle" idx="1"/>
          </p:nvPr>
        </p:nvSpPr>
        <p:spPr>
          <a:xfrm>
            <a:off x="2301923" y="4039647"/>
            <a:ext cx="7588155" cy="1414091"/>
          </a:xfrm>
        </p:spPr>
        <p:txBody>
          <a:bodyPr rtlCol="0">
            <a:normAutofit/>
          </a:bodyPr>
          <a:lstStyle>
            <a:lvl1pPr marL="0" indent="0" algn="ctr">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s"/>
              <a:t>Haga clic para editar el estilo de subtítulo del patrón</a:t>
            </a:r>
          </a:p>
        </p:txBody>
      </p:sp>
      <p:sp>
        <p:nvSpPr>
          <p:cNvPr id="2" name="Título 1">
            <a:extLst>
              <a:ext uri="{FF2B5EF4-FFF2-40B4-BE49-F238E27FC236}">
                <a16:creationId xmlns:a16="http://schemas.microsoft.com/office/drawing/2014/main" id="{E4336E9A-8E96-CD8C-7598-F87632CD81CF}"/>
              </a:ext>
            </a:extLst>
          </p:cNvPr>
          <p:cNvSpPr>
            <a:spLocks noGrp="1"/>
          </p:cNvSpPr>
          <p:nvPr>
            <p:ph type="ctrTitle"/>
          </p:nvPr>
        </p:nvSpPr>
        <p:spPr>
          <a:xfrm>
            <a:off x="1981200" y="1318302"/>
            <a:ext cx="8229600" cy="2621154"/>
          </a:xfrm>
        </p:spPr>
        <p:txBody>
          <a:bodyPr rtlCol="0" anchor="b">
            <a:normAutofit/>
          </a:bodyPr>
          <a:lstStyle>
            <a:lvl1pPr algn="ctr">
              <a:defRPr sz="6000">
                <a:solidFill>
                  <a:schemeClr val="bg1"/>
                </a:solidFill>
                <a:highlight>
                  <a:srgbClr val="000000"/>
                </a:highlight>
              </a:defRPr>
            </a:lvl1pPr>
          </a:lstStyle>
          <a:p>
            <a:pPr rtl="0"/>
            <a:r>
              <a:rPr lang="es"/>
              <a:t>Haga clic para modificar el estilo de título del patrón</a:t>
            </a:r>
            <a:endParaRPr lang="en-US"/>
          </a:p>
        </p:txBody>
      </p:sp>
    </p:spTree>
    <p:extLst>
      <p:ext uri="{BB962C8B-B14F-4D97-AF65-F5344CB8AC3E}">
        <p14:creationId xmlns:p14="http://schemas.microsoft.com/office/powerpoint/2010/main" val="84500668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ítulo, foto 1">
    <p:spTree>
      <p:nvGrpSpPr>
        <p:cNvPr id="1" name=""/>
        <p:cNvGrpSpPr/>
        <p:nvPr/>
      </p:nvGrpSpPr>
      <p:grpSpPr>
        <a:xfrm>
          <a:off x="0" y="0"/>
          <a:ext cx="0" cy="0"/>
          <a:chOff x="0" y="0"/>
          <a:chExt cx="0" cy="0"/>
        </a:xfrm>
      </p:grpSpPr>
      <p:sp>
        <p:nvSpPr>
          <p:cNvPr id="11" name="Marcador de posición de imagen 10">
            <a:extLst>
              <a:ext uri="{FF2B5EF4-FFF2-40B4-BE49-F238E27FC236}">
                <a16:creationId xmlns:a16="http://schemas.microsoft.com/office/drawing/2014/main" id="{B24A208E-BD69-BB12-21B8-DA405B501FA8}"/>
              </a:ext>
            </a:extLst>
          </p:cNvPr>
          <p:cNvSpPr>
            <a:spLocks noGrp="1"/>
          </p:cNvSpPr>
          <p:nvPr>
            <p:ph type="pic" sz="quarter" idx="13"/>
          </p:nvPr>
        </p:nvSpPr>
        <p:spPr>
          <a:xfrm>
            <a:off x="0" y="0"/>
            <a:ext cx="12191999" cy="4986425"/>
          </a:xfrm>
          <a:blipFill>
            <a:blip r:embed="rId2">
              <a:alphaModFix amt="70000"/>
              <a:extLst>
                <a:ext uri="{28A0092B-C50C-407E-A947-70E740481C1C}">
                  <a14:useLocalDpi xmlns:a14="http://schemas.microsoft.com/office/drawing/2010/main" val="0"/>
                </a:ext>
              </a:extLst>
            </a:blip>
            <a:stretch>
              <a:fillRect/>
            </a:stretch>
          </a:blipFill>
        </p:spPr>
        <p:txBody>
          <a:bodyPr vert="horz" lIns="91440" tIns="0" rIns="0" bIns="0" rtlCol="0">
            <a:noAutofit/>
          </a:bodyPr>
          <a:lstStyle>
            <a:lvl1pPr>
              <a:defRPr lang="en-US" sz="2400" b="0" i="0"/>
            </a:lvl1pPr>
          </a:lstStyle>
          <a:p>
            <a:pPr marL="0" lvl="0" indent="0" rtl="0">
              <a:lnSpc>
                <a:spcPct val="150000"/>
              </a:lnSpc>
              <a:buFontTx/>
              <a:buNone/>
            </a:pPr>
            <a:r>
              <a:rPr lang="es"/>
              <a:t>Haga clic en el icono para agregar una imagen</a:t>
            </a:r>
          </a:p>
        </p:txBody>
      </p:sp>
      <p:sp>
        <p:nvSpPr>
          <p:cNvPr id="7" name="Marcador de fecha 6">
            <a:extLst>
              <a:ext uri="{FF2B5EF4-FFF2-40B4-BE49-F238E27FC236}">
                <a16:creationId xmlns:a16="http://schemas.microsoft.com/office/drawing/2014/main" id="{1AA6C9C7-A264-237A-7F3C-46E6A7A9646D}"/>
              </a:ext>
            </a:extLst>
          </p:cNvPr>
          <p:cNvSpPr>
            <a:spLocks noGrp="1"/>
          </p:cNvSpPr>
          <p:nvPr>
            <p:ph type="dt" sz="half" idx="14"/>
          </p:nvPr>
        </p:nvSpPr>
        <p:spPr/>
        <p:txBody>
          <a:bodyPr rtlCol="0"/>
          <a:lstStyle/>
          <a:p>
            <a:pPr rtl="0"/>
            <a:r>
              <a:rPr lang="en-US"/>
              <a:t>24/2/2025</a:t>
            </a:r>
          </a:p>
        </p:txBody>
      </p:sp>
      <p:sp>
        <p:nvSpPr>
          <p:cNvPr id="8" name="Marcador de pie de página 7">
            <a:extLst>
              <a:ext uri="{FF2B5EF4-FFF2-40B4-BE49-F238E27FC236}">
                <a16:creationId xmlns:a16="http://schemas.microsoft.com/office/drawing/2014/main" id="{1B5B8C48-05E9-5280-3F6A-22F8BCBB477E}"/>
              </a:ext>
            </a:extLst>
          </p:cNvPr>
          <p:cNvSpPr>
            <a:spLocks noGrp="1"/>
          </p:cNvSpPr>
          <p:nvPr>
            <p:ph type="ftr" sz="quarter" idx="15"/>
          </p:nvPr>
        </p:nvSpPr>
        <p:spPr/>
        <p:txBody>
          <a:bodyPr rtlCol="0"/>
          <a:lstStyle/>
          <a:p>
            <a:pPr rtl="0"/>
            <a:r>
              <a:rPr lang="es"/>
              <a:t>Ejemplo de Texto de pie de página</a:t>
            </a:r>
          </a:p>
        </p:txBody>
      </p:sp>
      <p:sp>
        <p:nvSpPr>
          <p:cNvPr id="9" name="Marcador de número de diapositiva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rtlCol="0"/>
          <a:lstStyle/>
          <a:p>
            <a:pPr rtl="0"/>
            <a:fld id="{CC057153-B650-4DEB-B370-79DDCFDCE934}" type="slidenum">
              <a:rPr lang="en-US" smtClean="0"/>
              <a:t>‹Nº›</a:t>
            </a:fld>
            <a:endParaRPr lang="en-US"/>
          </a:p>
        </p:txBody>
      </p:sp>
      <p:sp>
        <p:nvSpPr>
          <p:cNvPr id="3" name="Subtítulo 2">
            <a:extLst>
              <a:ext uri="{FF2B5EF4-FFF2-40B4-BE49-F238E27FC236}">
                <a16:creationId xmlns:a16="http://schemas.microsoft.com/office/drawing/2014/main" id="{2BDC76B8-60F6-62D3-9F73-E81662203017}"/>
              </a:ext>
            </a:extLst>
          </p:cNvPr>
          <p:cNvSpPr>
            <a:spLocks noGrp="1"/>
          </p:cNvSpPr>
          <p:nvPr>
            <p:ph type="subTitle" idx="1"/>
          </p:nvPr>
        </p:nvSpPr>
        <p:spPr>
          <a:xfrm>
            <a:off x="365760" y="5668625"/>
            <a:ext cx="11460480" cy="480373"/>
          </a:xfrm>
        </p:spPr>
        <p:txBody>
          <a:bodyPr rtlCol="0" anchor="t">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s"/>
              <a:t>Haga clic para editar el estilo de subtítulo del patrón</a:t>
            </a:r>
          </a:p>
        </p:txBody>
      </p:sp>
      <p:sp>
        <p:nvSpPr>
          <p:cNvPr id="2" name="Título 1">
            <a:extLst>
              <a:ext uri="{FF2B5EF4-FFF2-40B4-BE49-F238E27FC236}">
                <a16:creationId xmlns:a16="http://schemas.microsoft.com/office/drawing/2014/main" id="{E4336E9A-8E96-CD8C-7598-F87632CD81CF}"/>
              </a:ext>
            </a:extLst>
          </p:cNvPr>
          <p:cNvSpPr>
            <a:spLocks noGrp="1"/>
          </p:cNvSpPr>
          <p:nvPr>
            <p:ph type="ctrTitle"/>
          </p:nvPr>
        </p:nvSpPr>
        <p:spPr>
          <a:xfrm>
            <a:off x="365760" y="4578237"/>
            <a:ext cx="11460480" cy="786384"/>
          </a:xfrm>
        </p:spPr>
        <p:txBody>
          <a:bodyPr rtlCol="0" anchor="b">
            <a:noAutofit/>
          </a:bodyPr>
          <a:lstStyle>
            <a:lvl1pPr algn="l">
              <a:defRPr sz="6000">
                <a:solidFill>
                  <a:schemeClr val="bg1"/>
                </a:solidFill>
                <a:highlight>
                  <a:srgbClr val="000000"/>
                </a:highlight>
              </a:defRPr>
            </a:lvl1pPr>
          </a:lstStyle>
          <a:p>
            <a:pPr rtl="0"/>
            <a:r>
              <a:rPr lang="es"/>
              <a:t>Haga clic para modificar el estilo de título del patrón</a:t>
            </a:r>
            <a:endParaRPr lang="en-US"/>
          </a:p>
        </p:txBody>
      </p:sp>
    </p:spTree>
    <p:extLst>
      <p:ext uri="{BB962C8B-B14F-4D97-AF65-F5344CB8AC3E}">
        <p14:creationId xmlns:p14="http://schemas.microsoft.com/office/powerpoint/2010/main" val="82090493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ítulo Foto 2">
    <p:spTree>
      <p:nvGrpSpPr>
        <p:cNvPr id="1" name=""/>
        <p:cNvGrpSpPr/>
        <p:nvPr/>
      </p:nvGrpSpPr>
      <p:grpSpPr>
        <a:xfrm>
          <a:off x="0" y="0"/>
          <a:ext cx="0" cy="0"/>
          <a:chOff x="0" y="0"/>
          <a:chExt cx="0" cy="0"/>
        </a:xfrm>
      </p:grpSpPr>
      <p:sp>
        <p:nvSpPr>
          <p:cNvPr id="11" name="Marcador de posición de imagen 10">
            <a:extLst>
              <a:ext uri="{FF2B5EF4-FFF2-40B4-BE49-F238E27FC236}">
                <a16:creationId xmlns:a16="http://schemas.microsoft.com/office/drawing/2014/main" id="{B24A208E-BD69-BB12-21B8-DA405B501FA8}"/>
              </a:ext>
            </a:extLst>
          </p:cNvPr>
          <p:cNvSpPr>
            <a:spLocks noGrp="1"/>
          </p:cNvSpPr>
          <p:nvPr>
            <p:ph type="pic" sz="quarter" idx="13"/>
          </p:nvPr>
        </p:nvSpPr>
        <p:spPr>
          <a:xfrm>
            <a:off x="0" y="0"/>
            <a:ext cx="6584950" cy="6858000"/>
          </a:xfrm>
          <a:blipFill>
            <a:blip r:embed="rId2">
              <a:alphaModFix amt="70000"/>
              <a:extLst>
                <a:ext uri="{28A0092B-C50C-407E-A947-70E740481C1C}">
                  <a14:useLocalDpi xmlns:a14="http://schemas.microsoft.com/office/drawing/2010/main" val="0"/>
                </a:ext>
              </a:extLst>
            </a:blip>
            <a:stretch>
              <a:fillRect/>
            </a:stretch>
          </a:blipFill>
        </p:spPr>
        <p:txBody>
          <a:bodyPr vert="horz" lIns="91440" tIns="0" rIns="0" bIns="0" rtlCol="0">
            <a:noAutofit/>
          </a:bodyPr>
          <a:lstStyle>
            <a:lvl1pPr>
              <a:defRPr lang="en-US" sz="2400" b="0" i="0"/>
            </a:lvl1pPr>
          </a:lstStyle>
          <a:p>
            <a:pPr marL="0" lvl="0" indent="0" rtl="0">
              <a:lnSpc>
                <a:spcPct val="150000"/>
              </a:lnSpc>
              <a:buFontTx/>
              <a:buNone/>
            </a:pPr>
            <a:r>
              <a:rPr lang="es"/>
              <a:t>Haga clic en el icono para agregar una imagen</a:t>
            </a:r>
          </a:p>
        </p:txBody>
      </p:sp>
      <p:sp>
        <p:nvSpPr>
          <p:cNvPr id="4" name="Marcador de fecha 3">
            <a:extLst>
              <a:ext uri="{FF2B5EF4-FFF2-40B4-BE49-F238E27FC236}">
                <a16:creationId xmlns:a16="http://schemas.microsoft.com/office/drawing/2014/main" id="{EAE2DAFA-435E-AAF9-8B67-495E5AFDCD91}"/>
              </a:ext>
            </a:extLst>
          </p:cNvPr>
          <p:cNvSpPr>
            <a:spLocks noGrp="1"/>
          </p:cNvSpPr>
          <p:nvPr>
            <p:ph type="dt" sz="half" idx="10"/>
          </p:nvPr>
        </p:nvSpPr>
        <p:spPr>
          <a:xfrm>
            <a:off x="7168895" y="6453002"/>
            <a:ext cx="1707625" cy="365125"/>
          </a:xfrm>
        </p:spPr>
        <p:txBody>
          <a:bodyPr rtlCol="0"/>
          <a:lstStyle>
            <a:lvl1pPr>
              <a:defRPr>
                <a:solidFill>
                  <a:schemeClr val="tx1"/>
                </a:solidFill>
                <a:effectLst/>
              </a:defRPr>
            </a:lvl1pPr>
          </a:lstStyle>
          <a:p>
            <a:pPr rtl="0"/>
            <a:r>
              <a:rPr lang="en-US"/>
              <a:t>24/2/2025</a:t>
            </a:r>
          </a:p>
        </p:txBody>
      </p:sp>
      <p:sp>
        <p:nvSpPr>
          <p:cNvPr id="5" name="Marcador de pie de página 4">
            <a:extLst>
              <a:ext uri="{FF2B5EF4-FFF2-40B4-BE49-F238E27FC236}">
                <a16:creationId xmlns:a16="http://schemas.microsoft.com/office/drawing/2014/main" id="{5B407A58-3351-E479-1A0C-2FF49FA42707}"/>
              </a:ext>
            </a:extLst>
          </p:cNvPr>
          <p:cNvSpPr>
            <a:spLocks noGrp="1"/>
          </p:cNvSpPr>
          <p:nvPr>
            <p:ph type="ftr" sz="quarter" idx="11"/>
          </p:nvPr>
        </p:nvSpPr>
        <p:spPr/>
        <p:txBody>
          <a:bodyPr rtlCol="0"/>
          <a:lstStyle/>
          <a:p>
            <a:pPr rtl="0"/>
            <a:r>
              <a:rPr lang="es"/>
              <a:t>Ejemplo de Texto de pie de página</a:t>
            </a:r>
          </a:p>
        </p:txBody>
      </p:sp>
      <p:sp>
        <p:nvSpPr>
          <p:cNvPr id="6" name="Marcador de número de diapositiva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rtlCol="0"/>
          <a:lstStyle/>
          <a:p>
            <a:pPr rtl="0"/>
            <a:fld id="{CC057153-B650-4DEB-B370-79DDCFDCE934}" type="slidenum">
              <a:rPr lang="en-US" smtClean="0"/>
              <a:t>‹Nº›</a:t>
            </a:fld>
            <a:endParaRPr lang="en-US"/>
          </a:p>
        </p:txBody>
      </p:sp>
      <p:sp>
        <p:nvSpPr>
          <p:cNvPr id="3" name="Subtítulo 2">
            <a:extLst>
              <a:ext uri="{FF2B5EF4-FFF2-40B4-BE49-F238E27FC236}">
                <a16:creationId xmlns:a16="http://schemas.microsoft.com/office/drawing/2014/main" id="{2BDC76B8-60F6-62D3-9F73-E81662203017}"/>
              </a:ext>
            </a:extLst>
          </p:cNvPr>
          <p:cNvSpPr>
            <a:spLocks noGrp="1"/>
          </p:cNvSpPr>
          <p:nvPr>
            <p:ph type="subTitle" idx="1"/>
          </p:nvPr>
        </p:nvSpPr>
        <p:spPr>
          <a:xfrm>
            <a:off x="7168897" y="4731335"/>
            <a:ext cx="4206240" cy="1184585"/>
          </a:xfrm>
        </p:spPr>
        <p:txBody>
          <a:bodyPr rtlCol="0" anchor="t">
            <a:normAutofit/>
          </a:bodyPr>
          <a:lstStyle>
            <a:lvl1pPr marL="0" indent="0" algn="l">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s"/>
              <a:t>Haga clic para editar el estilo de subtítulo del patrón</a:t>
            </a:r>
          </a:p>
        </p:txBody>
      </p:sp>
      <p:sp>
        <p:nvSpPr>
          <p:cNvPr id="2" name="Título 1">
            <a:extLst>
              <a:ext uri="{FF2B5EF4-FFF2-40B4-BE49-F238E27FC236}">
                <a16:creationId xmlns:a16="http://schemas.microsoft.com/office/drawing/2014/main" id="{E4336E9A-8E96-CD8C-7598-F87632CD81CF}"/>
              </a:ext>
            </a:extLst>
          </p:cNvPr>
          <p:cNvSpPr>
            <a:spLocks noGrp="1"/>
          </p:cNvSpPr>
          <p:nvPr>
            <p:ph type="ctrTitle"/>
          </p:nvPr>
        </p:nvSpPr>
        <p:spPr>
          <a:xfrm>
            <a:off x="5663127" y="1129554"/>
            <a:ext cx="5867457" cy="3475236"/>
          </a:xfrm>
        </p:spPr>
        <p:txBody>
          <a:bodyPr rtlCol="0" anchor="b">
            <a:normAutofit/>
          </a:bodyPr>
          <a:lstStyle>
            <a:lvl1pPr algn="l">
              <a:defRPr sz="5400">
                <a:solidFill>
                  <a:schemeClr val="bg1"/>
                </a:solidFill>
                <a:highlight>
                  <a:srgbClr val="000000"/>
                </a:highlight>
              </a:defRPr>
            </a:lvl1pPr>
          </a:lstStyle>
          <a:p>
            <a:pPr rtl="0"/>
            <a:r>
              <a:rPr lang="es"/>
              <a:t>Haga clic para modificar el estilo de título del patrón</a:t>
            </a:r>
            <a:endParaRPr lang="en-US"/>
          </a:p>
        </p:txBody>
      </p:sp>
    </p:spTree>
    <p:extLst>
      <p:ext uri="{BB962C8B-B14F-4D97-AF65-F5344CB8AC3E}">
        <p14:creationId xmlns:p14="http://schemas.microsoft.com/office/powerpoint/2010/main" val="343847974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ítulo Foto 3">
    <p:spTree>
      <p:nvGrpSpPr>
        <p:cNvPr id="1" name=""/>
        <p:cNvGrpSpPr/>
        <p:nvPr/>
      </p:nvGrpSpPr>
      <p:grpSpPr>
        <a:xfrm>
          <a:off x="0" y="0"/>
          <a:ext cx="0" cy="0"/>
          <a:chOff x="0" y="0"/>
          <a:chExt cx="0" cy="0"/>
        </a:xfrm>
      </p:grpSpPr>
      <p:sp>
        <p:nvSpPr>
          <p:cNvPr id="11" name="Marcador de posición de imagen 10">
            <a:extLst>
              <a:ext uri="{FF2B5EF4-FFF2-40B4-BE49-F238E27FC236}">
                <a16:creationId xmlns:a16="http://schemas.microsoft.com/office/drawing/2014/main" id="{B24A208E-BD69-BB12-21B8-DA405B501FA8}"/>
              </a:ext>
            </a:extLst>
          </p:cNvPr>
          <p:cNvSpPr>
            <a:spLocks noGrp="1"/>
          </p:cNvSpPr>
          <p:nvPr>
            <p:ph type="pic" sz="quarter" idx="13"/>
          </p:nvPr>
        </p:nvSpPr>
        <p:spPr>
          <a:xfrm>
            <a:off x="5596128" y="0"/>
            <a:ext cx="6595872" cy="6858000"/>
          </a:xfrm>
          <a:blipFill>
            <a:blip r:embed="rId2">
              <a:alphaModFix amt="70000"/>
              <a:extLst>
                <a:ext uri="{28A0092B-C50C-407E-A947-70E740481C1C}">
                  <a14:useLocalDpi xmlns:a14="http://schemas.microsoft.com/office/drawing/2010/main" val="0"/>
                </a:ext>
              </a:extLst>
            </a:blip>
            <a:stretch>
              <a:fillRect/>
            </a:stretch>
          </a:blipFill>
        </p:spPr>
        <p:txBody>
          <a:bodyPr vert="horz" lIns="91440" tIns="0" rIns="0" bIns="0" rtlCol="0">
            <a:noAutofit/>
          </a:bodyPr>
          <a:lstStyle>
            <a:lvl1pPr>
              <a:defRPr lang="en-US" sz="2400" b="0" i="0"/>
            </a:lvl1pPr>
          </a:lstStyle>
          <a:p>
            <a:pPr marL="0" lvl="0" indent="0" rtl="0">
              <a:lnSpc>
                <a:spcPct val="150000"/>
              </a:lnSpc>
              <a:buFontTx/>
              <a:buNone/>
            </a:pPr>
            <a:r>
              <a:rPr lang="es"/>
              <a:t>Haga clic en el icono para agregar una imagen</a:t>
            </a:r>
          </a:p>
        </p:txBody>
      </p:sp>
      <p:sp>
        <p:nvSpPr>
          <p:cNvPr id="7" name="Marcador de fecha 6">
            <a:extLst>
              <a:ext uri="{FF2B5EF4-FFF2-40B4-BE49-F238E27FC236}">
                <a16:creationId xmlns:a16="http://schemas.microsoft.com/office/drawing/2014/main" id="{F991F941-2D53-CC10-7947-62237A245FE0}"/>
              </a:ext>
            </a:extLst>
          </p:cNvPr>
          <p:cNvSpPr>
            <a:spLocks noGrp="1"/>
          </p:cNvSpPr>
          <p:nvPr>
            <p:ph type="dt" sz="half" idx="14"/>
          </p:nvPr>
        </p:nvSpPr>
        <p:spPr>
          <a:xfrm>
            <a:off x="137160" y="6453002"/>
            <a:ext cx="1951777" cy="365125"/>
          </a:xfrm>
        </p:spPr>
        <p:txBody>
          <a:bodyPr rtlCol="0"/>
          <a:lstStyle/>
          <a:p>
            <a:pPr rtl="0"/>
            <a:r>
              <a:rPr lang="en-US"/>
              <a:t>24/2/2025</a:t>
            </a:r>
          </a:p>
        </p:txBody>
      </p:sp>
      <p:sp>
        <p:nvSpPr>
          <p:cNvPr id="8" name="Marcador de pie de página 7">
            <a:extLst>
              <a:ext uri="{FF2B5EF4-FFF2-40B4-BE49-F238E27FC236}">
                <a16:creationId xmlns:a16="http://schemas.microsoft.com/office/drawing/2014/main" id="{9A6E6A4C-6C55-068A-43AA-78DB4D1D643B}"/>
              </a:ext>
            </a:extLst>
          </p:cNvPr>
          <p:cNvSpPr>
            <a:spLocks noGrp="1"/>
          </p:cNvSpPr>
          <p:nvPr>
            <p:ph type="ftr" sz="quarter" idx="15"/>
          </p:nvPr>
        </p:nvSpPr>
        <p:spPr>
          <a:xfrm>
            <a:off x="2088937" y="6453002"/>
            <a:ext cx="2805405" cy="365125"/>
          </a:xfrm>
        </p:spPr>
        <p:txBody>
          <a:bodyPr rtlCol="0"/>
          <a:lstStyle/>
          <a:p>
            <a:pPr rtl="0"/>
            <a:r>
              <a:rPr lang="es"/>
              <a:t>Ejemplo de Texto de pie de página</a:t>
            </a:r>
          </a:p>
        </p:txBody>
      </p:sp>
      <p:sp>
        <p:nvSpPr>
          <p:cNvPr id="9" name="Marcador de número de diapositiva 8">
            <a:extLst>
              <a:ext uri="{FF2B5EF4-FFF2-40B4-BE49-F238E27FC236}">
                <a16:creationId xmlns:a16="http://schemas.microsoft.com/office/drawing/2014/main" id="{C1A2CCFF-14A7-08A8-4465-732CD8928728}"/>
              </a:ext>
            </a:extLst>
          </p:cNvPr>
          <p:cNvSpPr>
            <a:spLocks noGrp="1"/>
          </p:cNvSpPr>
          <p:nvPr>
            <p:ph type="sldNum" sz="quarter" idx="16"/>
          </p:nvPr>
        </p:nvSpPr>
        <p:spPr>
          <a:xfrm>
            <a:off x="4844578" y="6453002"/>
            <a:ext cx="429207" cy="365125"/>
          </a:xfrm>
        </p:spPr>
        <p:txBody>
          <a:bodyPr rtlCol="0"/>
          <a:lstStyle/>
          <a:p>
            <a:pPr rtl="0"/>
            <a:fld id="{CC057153-B650-4DEB-B370-79DDCFDCE934}" type="slidenum">
              <a:rPr lang="en-US" smtClean="0"/>
              <a:t>‹Nº›</a:t>
            </a:fld>
            <a:endParaRPr lang="en-US"/>
          </a:p>
        </p:txBody>
      </p:sp>
      <p:sp>
        <p:nvSpPr>
          <p:cNvPr id="3" name="Subtítulo 2">
            <a:extLst>
              <a:ext uri="{FF2B5EF4-FFF2-40B4-BE49-F238E27FC236}">
                <a16:creationId xmlns:a16="http://schemas.microsoft.com/office/drawing/2014/main" id="{2BDC76B8-60F6-62D3-9F73-E81662203017}"/>
              </a:ext>
            </a:extLst>
          </p:cNvPr>
          <p:cNvSpPr>
            <a:spLocks noGrp="1"/>
          </p:cNvSpPr>
          <p:nvPr>
            <p:ph type="subTitle" idx="1"/>
          </p:nvPr>
        </p:nvSpPr>
        <p:spPr>
          <a:xfrm>
            <a:off x="365760" y="4873752"/>
            <a:ext cx="4206240" cy="1380744"/>
          </a:xfrm>
        </p:spPr>
        <p:txBody>
          <a:bodyPr rtlCol="0" anchor="b">
            <a:normAutofit/>
          </a:bodyPr>
          <a:lstStyle>
            <a:lvl1pPr marL="0" indent="0" algn="l">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s"/>
              <a:t>Haga clic para editar el estilo de subtítulo del patrón</a:t>
            </a:r>
          </a:p>
        </p:txBody>
      </p:sp>
      <p:sp>
        <p:nvSpPr>
          <p:cNvPr id="2" name="Título 1">
            <a:extLst>
              <a:ext uri="{FF2B5EF4-FFF2-40B4-BE49-F238E27FC236}">
                <a16:creationId xmlns:a16="http://schemas.microsoft.com/office/drawing/2014/main" id="{E4336E9A-8E96-CD8C-7598-F87632CD81CF}"/>
              </a:ext>
            </a:extLst>
          </p:cNvPr>
          <p:cNvSpPr>
            <a:spLocks noGrp="1"/>
          </p:cNvSpPr>
          <p:nvPr>
            <p:ph type="ctrTitle"/>
          </p:nvPr>
        </p:nvSpPr>
        <p:spPr>
          <a:xfrm>
            <a:off x="365759" y="411480"/>
            <a:ext cx="6152191" cy="3739896"/>
          </a:xfrm>
        </p:spPr>
        <p:txBody>
          <a:bodyPr rtlCol="0" anchor="t">
            <a:normAutofit/>
          </a:bodyPr>
          <a:lstStyle>
            <a:lvl1pPr algn="l">
              <a:defRPr sz="5400">
                <a:solidFill>
                  <a:schemeClr val="bg1"/>
                </a:solidFill>
                <a:highlight>
                  <a:srgbClr val="000000"/>
                </a:highlight>
              </a:defRPr>
            </a:lvl1pPr>
          </a:lstStyle>
          <a:p>
            <a:pPr rtl="0"/>
            <a:r>
              <a:rPr lang="es"/>
              <a:t>Haga clic para modificar el estilo de título del patrón</a:t>
            </a:r>
            <a:endParaRPr lang="en-US"/>
          </a:p>
        </p:txBody>
      </p:sp>
    </p:spTree>
    <p:extLst>
      <p:ext uri="{BB962C8B-B14F-4D97-AF65-F5344CB8AC3E}">
        <p14:creationId xmlns:p14="http://schemas.microsoft.com/office/powerpoint/2010/main" val="135106212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Encabezado de sección">
    <p:bg>
      <p:bgRef idx="1001">
        <a:schemeClr val="bg1"/>
      </p:bgRef>
    </p:bg>
    <p:spTree>
      <p:nvGrpSpPr>
        <p:cNvPr id="1" name=""/>
        <p:cNvGrpSpPr/>
        <p:nvPr/>
      </p:nvGrpSpPr>
      <p:grpSpPr>
        <a:xfrm>
          <a:off x="0" y="0"/>
          <a:ext cx="0" cy="0"/>
          <a:chOff x="0" y="0"/>
          <a:chExt cx="0" cy="0"/>
        </a:xfrm>
      </p:grpSpPr>
      <p:sp>
        <p:nvSpPr>
          <p:cNvPr id="4" name="Marcador de fecha 3">
            <a:extLst>
              <a:ext uri="{FF2B5EF4-FFF2-40B4-BE49-F238E27FC236}">
                <a16:creationId xmlns:a16="http://schemas.microsoft.com/office/drawing/2014/main" id="{EAE2DAFA-435E-AAF9-8B67-495E5AFDCD91}"/>
              </a:ext>
            </a:extLst>
          </p:cNvPr>
          <p:cNvSpPr>
            <a:spLocks noGrp="1"/>
          </p:cNvSpPr>
          <p:nvPr>
            <p:ph type="dt" sz="half" idx="10"/>
          </p:nvPr>
        </p:nvSpPr>
        <p:spPr/>
        <p:txBody>
          <a:bodyPr rtlCol="0"/>
          <a:lstStyle/>
          <a:p>
            <a:pPr rtl="0"/>
            <a:r>
              <a:rPr lang="en-US"/>
              <a:t>24/2/2025</a:t>
            </a:r>
          </a:p>
        </p:txBody>
      </p:sp>
      <p:sp>
        <p:nvSpPr>
          <p:cNvPr id="5" name="Marcador de pie de página 4">
            <a:extLst>
              <a:ext uri="{FF2B5EF4-FFF2-40B4-BE49-F238E27FC236}">
                <a16:creationId xmlns:a16="http://schemas.microsoft.com/office/drawing/2014/main" id="{5B407A58-3351-E479-1A0C-2FF49FA42707}"/>
              </a:ext>
            </a:extLst>
          </p:cNvPr>
          <p:cNvSpPr>
            <a:spLocks noGrp="1"/>
          </p:cNvSpPr>
          <p:nvPr>
            <p:ph type="ftr" sz="quarter" idx="11"/>
          </p:nvPr>
        </p:nvSpPr>
        <p:spPr/>
        <p:txBody>
          <a:bodyPr rtlCol="0"/>
          <a:lstStyle/>
          <a:p>
            <a:pPr rtl="0"/>
            <a:r>
              <a:rPr lang="es"/>
              <a:t>Ejemplo de Texto de pie de página</a:t>
            </a:r>
          </a:p>
        </p:txBody>
      </p:sp>
      <p:sp>
        <p:nvSpPr>
          <p:cNvPr id="6" name="Marcador de número de diapositiva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rtlCol="0"/>
          <a:lstStyle/>
          <a:p>
            <a:pPr rtl="0"/>
            <a:fld id="{CC057153-B650-4DEB-B370-79DDCFDCE934}" type="slidenum">
              <a:rPr lang="en-US" smtClean="0"/>
              <a:t>‹Nº›</a:t>
            </a:fld>
            <a:endParaRPr lang="en-US"/>
          </a:p>
        </p:txBody>
      </p:sp>
      <p:sp>
        <p:nvSpPr>
          <p:cNvPr id="3" name="Subtítulo 2">
            <a:extLst>
              <a:ext uri="{FF2B5EF4-FFF2-40B4-BE49-F238E27FC236}">
                <a16:creationId xmlns:a16="http://schemas.microsoft.com/office/drawing/2014/main" id="{2BDC76B8-60F6-62D3-9F73-E81662203017}"/>
              </a:ext>
            </a:extLst>
          </p:cNvPr>
          <p:cNvSpPr>
            <a:spLocks noGrp="1"/>
          </p:cNvSpPr>
          <p:nvPr>
            <p:ph type="subTitle" idx="1"/>
          </p:nvPr>
        </p:nvSpPr>
        <p:spPr>
          <a:xfrm>
            <a:off x="265176" y="484632"/>
            <a:ext cx="7772400" cy="594360"/>
          </a:xfrm>
        </p:spPr>
        <p:txBody>
          <a:bodyPr rtlCol="0" anchor="t">
            <a:normAutofit/>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s"/>
              <a:t>Haga clic para editar el estilo de subtítulo del patrón</a:t>
            </a:r>
          </a:p>
        </p:txBody>
      </p:sp>
      <p:sp>
        <p:nvSpPr>
          <p:cNvPr id="2" name="Título 1">
            <a:extLst>
              <a:ext uri="{FF2B5EF4-FFF2-40B4-BE49-F238E27FC236}">
                <a16:creationId xmlns:a16="http://schemas.microsoft.com/office/drawing/2014/main" id="{E4336E9A-8E96-CD8C-7598-F87632CD81CF}"/>
              </a:ext>
            </a:extLst>
          </p:cNvPr>
          <p:cNvSpPr>
            <a:spLocks noGrp="1"/>
          </p:cNvSpPr>
          <p:nvPr>
            <p:ph type="ctrTitle"/>
          </p:nvPr>
        </p:nvSpPr>
        <p:spPr>
          <a:xfrm>
            <a:off x="274319" y="1801368"/>
            <a:ext cx="8602201" cy="4572000"/>
          </a:xfrm>
        </p:spPr>
        <p:txBody>
          <a:bodyPr rtlCol="0" anchor="b">
            <a:normAutofit/>
          </a:bodyPr>
          <a:lstStyle>
            <a:lvl1pPr algn="l">
              <a:defRPr sz="6000">
                <a:solidFill>
                  <a:schemeClr val="bg1"/>
                </a:solidFill>
                <a:highlight>
                  <a:srgbClr val="FFFFFF"/>
                </a:highlight>
              </a:defRPr>
            </a:lvl1pPr>
          </a:lstStyle>
          <a:p>
            <a:pPr rtl="0"/>
            <a:r>
              <a:rPr lang="es"/>
              <a:t>Haga clic para modificar el estilo de título del patrón</a:t>
            </a:r>
            <a:endParaRPr lang="en-US"/>
          </a:p>
        </p:txBody>
      </p:sp>
    </p:spTree>
    <p:extLst>
      <p:ext uri="{BB962C8B-B14F-4D97-AF65-F5344CB8AC3E}">
        <p14:creationId xmlns:p14="http://schemas.microsoft.com/office/powerpoint/2010/main" val="378689247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3" name="Marcador de fecha 2">
            <a:extLst>
              <a:ext uri="{FF2B5EF4-FFF2-40B4-BE49-F238E27FC236}">
                <a16:creationId xmlns:a16="http://schemas.microsoft.com/office/drawing/2014/main" id="{6CC77F2D-39D2-22F7-CF0B-39D63EBF00B7}"/>
              </a:ext>
            </a:extLst>
          </p:cNvPr>
          <p:cNvSpPr>
            <a:spLocks noGrp="1"/>
          </p:cNvSpPr>
          <p:nvPr>
            <p:ph type="dt" sz="half" idx="10"/>
          </p:nvPr>
        </p:nvSpPr>
        <p:spPr/>
        <p:txBody>
          <a:bodyPr rtlCol="0"/>
          <a:lstStyle/>
          <a:p>
            <a:pPr rtl="0"/>
            <a:r>
              <a:rPr lang="en-US"/>
              <a:t>24/2/2025</a:t>
            </a:r>
          </a:p>
        </p:txBody>
      </p:sp>
      <p:sp>
        <p:nvSpPr>
          <p:cNvPr id="4" name="Marcador de pie de página 3">
            <a:extLst>
              <a:ext uri="{FF2B5EF4-FFF2-40B4-BE49-F238E27FC236}">
                <a16:creationId xmlns:a16="http://schemas.microsoft.com/office/drawing/2014/main" id="{0B12CFE6-D05E-5478-B3A4-81DC4DCD7410}"/>
              </a:ext>
            </a:extLst>
          </p:cNvPr>
          <p:cNvSpPr>
            <a:spLocks noGrp="1"/>
          </p:cNvSpPr>
          <p:nvPr>
            <p:ph type="ftr" sz="quarter" idx="11"/>
          </p:nvPr>
        </p:nvSpPr>
        <p:spPr/>
        <p:txBody>
          <a:bodyPr rtlCol="0"/>
          <a:lstStyle/>
          <a:p>
            <a:pPr rtl="0"/>
            <a:r>
              <a:rPr lang="es"/>
              <a:t>Ejemplo de Texto de pie de página</a:t>
            </a:r>
          </a:p>
        </p:txBody>
      </p:sp>
      <p:sp>
        <p:nvSpPr>
          <p:cNvPr id="5" name="Marcador de número de diapositiva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rtlCol="0"/>
          <a:lstStyle/>
          <a:p>
            <a:pPr rtl="0"/>
            <a:fld id="{CC057153-B650-4DEB-B370-79DDCFDCE934}" type="slidenum">
              <a:rPr lang="en-US" smtClean="0"/>
              <a:t>‹Nº›</a:t>
            </a:fld>
            <a:endParaRPr lang="en-US"/>
          </a:p>
        </p:txBody>
      </p:sp>
      <p:sp>
        <p:nvSpPr>
          <p:cNvPr id="7" name="Marcador de contenido 6">
            <a:extLst>
              <a:ext uri="{FF2B5EF4-FFF2-40B4-BE49-F238E27FC236}">
                <a16:creationId xmlns:a16="http://schemas.microsoft.com/office/drawing/2014/main" id="{28C8B19A-6FC1-2B71-0BFB-9274CBF396B9}"/>
              </a:ext>
            </a:extLst>
          </p:cNvPr>
          <p:cNvSpPr>
            <a:spLocks noGrp="1"/>
          </p:cNvSpPr>
          <p:nvPr>
            <p:ph sz="quarter" idx="13"/>
          </p:nvPr>
        </p:nvSpPr>
        <p:spPr>
          <a:xfrm>
            <a:off x="1590261" y="2333860"/>
            <a:ext cx="7489944" cy="3689909"/>
          </a:xfrm>
        </p:spPr>
        <p:txBody>
          <a:bodyPr rtlCol="0">
            <a:normAutofit/>
          </a:bodyPr>
          <a:lstStyle>
            <a:lvl1pPr>
              <a:defRPr sz="2400"/>
            </a:lvl1pPr>
            <a:lvl2pPr>
              <a:defRPr sz="2000"/>
            </a:lvl2pPr>
            <a:lvl3pPr>
              <a:defRPr sz="1800"/>
            </a:lvl3pPr>
            <a:lvl4pPr>
              <a:defRPr sz="1600"/>
            </a:lvl4pPr>
            <a:lvl5pPr>
              <a:defRPr sz="140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2" name="Título 1">
            <a:extLst>
              <a:ext uri="{FF2B5EF4-FFF2-40B4-BE49-F238E27FC236}">
                <a16:creationId xmlns:a16="http://schemas.microsoft.com/office/drawing/2014/main" id="{4E4019F8-742E-9EEF-F591-C9666AC32AF1}"/>
              </a:ext>
            </a:extLst>
          </p:cNvPr>
          <p:cNvSpPr>
            <a:spLocks noGrp="1"/>
          </p:cNvSpPr>
          <p:nvPr>
            <p:ph type="title"/>
          </p:nvPr>
        </p:nvSpPr>
        <p:spPr>
          <a:xfrm>
            <a:off x="612647" y="664108"/>
            <a:ext cx="8467558" cy="1554480"/>
          </a:xfrm>
        </p:spPr>
        <p:txBody>
          <a:bodyPr rtlCol="0" anchor="b">
            <a:normAutofit/>
          </a:bodyPr>
          <a:lstStyle>
            <a:lvl1pPr>
              <a:defRPr sz="4000">
                <a:solidFill>
                  <a:schemeClr val="bg1"/>
                </a:solidFill>
                <a:highlight>
                  <a:srgbClr val="000000"/>
                </a:highlight>
              </a:defRPr>
            </a:lvl1pPr>
          </a:lstStyle>
          <a:p>
            <a:pPr rtl="0"/>
            <a:r>
              <a:rPr lang="es"/>
              <a:t>Haga clic para modificar el estilo de título del patrón</a:t>
            </a:r>
            <a:endParaRPr lang="en-US"/>
          </a:p>
        </p:txBody>
      </p:sp>
    </p:spTree>
    <p:extLst>
      <p:ext uri="{BB962C8B-B14F-4D97-AF65-F5344CB8AC3E}">
        <p14:creationId xmlns:p14="http://schemas.microsoft.com/office/powerpoint/2010/main" val="36636066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genda 2">
    <p:bg>
      <p:bgRef idx="1001">
        <a:schemeClr val="bg1"/>
      </p:bgRef>
    </p:bg>
    <p:spTree>
      <p:nvGrpSpPr>
        <p:cNvPr id="1" name=""/>
        <p:cNvGrpSpPr/>
        <p:nvPr/>
      </p:nvGrpSpPr>
      <p:grpSpPr>
        <a:xfrm>
          <a:off x="0" y="0"/>
          <a:ext cx="0" cy="0"/>
          <a:chOff x="0" y="0"/>
          <a:chExt cx="0" cy="0"/>
        </a:xfrm>
      </p:grpSpPr>
      <p:sp>
        <p:nvSpPr>
          <p:cNvPr id="6" name="Marcador de posición de imagen 10">
            <a:extLst>
              <a:ext uri="{FF2B5EF4-FFF2-40B4-BE49-F238E27FC236}">
                <a16:creationId xmlns:a16="http://schemas.microsoft.com/office/drawing/2014/main" id="{EEE9D05A-2BD6-0F92-5A5D-FFA6FFF54EAD}"/>
              </a:ext>
            </a:extLst>
          </p:cNvPr>
          <p:cNvSpPr>
            <a:spLocks noGrp="1"/>
          </p:cNvSpPr>
          <p:nvPr>
            <p:ph type="pic" sz="quarter" idx="14"/>
          </p:nvPr>
        </p:nvSpPr>
        <p:spPr>
          <a:xfrm>
            <a:off x="5607050" y="0"/>
            <a:ext cx="6584950" cy="6858000"/>
          </a:xfrm>
          <a:blipFill>
            <a:blip r:embed="rId3">
              <a:alphaModFix amt="70000"/>
              <a:extLst>
                <a:ext uri="{28A0092B-C50C-407E-A947-70E740481C1C}">
                  <a14:useLocalDpi xmlns:a14="http://schemas.microsoft.com/office/drawing/2010/main" val="0"/>
                </a:ext>
              </a:extLst>
            </a:blip>
            <a:stretch>
              <a:fillRect/>
            </a:stretch>
          </a:blipFill>
        </p:spPr>
        <p:txBody>
          <a:bodyPr vert="horz" lIns="91440" tIns="0" rIns="0" bIns="0" rtlCol="0">
            <a:noAutofit/>
          </a:bodyPr>
          <a:lstStyle>
            <a:lvl1pPr>
              <a:defRPr lang="en-US" sz="2400" b="0" i="0"/>
            </a:lvl1pPr>
          </a:lstStyle>
          <a:p>
            <a:pPr marL="0" lvl="0" indent="0" rtl="0">
              <a:lnSpc>
                <a:spcPct val="150000"/>
              </a:lnSpc>
              <a:buFontTx/>
              <a:buNone/>
            </a:pPr>
            <a:r>
              <a:rPr lang="es"/>
              <a:t>Haga clic en el icono para agregar una imagen</a:t>
            </a:r>
          </a:p>
        </p:txBody>
      </p:sp>
      <p:sp>
        <p:nvSpPr>
          <p:cNvPr id="3" name="Marcador de fecha 2">
            <a:extLst>
              <a:ext uri="{FF2B5EF4-FFF2-40B4-BE49-F238E27FC236}">
                <a16:creationId xmlns:a16="http://schemas.microsoft.com/office/drawing/2014/main" id="{6CC77F2D-39D2-22F7-CF0B-39D63EBF00B7}"/>
              </a:ext>
            </a:extLst>
          </p:cNvPr>
          <p:cNvSpPr>
            <a:spLocks noGrp="1"/>
          </p:cNvSpPr>
          <p:nvPr>
            <p:ph type="dt" sz="half" idx="10"/>
          </p:nvPr>
        </p:nvSpPr>
        <p:spPr/>
        <p:txBody>
          <a:bodyPr rtlCol="0"/>
          <a:lstStyle/>
          <a:p>
            <a:pPr rtl="0"/>
            <a:r>
              <a:rPr lang="en-US"/>
              <a:t>24/2/2025</a:t>
            </a:r>
          </a:p>
        </p:txBody>
      </p:sp>
      <p:sp>
        <p:nvSpPr>
          <p:cNvPr id="4" name="Marcador de pie de página 3">
            <a:extLst>
              <a:ext uri="{FF2B5EF4-FFF2-40B4-BE49-F238E27FC236}">
                <a16:creationId xmlns:a16="http://schemas.microsoft.com/office/drawing/2014/main" id="{0B12CFE6-D05E-5478-B3A4-81DC4DCD7410}"/>
              </a:ext>
            </a:extLst>
          </p:cNvPr>
          <p:cNvSpPr>
            <a:spLocks noGrp="1"/>
          </p:cNvSpPr>
          <p:nvPr>
            <p:ph type="ftr" sz="quarter" idx="11"/>
          </p:nvPr>
        </p:nvSpPr>
        <p:spPr/>
        <p:txBody>
          <a:bodyPr rtlCol="0"/>
          <a:lstStyle/>
          <a:p>
            <a:pPr rtl="0"/>
            <a:r>
              <a:rPr lang="es"/>
              <a:t>Ejemplo de Texto de pie de página</a:t>
            </a:r>
          </a:p>
        </p:txBody>
      </p:sp>
      <p:sp>
        <p:nvSpPr>
          <p:cNvPr id="5" name="Marcador de número de diapositiva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rtlCol="0"/>
          <a:lstStyle/>
          <a:p>
            <a:pPr rtl="0"/>
            <a:fld id="{CC057153-B650-4DEB-B370-79DDCFDCE934}" type="slidenum">
              <a:rPr lang="en-US" smtClean="0"/>
              <a:t>‹Nº›</a:t>
            </a:fld>
            <a:endParaRPr lang="en-US"/>
          </a:p>
        </p:txBody>
      </p:sp>
      <p:sp>
        <p:nvSpPr>
          <p:cNvPr id="7" name="Marcador de contenido 6">
            <a:extLst>
              <a:ext uri="{FF2B5EF4-FFF2-40B4-BE49-F238E27FC236}">
                <a16:creationId xmlns:a16="http://schemas.microsoft.com/office/drawing/2014/main" id="{28C8B19A-6FC1-2B71-0BFB-9274CBF396B9}"/>
              </a:ext>
            </a:extLst>
          </p:cNvPr>
          <p:cNvSpPr>
            <a:spLocks noGrp="1"/>
          </p:cNvSpPr>
          <p:nvPr>
            <p:ph sz="quarter" idx="13"/>
          </p:nvPr>
        </p:nvSpPr>
        <p:spPr>
          <a:xfrm>
            <a:off x="612648" y="2333860"/>
            <a:ext cx="4381756" cy="3689909"/>
          </a:xfrm>
        </p:spPr>
        <p:txBody>
          <a:bodyPr rtlCol="0">
            <a:normAutofit/>
          </a:bodyPr>
          <a:lstStyle>
            <a:lvl1pPr>
              <a:defRPr sz="2400"/>
            </a:lvl1pPr>
            <a:lvl2pPr>
              <a:defRPr sz="2000"/>
            </a:lvl2pPr>
            <a:lvl3pPr>
              <a:defRPr sz="1800"/>
            </a:lvl3pPr>
            <a:lvl4pPr>
              <a:defRPr sz="1600"/>
            </a:lvl4pPr>
            <a:lvl5pPr>
              <a:defRPr sz="140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2" name="Título 1">
            <a:extLst>
              <a:ext uri="{FF2B5EF4-FFF2-40B4-BE49-F238E27FC236}">
                <a16:creationId xmlns:a16="http://schemas.microsoft.com/office/drawing/2014/main" id="{4E4019F8-742E-9EEF-F591-C9666AC32AF1}"/>
              </a:ext>
            </a:extLst>
          </p:cNvPr>
          <p:cNvSpPr>
            <a:spLocks noGrp="1"/>
          </p:cNvSpPr>
          <p:nvPr>
            <p:ph type="title"/>
          </p:nvPr>
        </p:nvSpPr>
        <p:spPr>
          <a:xfrm>
            <a:off x="612647" y="664108"/>
            <a:ext cx="7007353" cy="1554480"/>
          </a:xfrm>
        </p:spPr>
        <p:txBody>
          <a:bodyPr rtlCol="0" anchor="b">
            <a:normAutofit/>
          </a:bodyPr>
          <a:lstStyle>
            <a:lvl1pPr>
              <a:defRPr sz="4000">
                <a:solidFill>
                  <a:schemeClr val="bg1"/>
                </a:solidFill>
                <a:highlight>
                  <a:srgbClr val="000000"/>
                </a:highlight>
              </a:defRPr>
            </a:lvl1pPr>
          </a:lstStyle>
          <a:p>
            <a:pPr rtl="0"/>
            <a:r>
              <a:rPr lang="es"/>
              <a:t>Haga clic para modificar el estilo de título del patrón</a:t>
            </a:r>
          </a:p>
        </p:txBody>
      </p:sp>
    </p:spTree>
    <p:extLst>
      <p:ext uri="{BB962C8B-B14F-4D97-AF65-F5344CB8AC3E}">
        <p14:creationId xmlns:p14="http://schemas.microsoft.com/office/powerpoint/2010/main" val="2423976512"/>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ítulo, contenido 1 (máx.)">
    <p:spTree>
      <p:nvGrpSpPr>
        <p:cNvPr id="1" name=""/>
        <p:cNvGrpSpPr/>
        <p:nvPr/>
      </p:nvGrpSpPr>
      <p:grpSpPr>
        <a:xfrm>
          <a:off x="0" y="0"/>
          <a:ext cx="0" cy="0"/>
          <a:chOff x="0" y="0"/>
          <a:chExt cx="0" cy="0"/>
        </a:xfrm>
      </p:grpSpPr>
      <p:sp>
        <p:nvSpPr>
          <p:cNvPr id="4" name="Marcador de fecha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lstStyle/>
          <a:p>
            <a:pPr rtl="0"/>
            <a:r>
              <a:rPr lang="en-US"/>
              <a:t>24/2/2025</a:t>
            </a:r>
          </a:p>
        </p:txBody>
      </p:sp>
      <p:sp>
        <p:nvSpPr>
          <p:cNvPr id="5" name="Marcador de pie de página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p>
            <a:pPr rtl="0"/>
            <a:r>
              <a:rPr lang="es"/>
              <a:t>Ejemplo de Texto de pie de página</a:t>
            </a:r>
          </a:p>
        </p:txBody>
      </p:sp>
      <p:sp>
        <p:nvSpPr>
          <p:cNvPr id="6" name="Marcador de número de diapositiva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CC057153-B650-4DEB-B370-79DDCFDCE934}" type="slidenum">
              <a:rPr lang="en-US" smtClean="0"/>
              <a:t>‹Nº›</a:t>
            </a:fld>
            <a:endParaRPr lang="en-US"/>
          </a:p>
        </p:txBody>
      </p:sp>
      <p:sp>
        <p:nvSpPr>
          <p:cNvPr id="3" name="Marcador de contenido 2">
            <a:extLst>
              <a:ext uri="{FF2B5EF4-FFF2-40B4-BE49-F238E27FC236}">
                <a16:creationId xmlns:a16="http://schemas.microsoft.com/office/drawing/2014/main" id="{6C2DD052-3E45-E789-01F8-33250024ECBD}"/>
              </a:ext>
            </a:extLst>
          </p:cNvPr>
          <p:cNvSpPr>
            <a:spLocks noGrp="1"/>
          </p:cNvSpPr>
          <p:nvPr>
            <p:ph idx="1"/>
          </p:nvPr>
        </p:nvSpPr>
        <p:spPr>
          <a:xfrm>
            <a:off x="137159" y="1044465"/>
            <a:ext cx="11924209" cy="5408535"/>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137159" y="151597"/>
            <a:ext cx="11924209" cy="715505"/>
          </a:xfrm>
        </p:spPr>
        <p:txBody>
          <a:bodyPr rtlCol="0" anchor="ctr">
            <a:noAutofit/>
          </a:bodyPr>
          <a:lstStyle>
            <a:lvl1pPr>
              <a:defRPr sz="4000">
                <a:solidFill>
                  <a:schemeClr val="tx1"/>
                </a:solidFill>
              </a:defRPr>
            </a:lvl1pPr>
          </a:lstStyle>
          <a:p>
            <a:pPr rtl="0"/>
            <a:r>
              <a:rPr lang="es"/>
              <a:t>Haga clic para modificar el estilo de título del patrón</a:t>
            </a:r>
            <a:endParaRPr lang="en-US"/>
          </a:p>
        </p:txBody>
      </p:sp>
    </p:spTree>
    <p:extLst>
      <p:ext uri="{BB962C8B-B14F-4D97-AF65-F5344CB8AC3E}">
        <p14:creationId xmlns:p14="http://schemas.microsoft.com/office/powerpoint/2010/main" val="27621134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Solo contenido (máx.)">
    <p:spTree>
      <p:nvGrpSpPr>
        <p:cNvPr id="1" name=""/>
        <p:cNvGrpSpPr/>
        <p:nvPr/>
      </p:nvGrpSpPr>
      <p:grpSpPr>
        <a:xfrm>
          <a:off x="0" y="0"/>
          <a:ext cx="0" cy="0"/>
          <a:chOff x="0" y="0"/>
          <a:chExt cx="0" cy="0"/>
        </a:xfrm>
      </p:grpSpPr>
      <p:sp>
        <p:nvSpPr>
          <p:cNvPr id="4" name="Marcador de fecha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lstStyle/>
          <a:p>
            <a:pPr rtl="0"/>
            <a:r>
              <a:rPr lang="en-US"/>
              <a:t>24/2/2025</a:t>
            </a:r>
          </a:p>
        </p:txBody>
      </p:sp>
      <p:sp>
        <p:nvSpPr>
          <p:cNvPr id="5" name="Marcador de pie de página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p>
            <a:pPr rtl="0"/>
            <a:r>
              <a:rPr lang="es"/>
              <a:t>Ejemplo de Texto de pie de página</a:t>
            </a:r>
          </a:p>
        </p:txBody>
      </p:sp>
      <p:sp>
        <p:nvSpPr>
          <p:cNvPr id="6" name="Marcador de número de diapositiva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CC057153-B650-4DEB-B370-79DDCFDCE934}" type="slidenum">
              <a:rPr lang="en-US" smtClean="0"/>
              <a:t>‹Nº›</a:t>
            </a:fld>
            <a:endParaRPr lang="en-US"/>
          </a:p>
        </p:txBody>
      </p:sp>
      <p:sp>
        <p:nvSpPr>
          <p:cNvPr id="3" name="Marcador de contenido 2">
            <a:extLst>
              <a:ext uri="{FF2B5EF4-FFF2-40B4-BE49-F238E27FC236}">
                <a16:creationId xmlns:a16="http://schemas.microsoft.com/office/drawing/2014/main" id="{6C2DD052-3E45-E789-01F8-33250024ECBD}"/>
              </a:ext>
            </a:extLst>
          </p:cNvPr>
          <p:cNvSpPr>
            <a:spLocks noGrp="1"/>
          </p:cNvSpPr>
          <p:nvPr>
            <p:ph idx="1"/>
          </p:nvPr>
        </p:nvSpPr>
        <p:spPr>
          <a:xfrm>
            <a:off x="137159" y="367091"/>
            <a:ext cx="11924209" cy="6123818"/>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841248" y="-1325880"/>
            <a:ext cx="10515600" cy="1325880"/>
          </a:xfrm>
        </p:spPr>
        <p:txBody>
          <a:bodyPr rtlCol="0" anchor="ctr">
            <a:normAutofit/>
          </a:bodyPr>
          <a:lstStyle>
            <a:lvl1pPr>
              <a:defRPr sz="2400"/>
            </a:lvl1pPr>
          </a:lstStyle>
          <a:p>
            <a:pPr rtl="0"/>
            <a:r>
              <a:rPr lang="es"/>
              <a:t>Haga clic para modificar el estilo de título del patrón</a:t>
            </a:r>
          </a:p>
        </p:txBody>
      </p:sp>
    </p:spTree>
    <p:extLst>
      <p:ext uri="{BB962C8B-B14F-4D97-AF65-F5344CB8AC3E}">
        <p14:creationId xmlns:p14="http://schemas.microsoft.com/office/powerpoint/2010/main" val="19288223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ítulo, contenido 1">
    <p:spTree>
      <p:nvGrpSpPr>
        <p:cNvPr id="1" name=""/>
        <p:cNvGrpSpPr/>
        <p:nvPr/>
      </p:nvGrpSpPr>
      <p:grpSpPr>
        <a:xfrm>
          <a:off x="0" y="0"/>
          <a:ext cx="0" cy="0"/>
          <a:chOff x="0" y="0"/>
          <a:chExt cx="0" cy="0"/>
        </a:xfrm>
      </p:grpSpPr>
      <p:sp>
        <p:nvSpPr>
          <p:cNvPr id="4" name="Marcador de fecha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lstStyle/>
          <a:p>
            <a:pPr rtl="0"/>
            <a:r>
              <a:rPr lang="en-US"/>
              <a:t>24/2/2025</a:t>
            </a:r>
          </a:p>
        </p:txBody>
      </p:sp>
      <p:sp>
        <p:nvSpPr>
          <p:cNvPr id="5" name="Marcador de pie de página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p>
            <a:pPr rtl="0"/>
            <a:r>
              <a:rPr lang="es"/>
              <a:t>Ejemplo de Texto de pie de página</a:t>
            </a:r>
          </a:p>
        </p:txBody>
      </p:sp>
      <p:sp>
        <p:nvSpPr>
          <p:cNvPr id="6" name="Marcador de número de diapositiva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CC057153-B650-4DEB-B370-79DDCFDCE934}" type="slidenum">
              <a:rPr lang="en-US" smtClean="0"/>
              <a:t>‹Nº›</a:t>
            </a:fld>
            <a:endParaRPr lang="en-US"/>
          </a:p>
        </p:txBody>
      </p:sp>
      <p:sp>
        <p:nvSpPr>
          <p:cNvPr id="3" name="Marcador de contenido 2">
            <a:extLst>
              <a:ext uri="{FF2B5EF4-FFF2-40B4-BE49-F238E27FC236}">
                <a16:creationId xmlns:a16="http://schemas.microsoft.com/office/drawing/2014/main" id="{6C2DD052-3E45-E789-01F8-33250024ECBD}"/>
              </a:ext>
            </a:extLst>
          </p:cNvPr>
          <p:cNvSpPr>
            <a:spLocks noGrp="1"/>
          </p:cNvSpPr>
          <p:nvPr>
            <p:ph idx="1"/>
          </p:nvPr>
        </p:nvSpPr>
        <p:spPr>
          <a:xfrm>
            <a:off x="612647" y="2241550"/>
            <a:ext cx="10966705" cy="4067810"/>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7" name="Título 1">
            <a:extLst>
              <a:ext uri="{FF2B5EF4-FFF2-40B4-BE49-F238E27FC236}">
                <a16:creationId xmlns:a16="http://schemas.microsoft.com/office/drawing/2014/main" id="{AD96F6A0-07FF-1828-19D1-FE1D9B92187E}"/>
              </a:ext>
            </a:extLst>
          </p:cNvPr>
          <p:cNvSpPr>
            <a:spLocks noGrp="1"/>
          </p:cNvSpPr>
          <p:nvPr>
            <p:ph type="title"/>
          </p:nvPr>
        </p:nvSpPr>
        <p:spPr>
          <a:xfrm>
            <a:off x="614676" y="877457"/>
            <a:ext cx="10964675" cy="1059294"/>
          </a:xfrm>
        </p:spPr>
        <p:txBody>
          <a:bodyPr rtlCol="0">
            <a:normAutofit/>
          </a:bodyPr>
          <a:lstStyle>
            <a:lvl1pPr>
              <a:defRPr sz="4000">
                <a:solidFill>
                  <a:schemeClr val="tx1"/>
                </a:solidFill>
              </a:defRPr>
            </a:lvl1pPr>
          </a:lstStyle>
          <a:p>
            <a:pPr rtl="0"/>
            <a:r>
              <a:rPr lang="es"/>
              <a:t>Haga clic para modificar el estilo de título del patrón</a:t>
            </a:r>
          </a:p>
        </p:txBody>
      </p:sp>
    </p:spTree>
    <p:extLst>
      <p:ext uri="{BB962C8B-B14F-4D97-AF65-F5344CB8AC3E}">
        <p14:creationId xmlns:p14="http://schemas.microsoft.com/office/powerpoint/2010/main" val="31208060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ítulo, contenido 2">
    <p:spTree>
      <p:nvGrpSpPr>
        <p:cNvPr id="1" name=""/>
        <p:cNvGrpSpPr/>
        <p:nvPr/>
      </p:nvGrpSpPr>
      <p:grpSpPr>
        <a:xfrm>
          <a:off x="0" y="0"/>
          <a:ext cx="0" cy="0"/>
          <a:chOff x="0" y="0"/>
          <a:chExt cx="0" cy="0"/>
        </a:xfrm>
      </p:grpSpPr>
      <p:sp>
        <p:nvSpPr>
          <p:cNvPr id="4" name="Marcador de fecha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lstStyle/>
          <a:p>
            <a:pPr rtl="0"/>
            <a:r>
              <a:rPr lang="en-US"/>
              <a:t>24/2/2025</a:t>
            </a:r>
          </a:p>
        </p:txBody>
      </p:sp>
      <p:sp>
        <p:nvSpPr>
          <p:cNvPr id="5" name="Marcador de pie de página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p>
            <a:pPr rtl="0"/>
            <a:r>
              <a:rPr lang="es"/>
              <a:t>Ejemplo de Texto de pie de página</a:t>
            </a:r>
          </a:p>
        </p:txBody>
      </p:sp>
      <p:sp>
        <p:nvSpPr>
          <p:cNvPr id="6" name="Marcador de número de diapositiva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CC057153-B650-4DEB-B370-79DDCFDCE934}" type="slidenum">
              <a:rPr lang="en-US" smtClean="0"/>
              <a:t>‹Nº›</a:t>
            </a:fld>
            <a:endParaRPr lang="en-US"/>
          </a:p>
        </p:txBody>
      </p:sp>
      <p:sp>
        <p:nvSpPr>
          <p:cNvPr id="8" name="Marcador de contenido 7">
            <a:extLst>
              <a:ext uri="{FF2B5EF4-FFF2-40B4-BE49-F238E27FC236}">
                <a16:creationId xmlns:a16="http://schemas.microsoft.com/office/drawing/2014/main" id="{7D633F00-464B-3088-812A-40496FD1021A}"/>
              </a:ext>
            </a:extLst>
          </p:cNvPr>
          <p:cNvSpPr>
            <a:spLocks noGrp="1"/>
          </p:cNvSpPr>
          <p:nvPr>
            <p:ph sz="quarter" idx="13"/>
          </p:nvPr>
        </p:nvSpPr>
        <p:spPr>
          <a:xfrm>
            <a:off x="6273800" y="2386584"/>
            <a:ext cx="4325112" cy="2459736"/>
          </a:xfrm>
        </p:spPr>
        <p:txBody>
          <a:bodyPr rtlCol="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1028347" y="2385975"/>
            <a:ext cx="4325112" cy="2454796"/>
          </a:xfrm>
        </p:spPr>
        <p:txBody>
          <a:bodyPr rtlCol="0">
            <a:normAutofit/>
          </a:bodyPr>
          <a:lstStyle>
            <a:lvl1pPr>
              <a:defRPr sz="4000">
                <a:solidFill>
                  <a:schemeClr val="bg1"/>
                </a:solidFill>
                <a:highlight>
                  <a:srgbClr val="000000"/>
                </a:highlight>
              </a:defRPr>
            </a:lvl1pPr>
          </a:lstStyle>
          <a:p>
            <a:pPr rtl="0"/>
            <a:r>
              <a:rPr lang="es"/>
              <a:t>Haga clic para modificar el estilo de título del patrón</a:t>
            </a:r>
            <a:endParaRPr lang="en-US"/>
          </a:p>
        </p:txBody>
      </p:sp>
    </p:spTree>
    <p:extLst>
      <p:ext uri="{BB962C8B-B14F-4D97-AF65-F5344CB8AC3E}">
        <p14:creationId xmlns:p14="http://schemas.microsoft.com/office/powerpoint/2010/main" val="26261785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ítulo, contenido 3">
    <p:spTree>
      <p:nvGrpSpPr>
        <p:cNvPr id="1" name=""/>
        <p:cNvGrpSpPr/>
        <p:nvPr/>
      </p:nvGrpSpPr>
      <p:grpSpPr>
        <a:xfrm>
          <a:off x="0" y="0"/>
          <a:ext cx="0" cy="0"/>
          <a:chOff x="0" y="0"/>
          <a:chExt cx="0" cy="0"/>
        </a:xfrm>
      </p:grpSpPr>
      <p:sp>
        <p:nvSpPr>
          <p:cNvPr id="4" name="Marcador de fecha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lstStyle/>
          <a:p>
            <a:pPr rtl="0"/>
            <a:r>
              <a:rPr lang="en-US"/>
              <a:t>24/2/2025</a:t>
            </a:r>
          </a:p>
        </p:txBody>
      </p:sp>
      <p:sp>
        <p:nvSpPr>
          <p:cNvPr id="5" name="Marcador de pie de página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p>
            <a:pPr rtl="0"/>
            <a:r>
              <a:rPr lang="es"/>
              <a:t>Ejemplo de Texto de pie de página</a:t>
            </a:r>
          </a:p>
        </p:txBody>
      </p:sp>
      <p:sp>
        <p:nvSpPr>
          <p:cNvPr id="6" name="Marcador de número de diapositiva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CC057153-B650-4DEB-B370-79DDCFDCE934}" type="slidenum">
              <a:rPr lang="en-US" smtClean="0"/>
              <a:t>‹Nº›</a:t>
            </a:fld>
            <a:endParaRPr lang="en-US"/>
          </a:p>
        </p:txBody>
      </p:sp>
      <p:sp>
        <p:nvSpPr>
          <p:cNvPr id="8" name="Marcador de contenido 7">
            <a:extLst>
              <a:ext uri="{FF2B5EF4-FFF2-40B4-BE49-F238E27FC236}">
                <a16:creationId xmlns:a16="http://schemas.microsoft.com/office/drawing/2014/main" id="{D42D62A0-8127-CE86-0633-0D65E1E136F7}"/>
              </a:ext>
            </a:extLst>
          </p:cNvPr>
          <p:cNvSpPr>
            <a:spLocks noGrp="1"/>
          </p:cNvSpPr>
          <p:nvPr>
            <p:ph sz="quarter" idx="13"/>
          </p:nvPr>
        </p:nvSpPr>
        <p:spPr>
          <a:xfrm>
            <a:off x="5519738" y="2254250"/>
            <a:ext cx="4956175" cy="3556000"/>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1028347" y="2258568"/>
            <a:ext cx="3813048" cy="3557016"/>
          </a:xfrm>
        </p:spPr>
        <p:txBody>
          <a:bodyPr rtlCol="0">
            <a:normAutofit/>
          </a:bodyPr>
          <a:lstStyle>
            <a:lvl1pPr>
              <a:defRPr sz="4000">
                <a:solidFill>
                  <a:schemeClr val="bg1"/>
                </a:solidFill>
                <a:highlight>
                  <a:srgbClr val="000000"/>
                </a:highlight>
              </a:defRPr>
            </a:lvl1pPr>
          </a:lstStyle>
          <a:p>
            <a:pPr rtl="0"/>
            <a:r>
              <a:rPr lang="es"/>
              <a:t>Haga clic para modificar el estilo de título del patrón</a:t>
            </a:r>
            <a:endParaRPr lang="en-US"/>
          </a:p>
        </p:txBody>
      </p:sp>
    </p:spTree>
    <p:extLst>
      <p:ext uri="{BB962C8B-B14F-4D97-AF65-F5344CB8AC3E}">
        <p14:creationId xmlns:p14="http://schemas.microsoft.com/office/powerpoint/2010/main" val="4265700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ítulo, contenido 4">
    <p:spTree>
      <p:nvGrpSpPr>
        <p:cNvPr id="1" name=""/>
        <p:cNvGrpSpPr/>
        <p:nvPr/>
      </p:nvGrpSpPr>
      <p:grpSpPr>
        <a:xfrm>
          <a:off x="0" y="0"/>
          <a:ext cx="0" cy="0"/>
          <a:chOff x="0" y="0"/>
          <a:chExt cx="0" cy="0"/>
        </a:xfrm>
      </p:grpSpPr>
      <p:sp>
        <p:nvSpPr>
          <p:cNvPr id="4" name="Marcador de fecha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lstStyle/>
          <a:p>
            <a:pPr rtl="0"/>
            <a:r>
              <a:rPr lang="en-US"/>
              <a:t>24/2/2025</a:t>
            </a:r>
          </a:p>
        </p:txBody>
      </p:sp>
      <p:sp>
        <p:nvSpPr>
          <p:cNvPr id="5" name="Marcador de pie de página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p>
            <a:pPr rtl="0"/>
            <a:r>
              <a:rPr lang="es"/>
              <a:t>Ejemplo de Texto de pie de página</a:t>
            </a:r>
          </a:p>
        </p:txBody>
      </p:sp>
      <p:sp>
        <p:nvSpPr>
          <p:cNvPr id="6" name="Marcador de número de diapositiva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CC057153-B650-4DEB-B370-79DDCFDCE934}" type="slidenum">
              <a:rPr lang="en-US" smtClean="0"/>
              <a:t>‹Nº›</a:t>
            </a:fld>
            <a:endParaRPr lang="en-US"/>
          </a:p>
        </p:txBody>
      </p:sp>
      <p:sp>
        <p:nvSpPr>
          <p:cNvPr id="8" name="Marcador de contenido 7">
            <a:extLst>
              <a:ext uri="{FF2B5EF4-FFF2-40B4-BE49-F238E27FC236}">
                <a16:creationId xmlns:a16="http://schemas.microsoft.com/office/drawing/2014/main" id="{FFB4667A-FE47-8556-FD3A-55FDBA801D76}"/>
              </a:ext>
            </a:extLst>
          </p:cNvPr>
          <p:cNvSpPr>
            <a:spLocks noGrp="1"/>
          </p:cNvSpPr>
          <p:nvPr>
            <p:ph sz="quarter" idx="13"/>
          </p:nvPr>
        </p:nvSpPr>
        <p:spPr>
          <a:xfrm>
            <a:off x="5519738" y="1538288"/>
            <a:ext cx="5681662" cy="4818062"/>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614678" y="1537853"/>
            <a:ext cx="4145582" cy="4638825"/>
          </a:xfrm>
        </p:spPr>
        <p:txBody>
          <a:bodyPr rtlCol="0">
            <a:normAutofit/>
          </a:bodyPr>
          <a:lstStyle>
            <a:lvl1pPr>
              <a:defRPr sz="4000">
                <a:solidFill>
                  <a:schemeClr val="bg1"/>
                </a:solidFill>
                <a:highlight>
                  <a:srgbClr val="000000"/>
                </a:highlight>
              </a:defRPr>
            </a:lvl1pPr>
          </a:lstStyle>
          <a:p>
            <a:pPr rtl="0"/>
            <a:r>
              <a:rPr lang="es"/>
              <a:t>Haga clic para modificar el estilo de título del patrón</a:t>
            </a:r>
            <a:endParaRPr lang="en-US"/>
          </a:p>
        </p:txBody>
      </p:sp>
    </p:spTree>
    <p:extLst>
      <p:ext uri="{BB962C8B-B14F-4D97-AF65-F5344CB8AC3E}">
        <p14:creationId xmlns:p14="http://schemas.microsoft.com/office/powerpoint/2010/main" val="14599439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ítulo, contenido 5">
    <p:spTree>
      <p:nvGrpSpPr>
        <p:cNvPr id="1" name=""/>
        <p:cNvGrpSpPr/>
        <p:nvPr/>
      </p:nvGrpSpPr>
      <p:grpSpPr>
        <a:xfrm>
          <a:off x="0" y="0"/>
          <a:ext cx="0" cy="0"/>
          <a:chOff x="0" y="0"/>
          <a:chExt cx="0" cy="0"/>
        </a:xfrm>
      </p:grpSpPr>
      <p:sp>
        <p:nvSpPr>
          <p:cNvPr id="4" name="Marcador de fecha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lstStyle/>
          <a:p>
            <a:pPr rtl="0"/>
            <a:r>
              <a:rPr lang="en-US"/>
              <a:t>24/2/2025</a:t>
            </a:r>
          </a:p>
        </p:txBody>
      </p:sp>
      <p:sp>
        <p:nvSpPr>
          <p:cNvPr id="5" name="Marcador de pie de página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p>
            <a:pPr rtl="0"/>
            <a:r>
              <a:rPr lang="es"/>
              <a:t>Ejemplo de Texto de pie de página</a:t>
            </a:r>
          </a:p>
        </p:txBody>
      </p:sp>
      <p:sp>
        <p:nvSpPr>
          <p:cNvPr id="6" name="Marcador de número de diapositiva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CC057153-B650-4DEB-B370-79DDCFDCE934}" type="slidenum">
              <a:rPr lang="en-US" smtClean="0"/>
              <a:t>‹Nº›</a:t>
            </a:fld>
            <a:endParaRPr lang="en-US"/>
          </a:p>
        </p:txBody>
      </p:sp>
      <p:sp>
        <p:nvSpPr>
          <p:cNvPr id="8" name="Marcador de contenido 7">
            <a:extLst>
              <a:ext uri="{FF2B5EF4-FFF2-40B4-BE49-F238E27FC236}">
                <a16:creationId xmlns:a16="http://schemas.microsoft.com/office/drawing/2014/main" id="{C6F072A2-EBC7-B7EA-DA98-BAC0AA46E7A4}"/>
              </a:ext>
            </a:extLst>
          </p:cNvPr>
          <p:cNvSpPr>
            <a:spLocks noGrp="1"/>
          </p:cNvSpPr>
          <p:nvPr>
            <p:ph sz="quarter" idx="13"/>
          </p:nvPr>
        </p:nvSpPr>
        <p:spPr>
          <a:xfrm>
            <a:off x="5522913" y="877456"/>
            <a:ext cx="6159500" cy="5390822"/>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614677" y="877456"/>
            <a:ext cx="4142232" cy="4940661"/>
          </a:xfrm>
        </p:spPr>
        <p:txBody>
          <a:bodyPr rtlCol="0">
            <a:normAutofit/>
          </a:bodyPr>
          <a:lstStyle>
            <a:lvl1pPr>
              <a:defRPr sz="4000">
                <a:solidFill>
                  <a:schemeClr val="tx1"/>
                </a:solidFill>
              </a:defRPr>
            </a:lvl1pPr>
          </a:lstStyle>
          <a:p>
            <a:pPr rtl="0"/>
            <a:r>
              <a:rPr lang="es"/>
              <a:t>Haga clic para modificar el estilo de título del patrón</a:t>
            </a:r>
            <a:endParaRPr lang="en-US"/>
          </a:p>
        </p:txBody>
      </p:sp>
    </p:spTree>
    <p:extLst>
      <p:ext uri="{BB962C8B-B14F-4D97-AF65-F5344CB8AC3E}">
        <p14:creationId xmlns:p14="http://schemas.microsoft.com/office/powerpoint/2010/main" val="379274383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ítulo, contenido 6">
    <p:spTree>
      <p:nvGrpSpPr>
        <p:cNvPr id="1" name=""/>
        <p:cNvGrpSpPr/>
        <p:nvPr/>
      </p:nvGrpSpPr>
      <p:grpSpPr>
        <a:xfrm>
          <a:off x="0" y="0"/>
          <a:ext cx="0" cy="0"/>
          <a:chOff x="0" y="0"/>
          <a:chExt cx="0" cy="0"/>
        </a:xfrm>
      </p:grpSpPr>
      <p:sp>
        <p:nvSpPr>
          <p:cNvPr id="4" name="Marcador de fecha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lstStyle/>
          <a:p>
            <a:pPr rtl="0"/>
            <a:r>
              <a:rPr lang="en-US"/>
              <a:t>24/2/2025</a:t>
            </a:r>
          </a:p>
        </p:txBody>
      </p:sp>
      <p:sp>
        <p:nvSpPr>
          <p:cNvPr id="5" name="Marcador de pie de página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p>
            <a:pPr rtl="0"/>
            <a:r>
              <a:rPr lang="es"/>
              <a:t>Ejemplo de Texto de pie de página</a:t>
            </a:r>
          </a:p>
        </p:txBody>
      </p:sp>
      <p:sp>
        <p:nvSpPr>
          <p:cNvPr id="6" name="Marcador de número de diapositiva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CC057153-B650-4DEB-B370-79DDCFDCE934}" type="slidenum">
              <a:rPr lang="en-US" smtClean="0"/>
              <a:t>‹Nº›</a:t>
            </a:fld>
            <a:endParaRPr lang="en-US"/>
          </a:p>
        </p:txBody>
      </p:sp>
      <p:sp>
        <p:nvSpPr>
          <p:cNvPr id="8" name="Marcador de contenido 7">
            <a:extLst>
              <a:ext uri="{FF2B5EF4-FFF2-40B4-BE49-F238E27FC236}">
                <a16:creationId xmlns:a16="http://schemas.microsoft.com/office/drawing/2014/main" id="{8C71126E-AEFA-B45A-CD39-AC1315E03339}"/>
              </a:ext>
            </a:extLst>
          </p:cNvPr>
          <p:cNvSpPr>
            <a:spLocks noGrp="1"/>
          </p:cNvSpPr>
          <p:nvPr>
            <p:ph sz="quarter" idx="13"/>
          </p:nvPr>
        </p:nvSpPr>
        <p:spPr>
          <a:xfrm>
            <a:off x="4504268" y="549274"/>
            <a:ext cx="7315200" cy="5806440"/>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372533" y="548639"/>
            <a:ext cx="3494314" cy="5719639"/>
          </a:xfrm>
        </p:spPr>
        <p:txBody>
          <a:bodyPr rtlCol="0">
            <a:normAutofit/>
          </a:bodyPr>
          <a:lstStyle>
            <a:lvl1pPr>
              <a:defRPr sz="4000">
                <a:solidFill>
                  <a:schemeClr val="tx1"/>
                </a:solidFill>
              </a:defRPr>
            </a:lvl1pPr>
          </a:lstStyle>
          <a:p>
            <a:pPr rtl="0"/>
            <a:r>
              <a:rPr lang="es"/>
              <a:t>Haga clic para modificar el estilo de título del patrón</a:t>
            </a:r>
            <a:endParaRPr lang="en-US"/>
          </a:p>
        </p:txBody>
      </p:sp>
    </p:spTree>
    <p:extLst>
      <p:ext uri="{BB962C8B-B14F-4D97-AF65-F5344CB8AC3E}">
        <p14:creationId xmlns:p14="http://schemas.microsoft.com/office/powerpoint/2010/main" val="222791670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Foto de contenido 1">
    <p:spTree>
      <p:nvGrpSpPr>
        <p:cNvPr id="1" name=""/>
        <p:cNvGrpSpPr/>
        <p:nvPr/>
      </p:nvGrpSpPr>
      <p:grpSpPr>
        <a:xfrm>
          <a:off x="0" y="0"/>
          <a:ext cx="0" cy="0"/>
          <a:chOff x="0" y="0"/>
          <a:chExt cx="0" cy="0"/>
        </a:xfrm>
      </p:grpSpPr>
      <p:sp>
        <p:nvSpPr>
          <p:cNvPr id="11" name="Marcador de posición de imagen 10">
            <a:extLst>
              <a:ext uri="{FF2B5EF4-FFF2-40B4-BE49-F238E27FC236}">
                <a16:creationId xmlns:a16="http://schemas.microsoft.com/office/drawing/2014/main" id="{7F8EA658-2652-6F81-1B04-D50C60A3F171}"/>
              </a:ext>
            </a:extLst>
          </p:cNvPr>
          <p:cNvSpPr>
            <a:spLocks noGrp="1"/>
          </p:cNvSpPr>
          <p:nvPr>
            <p:ph type="pic" sz="quarter" idx="13"/>
          </p:nvPr>
        </p:nvSpPr>
        <p:spPr>
          <a:xfrm>
            <a:off x="0" y="1"/>
            <a:ext cx="4793885" cy="6858000"/>
          </a:xfrm>
          <a:blipFill dpi="0" rotWithShape="1">
            <a:blip r:embed="rId2">
              <a:alphaModFix amt="70000"/>
              <a:extLst>
                <a:ext uri="{28A0092B-C50C-407E-A947-70E740481C1C}">
                  <a14:useLocalDpi xmlns:a14="http://schemas.microsoft.com/office/drawing/2010/main" val="0"/>
                </a:ext>
              </a:extLst>
            </a:blip>
            <a:srcRect/>
            <a:stretch>
              <a:fillRect/>
            </a:stretch>
          </a:blipFill>
        </p:spPr>
        <p:txBody>
          <a:bodyPr rtlCol="0"/>
          <a:lstStyle/>
          <a:p>
            <a:pPr rtl="0"/>
            <a:r>
              <a:rPr lang="es"/>
              <a:t>Haga clic en el icono para agregar una imagen</a:t>
            </a:r>
          </a:p>
        </p:txBody>
      </p:sp>
      <p:sp>
        <p:nvSpPr>
          <p:cNvPr id="4" name="Marcador de fecha 3">
            <a:extLst>
              <a:ext uri="{FF2B5EF4-FFF2-40B4-BE49-F238E27FC236}">
                <a16:creationId xmlns:a16="http://schemas.microsoft.com/office/drawing/2014/main" id="{1E742B5C-5438-96A4-4A2A-AE939906F8A4}"/>
              </a:ext>
            </a:extLst>
          </p:cNvPr>
          <p:cNvSpPr>
            <a:spLocks noGrp="1"/>
          </p:cNvSpPr>
          <p:nvPr>
            <p:ph type="dt" sz="half" idx="15"/>
          </p:nvPr>
        </p:nvSpPr>
        <p:spPr>
          <a:xfrm>
            <a:off x="5538937" y="6453002"/>
            <a:ext cx="3337584" cy="365125"/>
          </a:xfrm>
        </p:spPr>
        <p:txBody>
          <a:bodyPr rtlCol="0"/>
          <a:lstStyle/>
          <a:p>
            <a:pPr rtl="0"/>
            <a:r>
              <a:rPr lang="en-US"/>
              <a:t>24/2/2025</a:t>
            </a:r>
          </a:p>
        </p:txBody>
      </p:sp>
      <p:sp>
        <p:nvSpPr>
          <p:cNvPr id="9" name="Marcador de pie de página 8">
            <a:extLst>
              <a:ext uri="{FF2B5EF4-FFF2-40B4-BE49-F238E27FC236}">
                <a16:creationId xmlns:a16="http://schemas.microsoft.com/office/drawing/2014/main" id="{C65BFCB1-FAA8-D03A-3B62-DCB2CF1CA112}"/>
              </a:ext>
            </a:extLst>
          </p:cNvPr>
          <p:cNvSpPr>
            <a:spLocks noGrp="1"/>
          </p:cNvSpPr>
          <p:nvPr>
            <p:ph type="ftr" sz="quarter" idx="16"/>
          </p:nvPr>
        </p:nvSpPr>
        <p:spPr/>
        <p:txBody>
          <a:bodyPr rtlCol="0"/>
          <a:lstStyle/>
          <a:p>
            <a:pPr rtl="0"/>
            <a:r>
              <a:rPr lang="es"/>
              <a:t>Ejemplo de Texto de pie de página</a:t>
            </a:r>
          </a:p>
        </p:txBody>
      </p:sp>
      <p:sp>
        <p:nvSpPr>
          <p:cNvPr id="10" name="Marcador de número de diapositiva 9">
            <a:extLst>
              <a:ext uri="{FF2B5EF4-FFF2-40B4-BE49-F238E27FC236}">
                <a16:creationId xmlns:a16="http://schemas.microsoft.com/office/drawing/2014/main" id="{0A608994-46CD-AAE0-DCC4-A59D26254D84}"/>
              </a:ext>
            </a:extLst>
          </p:cNvPr>
          <p:cNvSpPr>
            <a:spLocks noGrp="1"/>
          </p:cNvSpPr>
          <p:nvPr>
            <p:ph type="sldNum" sz="quarter" idx="17"/>
          </p:nvPr>
        </p:nvSpPr>
        <p:spPr/>
        <p:txBody>
          <a:bodyPr rtlCol="0"/>
          <a:lstStyle/>
          <a:p>
            <a:pPr rtl="0"/>
            <a:fld id="{CC057153-B650-4DEB-B370-79DDCFDCE934}" type="slidenum">
              <a:rPr lang="en-US" smtClean="0"/>
              <a:t>‹Nº›</a:t>
            </a:fld>
            <a:endParaRPr lang="en-US"/>
          </a:p>
        </p:txBody>
      </p:sp>
      <p:sp>
        <p:nvSpPr>
          <p:cNvPr id="8" name="Marcador de contenido 7">
            <a:extLst>
              <a:ext uri="{FF2B5EF4-FFF2-40B4-BE49-F238E27FC236}">
                <a16:creationId xmlns:a16="http://schemas.microsoft.com/office/drawing/2014/main" id="{818B74D6-CD72-B859-C229-60DB988B25E3}"/>
              </a:ext>
            </a:extLst>
          </p:cNvPr>
          <p:cNvSpPr>
            <a:spLocks noGrp="1"/>
          </p:cNvSpPr>
          <p:nvPr>
            <p:ph sz="quarter" idx="14"/>
          </p:nvPr>
        </p:nvSpPr>
        <p:spPr>
          <a:xfrm>
            <a:off x="5538937" y="1828800"/>
            <a:ext cx="6071616" cy="4489704"/>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3872062" y="548640"/>
            <a:ext cx="7738491" cy="1143000"/>
          </a:xfrm>
        </p:spPr>
        <p:txBody>
          <a:bodyPr rtlCol="0" anchor="b">
            <a:noAutofit/>
          </a:bodyPr>
          <a:lstStyle>
            <a:lvl1pPr>
              <a:defRPr sz="4000">
                <a:solidFill>
                  <a:schemeClr val="bg1"/>
                </a:solidFill>
                <a:highlight>
                  <a:srgbClr val="000000"/>
                </a:highlight>
              </a:defRPr>
            </a:lvl1pPr>
          </a:lstStyle>
          <a:p>
            <a:pPr rtl="0"/>
            <a:r>
              <a:rPr lang="es"/>
              <a:t>Haga clic para modificar el estilo de título del patrón</a:t>
            </a:r>
            <a:endParaRPr lang="en-US"/>
          </a:p>
        </p:txBody>
      </p:sp>
    </p:spTree>
    <p:extLst>
      <p:ext uri="{BB962C8B-B14F-4D97-AF65-F5344CB8AC3E}">
        <p14:creationId xmlns:p14="http://schemas.microsoft.com/office/powerpoint/2010/main" val="396748744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Foto del contenido 2">
    <p:spTree>
      <p:nvGrpSpPr>
        <p:cNvPr id="1" name=""/>
        <p:cNvGrpSpPr/>
        <p:nvPr/>
      </p:nvGrpSpPr>
      <p:grpSpPr>
        <a:xfrm>
          <a:off x="0" y="0"/>
          <a:ext cx="0" cy="0"/>
          <a:chOff x="0" y="0"/>
          <a:chExt cx="0" cy="0"/>
        </a:xfrm>
      </p:grpSpPr>
      <p:sp>
        <p:nvSpPr>
          <p:cNvPr id="11" name="Marcador de posición de imagen 10">
            <a:extLst>
              <a:ext uri="{FF2B5EF4-FFF2-40B4-BE49-F238E27FC236}">
                <a16:creationId xmlns:a16="http://schemas.microsoft.com/office/drawing/2014/main" id="{7F8EA658-2652-6F81-1B04-D50C60A3F171}"/>
              </a:ext>
            </a:extLst>
          </p:cNvPr>
          <p:cNvSpPr>
            <a:spLocks noGrp="1"/>
          </p:cNvSpPr>
          <p:nvPr>
            <p:ph type="pic" sz="quarter" idx="13"/>
          </p:nvPr>
        </p:nvSpPr>
        <p:spPr>
          <a:xfrm>
            <a:off x="7400544" y="0"/>
            <a:ext cx="4791456" cy="6858000"/>
          </a:xfrm>
          <a:blipFill dpi="0" rotWithShape="1">
            <a:blip r:embed="rId2">
              <a:alphaModFix amt="70000"/>
              <a:extLst>
                <a:ext uri="{28A0092B-C50C-407E-A947-70E740481C1C}">
                  <a14:useLocalDpi xmlns:a14="http://schemas.microsoft.com/office/drawing/2010/main" val="0"/>
                </a:ext>
              </a:extLst>
            </a:blip>
            <a:srcRect/>
            <a:stretch>
              <a:fillRect/>
            </a:stretch>
          </a:blipFill>
        </p:spPr>
        <p:txBody>
          <a:bodyPr vert="horz" lIns="91440" tIns="45720" rIns="91440" bIns="45720" rtlCol="0">
            <a:normAutofit/>
          </a:bodyPr>
          <a:lstStyle>
            <a:lvl1pPr>
              <a:defRPr lang="en-US" dirty="0"/>
            </a:lvl1pPr>
          </a:lstStyle>
          <a:p>
            <a:pPr lvl="0" rtl="0"/>
            <a:r>
              <a:rPr lang="es"/>
              <a:t>Haga clic en el icono para agregar una imagen</a:t>
            </a:r>
          </a:p>
        </p:txBody>
      </p:sp>
      <p:sp>
        <p:nvSpPr>
          <p:cNvPr id="9" name="Marcador de fecha 8">
            <a:extLst>
              <a:ext uri="{FF2B5EF4-FFF2-40B4-BE49-F238E27FC236}">
                <a16:creationId xmlns:a16="http://schemas.microsoft.com/office/drawing/2014/main" id="{81177663-FC76-DF36-EEB7-5BE4C6C82F3A}"/>
              </a:ext>
            </a:extLst>
          </p:cNvPr>
          <p:cNvSpPr>
            <a:spLocks noGrp="1"/>
          </p:cNvSpPr>
          <p:nvPr>
            <p:ph type="dt" sz="half" idx="15"/>
          </p:nvPr>
        </p:nvSpPr>
        <p:spPr/>
        <p:txBody>
          <a:bodyPr rtlCol="0"/>
          <a:lstStyle/>
          <a:p>
            <a:pPr rtl="0"/>
            <a:r>
              <a:rPr lang="en-US"/>
              <a:t>24/2/2025</a:t>
            </a:r>
          </a:p>
        </p:txBody>
      </p:sp>
      <p:sp>
        <p:nvSpPr>
          <p:cNvPr id="10" name="Marcador de pie de página 9">
            <a:extLst>
              <a:ext uri="{FF2B5EF4-FFF2-40B4-BE49-F238E27FC236}">
                <a16:creationId xmlns:a16="http://schemas.microsoft.com/office/drawing/2014/main" id="{4515DEC4-C967-ABFB-73CF-0A90335332A4}"/>
              </a:ext>
            </a:extLst>
          </p:cNvPr>
          <p:cNvSpPr>
            <a:spLocks noGrp="1"/>
          </p:cNvSpPr>
          <p:nvPr>
            <p:ph type="ftr" sz="quarter" idx="16"/>
          </p:nvPr>
        </p:nvSpPr>
        <p:spPr>
          <a:xfrm>
            <a:off x="3950591" y="6453002"/>
            <a:ext cx="2805405" cy="365125"/>
          </a:xfrm>
        </p:spPr>
        <p:txBody>
          <a:bodyPr rtlCol="0"/>
          <a:lstStyle/>
          <a:p>
            <a:pPr rtl="0"/>
            <a:r>
              <a:rPr lang="es"/>
              <a:t>Muestra de texto de pie de página</a:t>
            </a:r>
          </a:p>
        </p:txBody>
      </p:sp>
      <p:sp>
        <p:nvSpPr>
          <p:cNvPr id="12" name="Marcador de número de diapositiva 11">
            <a:extLst>
              <a:ext uri="{FF2B5EF4-FFF2-40B4-BE49-F238E27FC236}">
                <a16:creationId xmlns:a16="http://schemas.microsoft.com/office/drawing/2014/main" id="{A5A5085F-BE80-B110-AA1F-9DD0919E27D7}"/>
              </a:ext>
            </a:extLst>
          </p:cNvPr>
          <p:cNvSpPr>
            <a:spLocks noGrp="1"/>
          </p:cNvSpPr>
          <p:nvPr>
            <p:ph type="sldNum" sz="quarter" idx="17"/>
          </p:nvPr>
        </p:nvSpPr>
        <p:spPr>
          <a:xfrm>
            <a:off x="6706232" y="6453002"/>
            <a:ext cx="429207" cy="365125"/>
          </a:xfrm>
        </p:spPr>
        <p:txBody>
          <a:bodyPr rtlCol="0"/>
          <a:lstStyle/>
          <a:p>
            <a:pPr rtl="0"/>
            <a:fld id="{CC057153-B650-4DEB-B370-79DDCFDCE934}" type="slidenum">
              <a:rPr lang="en-US" smtClean="0"/>
              <a:t>‹Nº›</a:t>
            </a:fld>
            <a:endParaRPr lang="en-US"/>
          </a:p>
        </p:txBody>
      </p:sp>
      <p:sp>
        <p:nvSpPr>
          <p:cNvPr id="8" name="Marcador de contenido 7">
            <a:extLst>
              <a:ext uri="{FF2B5EF4-FFF2-40B4-BE49-F238E27FC236}">
                <a16:creationId xmlns:a16="http://schemas.microsoft.com/office/drawing/2014/main" id="{07755DB3-9272-8E5E-039F-AC14A2C07898}"/>
              </a:ext>
            </a:extLst>
          </p:cNvPr>
          <p:cNvSpPr>
            <a:spLocks noGrp="1"/>
          </p:cNvSpPr>
          <p:nvPr>
            <p:ph sz="quarter" idx="14"/>
          </p:nvPr>
        </p:nvSpPr>
        <p:spPr>
          <a:xfrm>
            <a:off x="612774" y="1828800"/>
            <a:ext cx="6135624" cy="4489704"/>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612647" y="548640"/>
            <a:ext cx="7717317" cy="1143000"/>
          </a:xfrm>
        </p:spPr>
        <p:txBody>
          <a:bodyPr rtlCol="0" anchor="b">
            <a:noAutofit/>
          </a:bodyPr>
          <a:lstStyle>
            <a:lvl1pPr>
              <a:defRPr sz="4000">
                <a:solidFill>
                  <a:schemeClr val="bg1"/>
                </a:solidFill>
                <a:highlight>
                  <a:srgbClr val="000000"/>
                </a:highlight>
              </a:defRPr>
            </a:lvl1pPr>
          </a:lstStyle>
          <a:p>
            <a:pPr rtl="0"/>
            <a:r>
              <a:rPr lang="es"/>
              <a:t>Haga clic para modificar el estilo de título del patrón</a:t>
            </a:r>
            <a:endParaRPr lang="en-US"/>
          </a:p>
        </p:txBody>
      </p:sp>
    </p:spTree>
    <p:extLst>
      <p:ext uri="{BB962C8B-B14F-4D97-AF65-F5344CB8AC3E}">
        <p14:creationId xmlns:p14="http://schemas.microsoft.com/office/powerpoint/2010/main" val="149695832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Foto del contenido 3">
    <p:spTree>
      <p:nvGrpSpPr>
        <p:cNvPr id="1" name=""/>
        <p:cNvGrpSpPr/>
        <p:nvPr/>
      </p:nvGrpSpPr>
      <p:grpSpPr>
        <a:xfrm>
          <a:off x="0" y="0"/>
          <a:ext cx="0" cy="0"/>
          <a:chOff x="0" y="0"/>
          <a:chExt cx="0" cy="0"/>
        </a:xfrm>
      </p:grpSpPr>
      <p:sp>
        <p:nvSpPr>
          <p:cNvPr id="11" name="Marcador de posición de imagen 10">
            <a:extLst>
              <a:ext uri="{FF2B5EF4-FFF2-40B4-BE49-F238E27FC236}">
                <a16:creationId xmlns:a16="http://schemas.microsoft.com/office/drawing/2014/main" id="{7F8EA658-2652-6F81-1B04-D50C60A3F171}"/>
              </a:ext>
            </a:extLst>
          </p:cNvPr>
          <p:cNvSpPr>
            <a:spLocks noGrp="1"/>
          </p:cNvSpPr>
          <p:nvPr>
            <p:ph type="pic" sz="quarter" idx="13"/>
          </p:nvPr>
        </p:nvSpPr>
        <p:spPr>
          <a:xfrm>
            <a:off x="0" y="1"/>
            <a:ext cx="4023360" cy="6858000"/>
          </a:xfrm>
          <a:blipFill dpi="0" rotWithShape="1">
            <a:blip r:embed="rId2">
              <a:alphaModFix amt="70000"/>
              <a:extLst>
                <a:ext uri="{28A0092B-C50C-407E-A947-70E740481C1C}">
                  <a14:useLocalDpi xmlns:a14="http://schemas.microsoft.com/office/drawing/2010/main" val="0"/>
                </a:ext>
              </a:extLst>
            </a:blip>
            <a:srcRect/>
            <a:stretch>
              <a:fillRect/>
            </a:stretch>
          </a:blipFill>
        </p:spPr>
        <p:txBody>
          <a:bodyPr vert="horz" lIns="91440" tIns="45720" rIns="91440" bIns="45720" rtlCol="0">
            <a:normAutofit/>
          </a:bodyPr>
          <a:lstStyle>
            <a:lvl1pPr>
              <a:defRPr lang="en-US"/>
            </a:lvl1pPr>
          </a:lstStyle>
          <a:p>
            <a:pPr lvl="0" rtl="0"/>
            <a:r>
              <a:rPr lang="es"/>
              <a:t>Haga clic en el icono para agregar una imagen</a:t>
            </a:r>
          </a:p>
        </p:txBody>
      </p:sp>
      <p:sp>
        <p:nvSpPr>
          <p:cNvPr id="3" name="Marcador de fecha 2">
            <a:extLst>
              <a:ext uri="{FF2B5EF4-FFF2-40B4-BE49-F238E27FC236}">
                <a16:creationId xmlns:a16="http://schemas.microsoft.com/office/drawing/2014/main" id="{F0BFB53A-8FDF-F131-DCF2-D7BECE95381F}"/>
              </a:ext>
            </a:extLst>
          </p:cNvPr>
          <p:cNvSpPr>
            <a:spLocks noGrp="1"/>
          </p:cNvSpPr>
          <p:nvPr>
            <p:ph type="dt" sz="half" idx="15"/>
          </p:nvPr>
        </p:nvSpPr>
        <p:spPr>
          <a:xfrm>
            <a:off x="4745736" y="6453002"/>
            <a:ext cx="3494314" cy="365125"/>
          </a:xfrm>
        </p:spPr>
        <p:txBody>
          <a:bodyPr rtlCol="0"/>
          <a:lstStyle/>
          <a:p>
            <a:pPr rtl="0"/>
            <a:r>
              <a:rPr lang="en-US"/>
              <a:t>24/2/2025</a:t>
            </a:r>
          </a:p>
        </p:txBody>
      </p:sp>
      <p:sp>
        <p:nvSpPr>
          <p:cNvPr id="4" name="Marcador de pie de página 3">
            <a:extLst>
              <a:ext uri="{FF2B5EF4-FFF2-40B4-BE49-F238E27FC236}">
                <a16:creationId xmlns:a16="http://schemas.microsoft.com/office/drawing/2014/main" id="{5446E4B5-B423-4137-0255-D68BAC85BE95}"/>
              </a:ext>
            </a:extLst>
          </p:cNvPr>
          <p:cNvSpPr>
            <a:spLocks noGrp="1"/>
          </p:cNvSpPr>
          <p:nvPr>
            <p:ph type="ftr" sz="quarter" idx="16"/>
          </p:nvPr>
        </p:nvSpPr>
        <p:spPr/>
        <p:txBody>
          <a:bodyPr rtlCol="0"/>
          <a:lstStyle/>
          <a:p>
            <a:pPr rtl="0"/>
            <a:r>
              <a:rPr lang="es"/>
              <a:t>Muestra de texto de pie de página</a:t>
            </a:r>
          </a:p>
        </p:txBody>
      </p:sp>
      <p:sp>
        <p:nvSpPr>
          <p:cNvPr id="9" name="Marcador de número de diapositiva 8">
            <a:extLst>
              <a:ext uri="{FF2B5EF4-FFF2-40B4-BE49-F238E27FC236}">
                <a16:creationId xmlns:a16="http://schemas.microsoft.com/office/drawing/2014/main" id="{79FEC5A8-0DCB-9EEB-83E2-0411804C543D}"/>
              </a:ext>
            </a:extLst>
          </p:cNvPr>
          <p:cNvSpPr>
            <a:spLocks noGrp="1"/>
          </p:cNvSpPr>
          <p:nvPr>
            <p:ph type="sldNum" sz="quarter" idx="17"/>
          </p:nvPr>
        </p:nvSpPr>
        <p:spPr/>
        <p:txBody>
          <a:bodyPr rtlCol="0"/>
          <a:lstStyle/>
          <a:p>
            <a:pPr rtl="0"/>
            <a:fld id="{CC057153-B650-4DEB-B370-79DDCFDCE934}" type="slidenum">
              <a:rPr lang="en-US" smtClean="0"/>
              <a:t>‹Nº›</a:t>
            </a:fld>
            <a:endParaRPr lang="en-US"/>
          </a:p>
        </p:txBody>
      </p:sp>
      <p:sp>
        <p:nvSpPr>
          <p:cNvPr id="8" name="Marcador de contenido 7">
            <a:extLst>
              <a:ext uri="{FF2B5EF4-FFF2-40B4-BE49-F238E27FC236}">
                <a16:creationId xmlns:a16="http://schemas.microsoft.com/office/drawing/2014/main" id="{818B74D6-CD72-B859-C229-60DB988B25E3}"/>
              </a:ext>
            </a:extLst>
          </p:cNvPr>
          <p:cNvSpPr>
            <a:spLocks noGrp="1"/>
          </p:cNvSpPr>
          <p:nvPr>
            <p:ph sz="quarter" idx="14"/>
          </p:nvPr>
        </p:nvSpPr>
        <p:spPr>
          <a:xfrm>
            <a:off x="4745736" y="1725386"/>
            <a:ext cx="6858000" cy="4638838"/>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3101537" y="320039"/>
            <a:ext cx="8502199" cy="1258389"/>
          </a:xfrm>
        </p:spPr>
        <p:txBody>
          <a:bodyPr rtlCol="0" anchor="b">
            <a:noAutofit/>
          </a:bodyPr>
          <a:lstStyle>
            <a:lvl1pPr>
              <a:defRPr sz="4000">
                <a:solidFill>
                  <a:schemeClr val="bg1"/>
                </a:solidFill>
                <a:highlight>
                  <a:srgbClr val="000000"/>
                </a:highlight>
              </a:defRPr>
            </a:lvl1pPr>
          </a:lstStyle>
          <a:p>
            <a:pPr rtl="0"/>
            <a:r>
              <a:rPr lang="es"/>
              <a:t>Haga clic para modificar el estilo de título del patrón</a:t>
            </a:r>
            <a:endParaRPr lang="en-US"/>
          </a:p>
        </p:txBody>
      </p:sp>
    </p:spTree>
    <p:extLst>
      <p:ext uri="{BB962C8B-B14F-4D97-AF65-F5344CB8AC3E}">
        <p14:creationId xmlns:p14="http://schemas.microsoft.com/office/powerpoint/2010/main" val="266729543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Foto de contenido 4">
    <p:bg>
      <p:bgRef idx="1001">
        <a:schemeClr val="bg1"/>
      </p:bgRef>
    </p:bg>
    <p:spTree>
      <p:nvGrpSpPr>
        <p:cNvPr id="1" name=""/>
        <p:cNvGrpSpPr/>
        <p:nvPr/>
      </p:nvGrpSpPr>
      <p:grpSpPr>
        <a:xfrm>
          <a:off x="0" y="0"/>
          <a:ext cx="0" cy="0"/>
          <a:chOff x="0" y="0"/>
          <a:chExt cx="0" cy="0"/>
        </a:xfrm>
      </p:grpSpPr>
      <p:sp>
        <p:nvSpPr>
          <p:cNvPr id="11" name="Marcador de posición de imagen 10">
            <a:extLst>
              <a:ext uri="{FF2B5EF4-FFF2-40B4-BE49-F238E27FC236}">
                <a16:creationId xmlns:a16="http://schemas.microsoft.com/office/drawing/2014/main" id="{7F8EA658-2652-6F81-1B04-D50C60A3F171}"/>
              </a:ext>
            </a:extLst>
          </p:cNvPr>
          <p:cNvSpPr>
            <a:spLocks noGrp="1"/>
          </p:cNvSpPr>
          <p:nvPr>
            <p:ph type="pic" sz="quarter" idx="13"/>
          </p:nvPr>
        </p:nvSpPr>
        <p:spPr>
          <a:xfrm>
            <a:off x="8091732" y="0"/>
            <a:ext cx="4100267" cy="6858000"/>
          </a:xfrm>
          <a:blipFill dpi="0" rotWithShape="1">
            <a:blip r:embed="rId3">
              <a:alphaModFix amt="70000"/>
              <a:extLst>
                <a:ext uri="{28A0092B-C50C-407E-A947-70E740481C1C}">
                  <a14:useLocalDpi xmlns:a14="http://schemas.microsoft.com/office/drawing/2010/main" val="0"/>
                </a:ext>
              </a:extLst>
            </a:blip>
            <a:srcRect/>
            <a:stretch>
              <a:fillRect/>
            </a:stretch>
          </a:blipFill>
        </p:spPr>
        <p:txBody>
          <a:bodyPr vert="horz" lIns="91440" tIns="45720" rIns="91440" bIns="45720" rtlCol="0">
            <a:normAutofit/>
          </a:bodyPr>
          <a:lstStyle>
            <a:lvl1pPr>
              <a:defRPr lang="en-US"/>
            </a:lvl1pPr>
          </a:lstStyle>
          <a:p>
            <a:pPr lvl="0" rtl="0"/>
            <a:r>
              <a:rPr lang="es"/>
              <a:t>Haga clic en el icono para agregar una imagen</a:t>
            </a:r>
          </a:p>
        </p:txBody>
      </p:sp>
      <p:sp>
        <p:nvSpPr>
          <p:cNvPr id="4" name="Marcador de fecha 3">
            <a:extLst>
              <a:ext uri="{FF2B5EF4-FFF2-40B4-BE49-F238E27FC236}">
                <a16:creationId xmlns:a16="http://schemas.microsoft.com/office/drawing/2014/main" id="{9F3CAD5B-18BB-E21E-3A4C-7BAACB8519A4}"/>
              </a:ext>
            </a:extLst>
          </p:cNvPr>
          <p:cNvSpPr>
            <a:spLocks noGrp="1"/>
          </p:cNvSpPr>
          <p:nvPr>
            <p:ph type="dt" sz="half" idx="15"/>
          </p:nvPr>
        </p:nvSpPr>
        <p:spPr/>
        <p:txBody>
          <a:bodyPr rtlCol="0"/>
          <a:lstStyle/>
          <a:p>
            <a:pPr rtl="0"/>
            <a:r>
              <a:rPr lang="en-US"/>
              <a:t>24/2/2025</a:t>
            </a:r>
          </a:p>
        </p:txBody>
      </p:sp>
      <p:sp>
        <p:nvSpPr>
          <p:cNvPr id="9" name="Marcador de pie de página 8">
            <a:extLst>
              <a:ext uri="{FF2B5EF4-FFF2-40B4-BE49-F238E27FC236}">
                <a16:creationId xmlns:a16="http://schemas.microsoft.com/office/drawing/2014/main" id="{820916D3-99FA-E971-607F-14E290E58854}"/>
              </a:ext>
            </a:extLst>
          </p:cNvPr>
          <p:cNvSpPr>
            <a:spLocks noGrp="1"/>
          </p:cNvSpPr>
          <p:nvPr>
            <p:ph type="ftr" sz="quarter" idx="16"/>
          </p:nvPr>
        </p:nvSpPr>
        <p:spPr>
          <a:xfrm>
            <a:off x="4285799" y="6453002"/>
            <a:ext cx="2805405" cy="365125"/>
          </a:xfrm>
        </p:spPr>
        <p:txBody>
          <a:bodyPr rtlCol="0"/>
          <a:lstStyle/>
          <a:p>
            <a:pPr rtl="0"/>
            <a:r>
              <a:rPr lang="es"/>
              <a:t>Ejemplo de Texto de pie de página</a:t>
            </a:r>
          </a:p>
        </p:txBody>
      </p:sp>
      <p:sp>
        <p:nvSpPr>
          <p:cNvPr id="10" name="Marcador de número de diapositiva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453002"/>
            <a:ext cx="429207" cy="365125"/>
          </a:xfrm>
        </p:spPr>
        <p:txBody>
          <a:bodyPr rtlCol="0"/>
          <a:lstStyle/>
          <a:p>
            <a:pPr rtl="0"/>
            <a:fld id="{CC057153-B650-4DEB-B370-79DDCFDCE934}" type="slidenum">
              <a:rPr lang="en-US" smtClean="0"/>
              <a:t>‹Nº›</a:t>
            </a:fld>
            <a:endParaRPr lang="en-US"/>
          </a:p>
        </p:txBody>
      </p:sp>
      <p:sp>
        <p:nvSpPr>
          <p:cNvPr id="8" name="Marcador de contenido 7">
            <a:extLst>
              <a:ext uri="{FF2B5EF4-FFF2-40B4-BE49-F238E27FC236}">
                <a16:creationId xmlns:a16="http://schemas.microsoft.com/office/drawing/2014/main" id="{07755DB3-9272-8E5E-039F-AC14A2C07898}"/>
              </a:ext>
            </a:extLst>
          </p:cNvPr>
          <p:cNvSpPr>
            <a:spLocks noGrp="1"/>
          </p:cNvSpPr>
          <p:nvPr>
            <p:ph sz="quarter" idx="14"/>
          </p:nvPr>
        </p:nvSpPr>
        <p:spPr>
          <a:xfrm>
            <a:off x="612647" y="1728870"/>
            <a:ext cx="6858000" cy="4635354"/>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612647" y="320040"/>
            <a:ext cx="8400908" cy="1261872"/>
          </a:xfrm>
        </p:spPr>
        <p:txBody>
          <a:bodyPr rtlCol="0" anchor="b">
            <a:noAutofit/>
          </a:bodyPr>
          <a:lstStyle>
            <a:lvl1pPr>
              <a:defRPr sz="4000">
                <a:solidFill>
                  <a:schemeClr val="bg1"/>
                </a:solidFill>
                <a:highlight>
                  <a:srgbClr val="000000"/>
                </a:highlight>
              </a:defRPr>
            </a:lvl1pPr>
          </a:lstStyle>
          <a:p>
            <a:pPr rtl="0"/>
            <a:r>
              <a:rPr lang="es"/>
              <a:t>Haga clic para modificar el estilo de título del patrón</a:t>
            </a:r>
            <a:endParaRPr lang="en-US"/>
          </a:p>
        </p:txBody>
      </p:sp>
    </p:spTree>
    <p:extLst>
      <p:ext uri="{BB962C8B-B14F-4D97-AF65-F5344CB8AC3E}">
        <p14:creationId xmlns:p14="http://schemas.microsoft.com/office/powerpoint/2010/main" val="3038908112"/>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Foto del contenido 5">
    <p:spTree>
      <p:nvGrpSpPr>
        <p:cNvPr id="1" name=""/>
        <p:cNvGrpSpPr/>
        <p:nvPr/>
      </p:nvGrpSpPr>
      <p:grpSpPr>
        <a:xfrm>
          <a:off x="0" y="0"/>
          <a:ext cx="0" cy="0"/>
          <a:chOff x="0" y="0"/>
          <a:chExt cx="0" cy="0"/>
        </a:xfrm>
      </p:grpSpPr>
      <p:sp>
        <p:nvSpPr>
          <p:cNvPr id="11" name="Marcador de posición de imagen 10">
            <a:extLst>
              <a:ext uri="{FF2B5EF4-FFF2-40B4-BE49-F238E27FC236}">
                <a16:creationId xmlns:a16="http://schemas.microsoft.com/office/drawing/2014/main" id="{7F8EA658-2652-6F81-1B04-D50C60A3F171}"/>
              </a:ext>
            </a:extLst>
          </p:cNvPr>
          <p:cNvSpPr>
            <a:spLocks noGrp="1"/>
          </p:cNvSpPr>
          <p:nvPr>
            <p:ph type="pic" sz="quarter" idx="13"/>
          </p:nvPr>
        </p:nvSpPr>
        <p:spPr>
          <a:xfrm>
            <a:off x="0" y="0"/>
            <a:ext cx="6611509" cy="6858000"/>
          </a:xfrm>
          <a:blipFill>
            <a:blip r:embed="rId2">
              <a:alphaModFix amt="70000"/>
              <a:extLst>
                <a:ext uri="{28A0092B-C50C-407E-A947-70E740481C1C}">
                  <a14:useLocalDpi xmlns:a14="http://schemas.microsoft.com/office/drawing/2010/main" val="0"/>
                </a:ext>
              </a:extLst>
            </a:blip>
            <a:stretch>
              <a:fillRect/>
            </a:stretch>
          </a:blipFill>
        </p:spPr>
        <p:txBody>
          <a:bodyPr vert="horz" lIns="91440" tIns="0" rIns="0" bIns="0" rtlCol="0">
            <a:noAutofit/>
          </a:bodyPr>
          <a:lstStyle>
            <a:lvl1pPr>
              <a:defRPr lang="en-US" sz="2400" b="0" i="0"/>
            </a:lvl1pPr>
          </a:lstStyle>
          <a:p>
            <a:pPr marL="0" lvl="0" indent="0" rtl="0">
              <a:lnSpc>
                <a:spcPct val="150000"/>
              </a:lnSpc>
              <a:buFontTx/>
              <a:buNone/>
            </a:pPr>
            <a:r>
              <a:rPr lang="es"/>
              <a:t>Haga clic en el icono para agregar una imagen</a:t>
            </a:r>
          </a:p>
        </p:txBody>
      </p:sp>
      <p:sp>
        <p:nvSpPr>
          <p:cNvPr id="5" name="Marcador de fecha 4">
            <a:extLst>
              <a:ext uri="{FF2B5EF4-FFF2-40B4-BE49-F238E27FC236}">
                <a16:creationId xmlns:a16="http://schemas.microsoft.com/office/drawing/2014/main" id="{897D0B7E-1A60-DA52-6965-92412B1C2F9F}"/>
              </a:ext>
            </a:extLst>
          </p:cNvPr>
          <p:cNvSpPr>
            <a:spLocks noGrp="1"/>
          </p:cNvSpPr>
          <p:nvPr>
            <p:ph type="dt" sz="half" idx="10"/>
          </p:nvPr>
        </p:nvSpPr>
        <p:spPr>
          <a:xfrm>
            <a:off x="7253745" y="6453002"/>
            <a:ext cx="1622776" cy="365125"/>
          </a:xfrm>
        </p:spPr>
        <p:txBody>
          <a:bodyPr rtlCol="0"/>
          <a:lstStyle>
            <a:lvl1pPr>
              <a:defRPr>
                <a:solidFill>
                  <a:schemeClr val="tx1"/>
                </a:solidFill>
                <a:effectLst/>
              </a:defRPr>
            </a:lvl1pPr>
          </a:lstStyle>
          <a:p>
            <a:pPr rtl="0"/>
            <a:r>
              <a:rPr lang="en-US"/>
              <a:t>24/2/2025</a:t>
            </a:r>
          </a:p>
        </p:txBody>
      </p:sp>
      <p:sp>
        <p:nvSpPr>
          <p:cNvPr id="6" name="Marcador de pie de página 5">
            <a:extLst>
              <a:ext uri="{FF2B5EF4-FFF2-40B4-BE49-F238E27FC236}">
                <a16:creationId xmlns:a16="http://schemas.microsoft.com/office/drawing/2014/main" id="{C2BDD5A2-CE3E-3215-6DAA-F75C0D1229DA}"/>
              </a:ext>
            </a:extLst>
          </p:cNvPr>
          <p:cNvSpPr>
            <a:spLocks noGrp="1"/>
          </p:cNvSpPr>
          <p:nvPr>
            <p:ph type="ftr" sz="quarter" idx="11"/>
          </p:nvPr>
        </p:nvSpPr>
        <p:spPr/>
        <p:txBody>
          <a:bodyPr rtlCol="0"/>
          <a:lstStyle/>
          <a:p>
            <a:pPr rtl="0"/>
            <a:r>
              <a:rPr lang="es"/>
              <a:t>Ejemplo de Texto de pie de página</a:t>
            </a:r>
          </a:p>
        </p:txBody>
      </p:sp>
      <p:sp>
        <p:nvSpPr>
          <p:cNvPr id="7" name="Marcador de número de diapositiva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lstStyle/>
          <a:p>
            <a:pPr rtl="0"/>
            <a:fld id="{CC057153-B650-4DEB-B370-79DDCFDCE934}" type="slidenum">
              <a:rPr lang="en-US" smtClean="0"/>
              <a:t>‹Nº›</a:t>
            </a:fld>
            <a:endParaRPr lang="en-US"/>
          </a:p>
        </p:txBody>
      </p:sp>
      <p:sp>
        <p:nvSpPr>
          <p:cNvPr id="8" name="Marcador de contenido 7">
            <a:extLst>
              <a:ext uri="{FF2B5EF4-FFF2-40B4-BE49-F238E27FC236}">
                <a16:creationId xmlns:a16="http://schemas.microsoft.com/office/drawing/2014/main" id="{7FF0220E-48F8-B4D9-19DE-7B457C3C221C}"/>
              </a:ext>
            </a:extLst>
          </p:cNvPr>
          <p:cNvSpPr>
            <a:spLocks noGrp="1"/>
          </p:cNvSpPr>
          <p:nvPr>
            <p:ph sz="quarter" idx="14"/>
          </p:nvPr>
        </p:nvSpPr>
        <p:spPr>
          <a:xfrm>
            <a:off x="7253745" y="2257005"/>
            <a:ext cx="4362450" cy="4051720"/>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5689686" y="584339"/>
            <a:ext cx="5925810" cy="1527048"/>
          </a:xfrm>
        </p:spPr>
        <p:txBody>
          <a:bodyPr rtlCol="0" anchor="b">
            <a:normAutofit/>
          </a:bodyPr>
          <a:lstStyle>
            <a:lvl1pPr>
              <a:defRPr sz="4000">
                <a:solidFill>
                  <a:schemeClr val="bg1"/>
                </a:solidFill>
                <a:highlight>
                  <a:srgbClr val="000000"/>
                </a:highlight>
              </a:defRPr>
            </a:lvl1pPr>
          </a:lstStyle>
          <a:p>
            <a:pPr rtl="0"/>
            <a:r>
              <a:rPr lang="es"/>
              <a:t>Haga clic para modificar el estilo de título del patrón</a:t>
            </a:r>
            <a:endParaRPr lang="en-US"/>
          </a:p>
        </p:txBody>
      </p:sp>
    </p:spTree>
    <p:extLst>
      <p:ext uri="{BB962C8B-B14F-4D97-AF65-F5344CB8AC3E}">
        <p14:creationId xmlns:p14="http://schemas.microsoft.com/office/powerpoint/2010/main" val="59955287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Foto de contenido 6">
    <p:spTree>
      <p:nvGrpSpPr>
        <p:cNvPr id="1" name=""/>
        <p:cNvGrpSpPr/>
        <p:nvPr/>
      </p:nvGrpSpPr>
      <p:grpSpPr>
        <a:xfrm>
          <a:off x="0" y="0"/>
          <a:ext cx="0" cy="0"/>
          <a:chOff x="0" y="0"/>
          <a:chExt cx="0" cy="0"/>
        </a:xfrm>
      </p:grpSpPr>
      <p:sp>
        <p:nvSpPr>
          <p:cNvPr id="11" name="Marcador de posición de imagen 10">
            <a:extLst>
              <a:ext uri="{FF2B5EF4-FFF2-40B4-BE49-F238E27FC236}">
                <a16:creationId xmlns:a16="http://schemas.microsoft.com/office/drawing/2014/main" id="{7F8EA658-2652-6F81-1B04-D50C60A3F171}"/>
              </a:ext>
            </a:extLst>
          </p:cNvPr>
          <p:cNvSpPr>
            <a:spLocks noGrp="1"/>
          </p:cNvSpPr>
          <p:nvPr>
            <p:ph type="pic" sz="quarter" idx="13"/>
          </p:nvPr>
        </p:nvSpPr>
        <p:spPr>
          <a:xfrm>
            <a:off x="5745480" y="0"/>
            <a:ext cx="6446520" cy="6858000"/>
          </a:xfrm>
          <a:blipFill>
            <a:blip r:embed="rId2">
              <a:alphaModFix amt="70000"/>
              <a:extLst>
                <a:ext uri="{28A0092B-C50C-407E-A947-70E740481C1C}">
                  <a14:useLocalDpi xmlns:a14="http://schemas.microsoft.com/office/drawing/2010/main" val="0"/>
                </a:ext>
              </a:extLst>
            </a:blip>
            <a:stretch>
              <a:fillRect/>
            </a:stretch>
          </a:blipFill>
        </p:spPr>
        <p:txBody>
          <a:bodyPr vert="horz" lIns="91440" tIns="0" rIns="0" bIns="0" rtlCol="0">
            <a:noAutofit/>
          </a:bodyPr>
          <a:lstStyle>
            <a:lvl1pPr>
              <a:defRPr lang="en-US" sz="2400" b="0" i="0"/>
            </a:lvl1pPr>
          </a:lstStyle>
          <a:p>
            <a:pPr marL="0" lvl="0" indent="0" rtl="0">
              <a:lnSpc>
                <a:spcPct val="150000"/>
              </a:lnSpc>
              <a:buFontTx/>
              <a:buNone/>
            </a:pPr>
            <a:r>
              <a:rPr lang="es"/>
              <a:t>Haga clic en el icono para agregar una imagen</a:t>
            </a:r>
          </a:p>
        </p:txBody>
      </p:sp>
      <p:sp>
        <p:nvSpPr>
          <p:cNvPr id="5" name="Marcador de fecha 4">
            <a:extLst>
              <a:ext uri="{FF2B5EF4-FFF2-40B4-BE49-F238E27FC236}">
                <a16:creationId xmlns:a16="http://schemas.microsoft.com/office/drawing/2014/main" id="{897D0B7E-1A60-DA52-6965-92412B1C2F9F}"/>
              </a:ext>
            </a:extLst>
          </p:cNvPr>
          <p:cNvSpPr>
            <a:spLocks noGrp="1"/>
          </p:cNvSpPr>
          <p:nvPr>
            <p:ph type="dt" sz="half" idx="10"/>
          </p:nvPr>
        </p:nvSpPr>
        <p:spPr>
          <a:xfrm>
            <a:off x="137160" y="6453002"/>
            <a:ext cx="2031073" cy="365125"/>
          </a:xfrm>
        </p:spPr>
        <p:txBody>
          <a:bodyPr rtlCol="0"/>
          <a:lstStyle/>
          <a:p>
            <a:pPr rtl="0"/>
            <a:r>
              <a:rPr lang="en-US"/>
              <a:t>24/2/2025</a:t>
            </a:r>
          </a:p>
        </p:txBody>
      </p:sp>
      <p:sp>
        <p:nvSpPr>
          <p:cNvPr id="6" name="Marcador de pie de página 5">
            <a:extLst>
              <a:ext uri="{FF2B5EF4-FFF2-40B4-BE49-F238E27FC236}">
                <a16:creationId xmlns:a16="http://schemas.microsoft.com/office/drawing/2014/main" id="{C2BDD5A2-CE3E-3215-6DAA-F75C0D1229DA}"/>
              </a:ext>
            </a:extLst>
          </p:cNvPr>
          <p:cNvSpPr>
            <a:spLocks noGrp="1"/>
          </p:cNvSpPr>
          <p:nvPr>
            <p:ph type="ftr" sz="quarter" idx="11"/>
          </p:nvPr>
        </p:nvSpPr>
        <p:spPr>
          <a:xfrm>
            <a:off x="2168233" y="6453002"/>
            <a:ext cx="2805405" cy="365125"/>
          </a:xfrm>
        </p:spPr>
        <p:txBody>
          <a:bodyPr rtlCol="0"/>
          <a:lstStyle>
            <a:lvl1pPr>
              <a:defRPr>
                <a:solidFill>
                  <a:schemeClr val="tx1"/>
                </a:solidFill>
                <a:effectLst/>
              </a:defRPr>
            </a:lvl1pPr>
          </a:lstStyle>
          <a:p>
            <a:pPr rtl="0"/>
            <a:r>
              <a:rPr lang="es"/>
              <a:t>Ejemplo de Texto de pie de página</a:t>
            </a:r>
          </a:p>
        </p:txBody>
      </p:sp>
      <p:sp>
        <p:nvSpPr>
          <p:cNvPr id="7" name="Marcador de número de diapositiva 6">
            <a:extLst>
              <a:ext uri="{FF2B5EF4-FFF2-40B4-BE49-F238E27FC236}">
                <a16:creationId xmlns:a16="http://schemas.microsoft.com/office/drawing/2014/main" id="{B1B822F1-284A-1786-FAF2-72129E2FE64D}"/>
              </a:ext>
            </a:extLst>
          </p:cNvPr>
          <p:cNvSpPr>
            <a:spLocks noGrp="1"/>
          </p:cNvSpPr>
          <p:nvPr>
            <p:ph type="sldNum" sz="quarter" idx="12"/>
          </p:nvPr>
        </p:nvSpPr>
        <p:spPr>
          <a:xfrm>
            <a:off x="4923874" y="6453002"/>
            <a:ext cx="429207" cy="365125"/>
          </a:xfrm>
        </p:spPr>
        <p:txBody>
          <a:bodyPr rtlCol="0"/>
          <a:lstStyle>
            <a:lvl1pPr>
              <a:defRPr>
                <a:solidFill>
                  <a:schemeClr val="tx1"/>
                </a:solidFill>
                <a:effectLst/>
              </a:defRPr>
            </a:lvl1pPr>
          </a:lstStyle>
          <a:p>
            <a:pPr rtl="0"/>
            <a:fld id="{CC057153-B650-4DEB-B370-79DDCFDCE934}" type="slidenum">
              <a:rPr lang="en-US" smtClean="0"/>
              <a:pPr rtl="0"/>
              <a:t>‹Nº›</a:t>
            </a:fld>
            <a:endParaRPr lang="en-US"/>
          </a:p>
        </p:txBody>
      </p:sp>
      <p:sp>
        <p:nvSpPr>
          <p:cNvPr id="8" name="Marcador de contenido 7">
            <a:extLst>
              <a:ext uri="{FF2B5EF4-FFF2-40B4-BE49-F238E27FC236}">
                <a16:creationId xmlns:a16="http://schemas.microsoft.com/office/drawing/2014/main" id="{747AED59-1A26-9C13-8482-7857E7DEFE52}"/>
              </a:ext>
            </a:extLst>
          </p:cNvPr>
          <p:cNvSpPr>
            <a:spLocks noGrp="1"/>
          </p:cNvSpPr>
          <p:nvPr>
            <p:ph sz="quarter" idx="14"/>
          </p:nvPr>
        </p:nvSpPr>
        <p:spPr>
          <a:xfrm>
            <a:off x="612775" y="2256079"/>
            <a:ext cx="4360863" cy="4052646"/>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612647" y="583413"/>
            <a:ext cx="6053957" cy="1527048"/>
          </a:xfrm>
        </p:spPr>
        <p:txBody>
          <a:bodyPr rtlCol="0" anchor="b">
            <a:normAutofit/>
          </a:bodyPr>
          <a:lstStyle>
            <a:lvl1pPr>
              <a:defRPr sz="4000">
                <a:solidFill>
                  <a:schemeClr val="bg1"/>
                </a:solidFill>
                <a:highlight>
                  <a:srgbClr val="000000"/>
                </a:highlight>
              </a:defRPr>
            </a:lvl1pPr>
          </a:lstStyle>
          <a:p>
            <a:pPr rtl="0"/>
            <a:r>
              <a:rPr lang="es"/>
              <a:t>Haga clic para modificar el estilo de título del patrón</a:t>
            </a:r>
            <a:endParaRPr lang="en-US"/>
          </a:p>
        </p:txBody>
      </p:sp>
    </p:spTree>
    <p:extLst>
      <p:ext uri="{BB962C8B-B14F-4D97-AF65-F5344CB8AC3E}">
        <p14:creationId xmlns:p14="http://schemas.microsoft.com/office/powerpoint/2010/main" val="64754700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Foto del contenido 7">
    <p:spTree>
      <p:nvGrpSpPr>
        <p:cNvPr id="1" name=""/>
        <p:cNvGrpSpPr/>
        <p:nvPr/>
      </p:nvGrpSpPr>
      <p:grpSpPr>
        <a:xfrm>
          <a:off x="0" y="0"/>
          <a:ext cx="0" cy="0"/>
          <a:chOff x="0" y="0"/>
          <a:chExt cx="0" cy="0"/>
        </a:xfrm>
      </p:grpSpPr>
      <p:sp>
        <p:nvSpPr>
          <p:cNvPr id="11" name="Marcador de posición de imagen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6492240" cy="6858000"/>
          </a:xfrm>
          <a:blipFill>
            <a:blip r:embed="rId2">
              <a:alphaModFix amt="70000"/>
              <a:extLst>
                <a:ext uri="{28A0092B-C50C-407E-A947-70E740481C1C}">
                  <a14:useLocalDpi xmlns:a14="http://schemas.microsoft.com/office/drawing/2010/main" val="0"/>
                </a:ext>
              </a:extLst>
            </a:blip>
            <a:stretch>
              <a:fillRect/>
            </a:stretch>
          </a:blipFill>
        </p:spPr>
        <p:txBody>
          <a:bodyPr vert="horz" lIns="91440" tIns="0" rIns="0" bIns="0" rtlCol="0">
            <a:noAutofit/>
          </a:bodyPr>
          <a:lstStyle>
            <a:lvl1pPr>
              <a:defRPr lang="en-US" sz="2400" b="0" i="0"/>
            </a:lvl1pPr>
          </a:lstStyle>
          <a:p>
            <a:pPr marL="0" lvl="0" indent="0" rtl="0">
              <a:lnSpc>
                <a:spcPct val="150000"/>
              </a:lnSpc>
              <a:buFontTx/>
              <a:buNone/>
            </a:pPr>
            <a:r>
              <a:rPr lang="es"/>
              <a:t>Haga clic en el icono para agregar una imagen</a:t>
            </a:r>
          </a:p>
        </p:txBody>
      </p:sp>
      <p:sp>
        <p:nvSpPr>
          <p:cNvPr id="5" name="Marcador de fecha 4">
            <a:extLst>
              <a:ext uri="{FF2B5EF4-FFF2-40B4-BE49-F238E27FC236}">
                <a16:creationId xmlns:a16="http://schemas.microsoft.com/office/drawing/2014/main" id="{897D0B7E-1A60-DA52-6965-92412B1C2F9F}"/>
              </a:ext>
            </a:extLst>
          </p:cNvPr>
          <p:cNvSpPr>
            <a:spLocks noGrp="1"/>
          </p:cNvSpPr>
          <p:nvPr>
            <p:ph type="dt" sz="half" idx="10"/>
          </p:nvPr>
        </p:nvSpPr>
        <p:spPr>
          <a:xfrm>
            <a:off x="7104491" y="6453002"/>
            <a:ext cx="1772029" cy="365125"/>
          </a:xfrm>
        </p:spPr>
        <p:txBody>
          <a:bodyPr rtlCol="0"/>
          <a:lstStyle>
            <a:lvl1pPr>
              <a:defRPr>
                <a:solidFill>
                  <a:schemeClr val="tx1"/>
                </a:solidFill>
                <a:effectLst/>
              </a:defRPr>
            </a:lvl1pPr>
          </a:lstStyle>
          <a:p>
            <a:pPr rtl="0"/>
            <a:r>
              <a:rPr lang="en-US"/>
              <a:t>24/2/2025</a:t>
            </a:r>
          </a:p>
        </p:txBody>
      </p:sp>
      <p:sp>
        <p:nvSpPr>
          <p:cNvPr id="6" name="Marcador de pie de página 5">
            <a:extLst>
              <a:ext uri="{FF2B5EF4-FFF2-40B4-BE49-F238E27FC236}">
                <a16:creationId xmlns:a16="http://schemas.microsoft.com/office/drawing/2014/main" id="{C2BDD5A2-CE3E-3215-6DAA-F75C0D1229DA}"/>
              </a:ext>
            </a:extLst>
          </p:cNvPr>
          <p:cNvSpPr>
            <a:spLocks noGrp="1"/>
          </p:cNvSpPr>
          <p:nvPr>
            <p:ph type="ftr" sz="quarter" idx="11"/>
          </p:nvPr>
        </p:nvSpPr>
        <p:spPr/>
        <p:txBody>
          <a:bodyPr rtlCol="0"/>
          <a:lstStyle/>
          <a:p>
            <a:pPr rtl="0"/>
            <a:r>
              <a:rPr lang="es"/>
              <a:t>Ejemplo de Texto de pie de página</a:t>
            </a:r>
          </a:p>
        </p:txBody>
      </p:sp>
      <p:sp>
        <p:nvSpPr>
          <p:cNvPr id="7" name="Marcador de número de diapositiva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lstStyle/>
          <a:p>
            <a:pPr rtl="0"/>
            <a:fld id="{CC057153-B650-4DEB-B370-79DDCFDCE934}" type="slidenum">
              <a:rPr lang="en-US" smtClean="0"/>
              <a:t>‹Nº›</a:t>
            </a:fld>
            <a:endParaRPr lang="en-US"/>
          </a:p>
        </p:txBody>
      </p:sp>
      <p:sp>
        <p:nvSpPr>
          <p:cNvPr id="8" name="Marcador de contenido 7">
            <a:extLst>
              <a:ext uri="{FF2B5EF4-FFF2-40B4-BE49-F238E27FC236}">
                <a16:creationId xmlns:a16="http://schemas.microsoft.com/office/drawing/2014/main" id="{7FF0220E-48F8-B4D9-19DE-7B457C3C221C}"/>
              </a:ext>
            </a:extLst>
          </p:cNvPr>
          <p:cNvSpPr>
            <a:spLocks noGrp="1"/>
          </p:cNvSpPr>
          <p:nvPr>
            <p:ph sz="quarter" idx="14"/>
          </p:nvPr>
        </p:nvSpPr>
        <p:spPr>
          <a:xfrm>
            <a:off x="7104888" y="1728870"/>
            <a:ext cx="4512601" cy="4635353"/>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5570418" y="320040"/>
            <a:ext cx="6047071" cy="1261872"/>
          </a:xfrm>
        </p:spPr>
        <p:txBody>
          <a:bodyPr rtlCol="0" anchor="b">
            <a:noAutofit/>
          </a:bodyPr>
          <a:lstStyle>
            <a:lvl1pPr>
              <a:defRPr sz="4000">
                <a:solidFill>
                  <a:schemeClr val="bg1"/>
                </a:solidFill>
                <a:highlight>
                  <a:srgbClr val="000000"/>
                </a:highlight>
              </a:defRPr>
            </a:lvl1pPr>
          </a:lstStyle>
          <a:p>
            <a:pPr rtl="0"/>
            <a:r>
              <a:rPr lang="es"/>
              <a:t>Haga clic para modificar el estilo de título del patrón</a:t>
            </a:r>
            <a:endParaRPr lang="en-US"/>
          </a:p>
        </p:txBody>
      </p:sp>
    </p:spTree>
    <p:extLst>
      <p:ext uri="{BB962C8B-B14F-4D97-AF65-F5344CB8AC3E}">
        <p14:creationId xmlns:p14="http://schemas.microsoft.com/office/powerpoint/2010/main" val="64622937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Foto del contenido 8">
    <p:spTree>
      <p:nvGrpSpPr>
        <p:cNvPr id="1" name=""/>
        <p:cNvGrpSpPr/>
        <p:nvPr/>
      </p:nvGrpSpPr>
      <p:grpSpPr>
        <a:xfrm>
          <a:off x="0" y="0"/>
          <a:ext cx="0" cy="0"/>
          <a:chOff x="0" y="0"/>
          <a:chExt cx="0" cy="0"/>
        </a:xfrm>
      </p:grpSpPr>
      <p:sp>
        <p:nvSpPr>
          <p:cNvPr id="11" name="Marcador de posición de imagen 10">
            <a:extLst>
              <a:ext uri="{FF2B5EF4-FFF2-40B4-BE49-F238E27FC236}">
                <a16:creationId xmlns:a16="http://schemas.microsoft.com/office/drawing/2014/main" id="{7F8EA658-2652-6F81-1B04-D50C60A3F171}"/>
              </a:ext>
            </a:extLst>
          </p:cNvPr>
          <p:cNvSpPr>
            <a:spLocks noGrp="1"/>
          </p:cNvSpPr>
          <p:nvPr>
            <p:ph type="pic" sz="quarter" idx="13"/>
          </p:nvPr>
        </p:nvSpPr>
        <p:spPr>
          <a:xfrm>
            <a:off x="5917720" y="0"/>
            <a:ext cx="6274279" cy="6858000"/>
          </a:xfrm>
          <a:blipFill>
            <a:blip r:embed="rId2">
              <a:alphaModFix amt="70000"/>
              <a:extLst>
                <a:ext uri="{28A0092B-C50C-407E-A947-70E740481C1C}">
                  <a14:useLocalDpi xmlns:a14="http://schemas.microsoft.com/office/drawing/2010/main" val="0"/>
                </a:ext>
              </a:extLst>
            </a:blip>
            <a:stretch>
              <a:fillRect/>
            </a:stretch>
          </a:blipFill>
        </p:spPr>
        <p:txBody>
          <a:bodyPr vert="horz" lIns="91440" tIns="0" rIns="0" bIns="0" rtlCol="0">
            <a:noAutofit/>
          </a:bodyPr>
          <a:lstStyle>
            <a:lvl1pPr>
              <a:defRPr lang="en-US" sz="2400" b="0" i="0"/>
            </a:lvl1pPr>
          </a:lstStyle>
          <a:p>
            <a:pPr marL="0" lvl="0" indent="0" rtl="0">
              <a:lnSpc>
                <a:spcPct val="150000"/>
              </a:lnSpc>
              <a:buFontTx/>
              <a:buNone/>
            </a:pPr>
            <a:r>
              <a:rPr lang="es"/>
              <a:t>Haga clic en el icono para agregar una imagen</a:t>
            </a:r>
          </a:p>
        </p:txBody>
      </p:sp>
      <p:sp>
        <p:nvSpPr>
          <p:cNvPr id="5" name="Marcador de fecha 4">
            <a:extLst>
              <a:ext uri="{FF2B5EF4-FFF2-40B4-BE49-F238E27FC236}">
                <a16:creationId xmlns:a16="http://schemas.microsoft.com/office/drawing/2014/main" id="{897D0B7E-1A60-DA52-6965-92412B1C2F9F}"/>
              </a:ext>
            </a:extLst>
          </p:cNvPr>
          <p:cNvSpPr>
            <a:spLocks noGrp="1"/>
          </p:cNvSpPr>
          <p:nvPr>
            <p:ph type="dt" sz="half" idx="10"/>
          </p:nvPr>
        </p:nvSpPr>
        <p:spPr>
          <a:xfrm>
            <a:off x="137160" y="6453002"/>
            <a:ext cx="2031073" cy="365125"/>
          </a:xfrm>
        </p:spPr>
        <p:txBody>
          <a:bodyPr rtlCol="0"/>
          <a:lstStyle/>
          <a:p>
            <a:pPr rtl="0"/>
            <a:r>
              <a:rPr lang="en-US"/>
              <a:t>24/2/2025</a:t>
            </a:r>
          </a:p>
        </p:txBody>
      </p:sp>
      <p:sp>
        <p:nvSpPr>
          <p:cNvPr id="6" name="Marcador de pie de página 5">
            <a:extLst>
              <a:ext uri="{FF2B5EF4-FFF2-40B4-BE49-F238E27FC236}">
                <a16:creationId xmlns:a16="http://schemas.microsoft.com/office/drawing/2014/main" id="{C2BDD5A2-CE3E-3215-6DAA-F75C0D1229DA}"/>
              </a:ext>
            </a:extLst>
          </p:cNvPr>
          <p:cNvSpPr>
            <a:spLocks noGrp="1"/>
          </p:cNvSpPr>
          <p:nvPr>
            <p:ph type="ftr" sz="quarter" idx="11"/>
          </p:nvPr>
        </p:nvSpPr>
        <p:spPr>
          <a:xfrm>
            <a:off x="2168233" y="6453002"/>
            <a:ext cx="2805405" cy="365125"/>
          </a:xfrm>
        </p:spPr>
        <p:txBody>
          <a:bodyPr rtlCol="0"/>
          <a:lstStyle>
            <a:lvl1pPr>
              <a:defRPr>
                <a:solidFill>
                  <a:schemeClr val="tx1"/>
                </a:solidFill>
                <a:effectLst/>
              </a:defRPr>
            </a:lvl1pPr>
          </a:lstStyle>
          <a:p>
            <a:pPr rtl="0"/>
            <a:r>
              <a:rPr lang="es"/>
              <a:t>Ejemplo de Texto de pie de página</a:t>
            </a:r>
          </a:p>
        </p:txBody>
      </p:sp>
      <p:sp>
        <p:nvSpPr>
          <p:cNvPr id="7" name="Marcador de número de diapositiva 6">
            <a:extLst>
              <a:ext uri="{FF2B5EF4-FFF2-40B4-BE49-F238E27FC236}">
                <a16:creationId xmlns:a16="http://schemas.microsoft.com/office/drawing/2014/main" id="{B1B822F1-284A-1786-FAF2-72129E2FE64D}"/>
              </a:ext>
            </a:extLst>
          </p:cNvPr>
          <p:cNvSpPr>
            <a:spLocks noGrp="1"/>
          </p:cNvSpPr>
          <p:nvPr>
            <p:ph type="sldNum" sz="quarter" idx="12"/>
          </p:nvPr>
        </p:nvSpPr>
        <p:spPr>
          <a:xfrm>
            <a:off x="4923874" y="6453002"/>
            <a:ext cx="429207" cy="365125"/>
          </a:xfrm>
        </p:spPr>
        <p:txBody>
          <a:bodyPr rtlCol="0"/>
          <a:lstStyle>
            <a:lvl1pPr>
              <a:defRPr>
                <a:solidFill>
                  <a:schemeClr val="tx1"/>
                </a:solidFill>
                <a:effectLst/>
              </a:defRPr>
            </a:lvl1pPr>
          </a:lstStyle>
          <a:p>
            <a:pPr rtl="0"/>
            <a:fld id="{CC057153-B650-4DEB-B370-79DDCFDCE934}" type="slidenum">
              <a:rPr lang="en-US" smtClean="0"/>
              <a:pPr rtl="0"/>
              <a:t>‹Nº›</a:t>
            </a:fld>
            <a:endParaRPr lang="en-US"/>
          </a:p>
        </p:txBody>
      </p:sp>
      <p:sp>
        <p:nvSpPr>
          <p:cNvPr id="8" name="Marcador de contenido 7">
            <a:extLst>
              <a:ext uri="{FF2B5EF4-FFF2-40B4-BE49-F238E27FC236}">
                <a16:creationId xmlns:a16="http://schemas.microsoft.com/office/drawing/2014/main" id="{747AED59-1A26-9C13-8482-7857E7DEFE52}"/>
              </a:ext>
            </a:extLst>
          </p:cNvPr>
          <p:cNvSpPr>
            <a:spLocks noGrp="1"/>
          </p:cNvSpPr>
          <p:nvPr>
            <p:ph sz="quarter" idx="14"/>
          </p:nvPr>
        </p:nvSpPr>
        <p:spPr>
          <a:xfrm>
            <a:off x="612774" y="1744168"/>
            <a:ext cx="4572000" cy="4620055"/>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612647" y="320040"/>
            <a:ext cx="6226769" cy="1261872"/>
          </a:xfrm>
        </p:spPr>
        <p:txBody>
          <a:bodyPr rtlCol="0" anchor="b">
            <a:noAutofit/>
          </a:bodyPr>
          <a:lstStyle>
            <a:lvl1pPr>
              <a:defRPr sz="4000">
                <a:solidFill>
                  <a:schemeClr val="bg1"/>
                </a:solidFill>
                <a:highlight>
                  <a:srgbClr val="000000"/>
                </a:highlight>
              </a:defRPr>
            </a:lvl1pPr>
          </a:lstStyle>
          <a:p>
            <a:pPr rtl="0"/>
            <a:r>
              <a:rPr lang="es"/>
              <a:t>Haga clic para modificar el estilo de título del patrón</a:t>
            </a:r>
            <a:endParaRPr lang="en-US"/>
          </a:p>
        </p:txBody>
      </p:sp>
    </p:spTree>
    <p:extLst>
      <p:ext uri="{BB962C8B-B14F-4D97-AF65-F5344CB8AC3E}">
        <p14:creationId xmlns:p14="http://schemas.microsoft.com/office/powerpoint/2010/main" val="24140985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Foto de contenido 9">
    <p:bg>
      <p:bgRef idx="1001">
        <a:schemeClr val="bg1"/>
      </p:bgRef>
    </p:bg>
    <p:spTree>
      <p:nvGrpSpPr>
        <p:cNvPr id="1" name=""/>
        <p:cNvGrpSpPr/>
        <p:nvPr/>
      </p:nvGrpSpPr>
      <p:grpSpPr>
        <a:xfrm>
          <a:off x="0" y="0"/>
          <a:ext cx="0" cy="0"/>
          <a:chOff x="0" y="0"/>
          <a:chExt cx="0" cy="0"/>
        </a:xfrm>
      </p:grpSpPr>
      <p:sp>
        <p:nvSpPr>
          <p:cNvPr id="5" name="Marcador de posición de imagen 4">
            <a:extLst>
              <a:ext uri="{FF2B5EF4-FFF2-40B4-BE49-F238E27FC236}">
                <a16:creationId xmlns:a16="http://schemas.microsoft.com/office/drawing/2014/main" id="{1713A3F4-E223-745E-5A5E-95DF707B229D}"/>
              </a:ext>
            </a:extLst>
          </p:cNvPr>
          <p:cNvSpPr>
            <a:spLocks noGrp="1"/>
          </p:cNvSpPr>
          <p:nvPr>
            <p:ph type="pic" sz="quarter" idx="18"/>
          </p:nvPr>
        </p:nvSpPr>
        <p:spPr>
          <a:xfrm>
            <a:off x="0" y="0"/>
            <a:ext cx="7584144" cy="6858000"/>
          </a:xfrm>
          <a:blipFill>
            <a:blip r:embed="rId3">
              <a:alphaModFix amt="70000"/>
              <a:extLst>
                <a:ext uri="{28A0092B-C50C-407E-A947-70E740481C1C}">
                  <a14:useLocalDpi xmlns:a14="http://schemas.microsoft.com/office/drawing/2010/main" val="0"/>
                </a:ext>
              </a:extLst>
            </a:blip>
            <a:stretch>
              <a:fillRect/>
            </a:stretch>
          </a:blipFill>
        </p:spPr>
        <p:txBody>
          <a:bodyPr vert="horz" lIns="91440" tIns="0" rIns="0" bIns="0" rtlCol="0">
            <a:noAutofit/>
          </a:bodyPr>
          <a:lstStyle>
            <a:lvl1pPr>
              <a:defRPr lang="en-US" sz="2400" b="0" i="0"/>
            </a:lvl1pPr>
          </a:lstStyle>
          <a:p>
            <a:pPr marL="0" lvl="0" indent="0" rtl="0">
              <a:lnSpc>
                <a:spcPct val="150000"/>
              </a:lnSpc>
              <a:buFontTx/>
              <a:buNone/>
            </a:pPr>
            <a:endParaRPr lang="en-US"/>
          </a:p>
        </p:txBody>
      </p:sp>
      <p:sp>
        <p:nvSpPr>
          <p:cNvPr id="4" name="Marcador de fecha 3">
            <a:extLst>
              <a:ext uri="{FF2B5EF4-FFF2-40B4-BE49-F238E27FC236}">
                <a16:creationId xmlns:a16="http://schemas.microsoft.com/office/drawing/2014/main" id="{15305F20-8340-4F06-2EA5-4D05FFED4587}"/>
              </a:ext>
            </a:extLst>
          </p:cNvPr>
          <p:cNvSpPr>
            <a:spLocks noGrp="1"/>
          </p:cNvSpPr>
          <p:nvPr>
            <p:ph type="dt" sz="half" idx="15"/>
          </p:nvPr>
        </p:nvSpPr>
        <p:spPr>
          <a:xfrm>
            <a:off x="8212663" y="6453002"/>
            <a:ext cx="922372" cy="365125"/>
          </a:xfrm>
        </p:spPr>
        <p:txBody>
          <a:bodyPr rtlCol="0"/>
          <a:lstStyle/>
          <a:p>
            <a:pPr rtl="0"/>
            <a:r>
              <a:rPr lang="en-US"/>
              <a:t>24/2/2025</a:t>
            </a:r>
          </a:p>
        </p:txBody>
      </p:sp>
      <p:sp>
        <p:nvSpPr>
          <p:cNvPr id="9" name="Marcador de pie de página 8">
            <a:extLst>
              <a:ext uri="{FF2B5EF4-FFF2-40B4-BE49-F238E27FC236}">
                <a16:creationId xmlns:a16="http://schemas.microsoft.com/office/drawing/2014/main" id="{B09198F5-FF38-389C-E060-120AC6301809}"/>
              </a:ext>
            </a:extLst>
          </p:cNvPr>
          <p:cNvSpPr>
            <a:spLocks noGrp="1"/>
          </p:cNvSpPr>
          <p:nvPr>
            <p:ph type="ftr" sz="quarter" idx="16"/>
          </p:nvPr>
        </p:nvSpPr>
        <p:spPr>
          <a:xfrm>
            <a:off x="9135035" y="6453002"/>
            <a:ext cx="2546891" cy="365125"/>
          </a:xfrm>
        </p:spPr>
        <p:txBody>
          <a:bodyPr rtlCol="0"/>
          <a:lstStyle/>
          <a:p>
            <a:pPr rtl="0"/>
            <a:r>
              <a:rPr lang="es"/>
              <a:t>Ejemplo de Texto de pie de página</a:t>
            </a:r>
          </a:p>
        </p:txBody>
      </p:sp>
      <p:sp>
        <p:nvSpPr>
          <p:cNvPr id="10" name="Marcador de número de diapositiva 9">
            <a:extLst>
              <a:ext uri="{FF2B5EF4-FFF2-40B4-BE49-F238E27FC236}">
                <a16:creationId xmlns:a16="http://schemas.microsoft.com/office/drawing/2014/main" id="{4963CA08-6B63-DC1E-8CB3-C323C9040122}"/>
              </a:ext>
            </a:extLst>
          </p:cNvPr>
          <p:cNvSpPr>
            <a:spLocks noGrp="1"/>
          </p:cNvSpPr>
          <p:nvPr>
            <p:ph type="sldNum" sz="quarter" idx="17"/>
          </p:nvPr>
        </p:nvSpPr>
        <p:spPr/>
        <p:txBody>
          <a:bodyPr rtlCol="0"/>
          <a:lstStyle/>
          <a:p>
            <a:pPr rtl="0"/>
            <a:fld id="{CC057153-B650-4DEB-B370-79DDCFDCE934}" type="slidenum">
              <a:rPr lang="en-US" smtClean="0"/>
              <a:t>‹Nº›</a:t>
            </a:fld>
            <a:endParaRPr lang="en-US"/>
          </a:p>
        </p:txBody>
      </p:sp>
      <p:sp>
        <p:nvSpPr>
          <p:cNvPr id="8" name="Marcador de contenido 7">
            <a:extLst>
              <a:ext uri="{FF2B5EF4-FFF2-40B4-BE49-F238E27FC236}">
                <a16:creationId xmlns:a16="http://schemas.microsoft.com/office/drawing/2014/main" id="{747AED59-1A26-9C13-8482-7857E7DEFE52}"/>
              </a:ext>
            </a:extLst>
          </p:cNvPr>
          <p:cNvSpPr>
            <a:spLocks noGrp="1"/>
          </p:cNvSpPr>
          <p:nvPr>
            <p:ph sz="quarter" idx="14"/>
          </p:nvPr>
        </p:nvSpPr>
        <p:spPr>
          <a:xfrm>
            <a:off x="8212790" y="2256079"/>
            <a:ext cx="3401568" cy="4052646"/>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6665484" y="583413"/>
            <a:ext cx="4948747" cy="1527048"/>
          </a:xfrm>
        </p:spPr>
        <p:txBody>
          <a:bodyPr rtlCol="0" anchor="b">
            <a:noAutofit/>
          </a:bodyPr>
          <a:lstStyle>
            <a:lvl1pPr>
              <a:defRPr sz="4000">
                <a:solidFill>
                  <a:schemeClr val="bg1"/>
                </a:solidFill>
                <a:highlight>
                  <a:srgbClr val="000000"/>
                </a:highlight>
              </a:defRPr>
            </a:lvl1pPr>
          </a:lstStyle>
          <a:p>
            <a:pPr rtl="0"/>
            <a:r>
              <a:rPr lang="es"/>
              <a:t>Haga clic para modificar el estilo de título del patrón</a:t>
            </a:r>
            <a:endParaRPr lang="en-US"/>
          </a:p>
        </p:txBody>
      </p:sp>
    </p:spTree>
    <p:extLst>
      <p:ext uri="{BB962C8B-B14F-4D97-AF65-F5344CB8AC3E}">
        <p14:creationId xmlns:p14="http://schemas.microsoft.com/office/powerpoint/2010/main" val="2537763249"/>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Foto de contenido 10">
    <p:spTree>
      <p:nvGrpSpPr>
        <p:cNvPr id="1" name=""/>
        <p:cNvGrpSpPr/>
        <p:nvPr/>
      </p:nvGrpSpPr>
      <p:grpSpPr>
        <a:xfrm>
          <a:off x="0" y="0"/>
          <a:ext cx="0" cy="0"/>
          <a:chOff x="0" y="0"/>
          <a:chExt cx="0" cy="0"/>
        </a:xfrm>
      </p:grpSpPr>
      <p:sp>
        <p:nvSpPr>
          <p:cNvPr id="11" name="Marcador de posición de imagen 10">
            <a:extLst>
              <a:ext uri="{FF2B5EF4-FFF2-40B4-BE49-F238E27FC236}">
                <a16:creationId xmlns:a16="http://schemas.microsoft.com/office/drawing/2014/main" id="{7F8EA658-2652-6F81-1B04-D50C60A3F171}"/>
              </a:ext>
            </a:extLst>
          </p:cNvPr>
          <p:cNvSpPr>
            <a:spLocks noGrp="1"/>
          </p:cNvSpPr>
          <p:nvPr>
            <p:ph type="pic" sz="quarter" idx="13"/>
          </p:nvPr>
        </p:nvSpPr>
        <p:spPr>
          <a:xfrm>
            <a:off x="4761780" y="0"/>
            <a:ext cx="7430219" cy="6858000"/>
          </a:xfrm>
          <a:blipFill>
            <a:blip r:embed="rId2">
              <a:alphaModFix amt="70000"/>
              <a:extLst>
                <a:ext uri="{28A0092B-C50C-407E-A947-70E740481C1C}">
                  <a14:useLocalDpi xmlns:a14="http://schemas.microsoft.com/office/drawing/2010/main" val="0"/>
                </a:ext>
              </a:extLst>
            </a:blip>
            <a:stretch>
              <a:fillRect/>
            </a:stretch>
          </a:blipFill>
        </p:spPr>
        <p:txBody>
          <a:bodyPr vert="horz" lIns="91440" tIns="0" rIns="0" bIns="0" rtlCol="0">
            <a:noAutofit/>
          </a:bodyPr>
          <a:lstStyle>
            <a:lvl1pPr>
              <a:defRPr lang="en-US" sz="2400" b="0" i="0"/>
            </a:lvl1pPr>
          </a:lstStyle>
          <a:p>
            <a:pPr marL="0" lvl="0" indent="0" rtl="0">
              <a:lnSpc>
                <a:spcPct val="150000"/>
              </a:lnSpc>
              <a:buFontTx/>
              <a:buNone/>
            </a:pPr>
            <a:r>
              <a:rPr lang="es"/>
              <a:t>Haga clic en el icono para agregar una imagen</a:t>
            </a:r>
          </a:p>
        </p:txBody>
      </p:sp>
      <p:sp>
        <p:nvSpPr>
          <p:cNvPr id="5" name="Marcador de fecha 4">
            <a:extLst>
              <a:ext uri="{FF2B5EF4-FFF2-40B4-BE49-F238E27FC236}">
                <a16:creationId xmlns:a16="http://schemas.microsoft.com/office/drawing/2014/main" id="{897D0B7E-1A60-DA52-6965-92412B1C2F9F}"/>
              </a:ext>
            </a:extLst>
          </p:cNvPr>
          <p:cNvSpPr>
            <a:spLocks noGrp="1"/>
          </p:cNvSpPr>
          <p:nvPr>
            <p:ph type="dt" sz="half" idx="10"/>
          </p:nvPr>
        </p:nvSpPr>
        <p:spPr>
          <a:xfrm>
            <a:off x="137160" y="6453002"/>
            <a:ext cx="1067625" cy="365125"/>
          </a:xfrm>
        </p:spPr>
        <p:txBody>
          <a:bodyPr rtlCol="0"/>
          <a:lstStyle/>
          <a:p>
            <a:pPr rtl="0"/>
            <a:r>
              <a:rPr lang="en-US"/>
              <a:t>24/2/2025</a:t>
            </a:r>
          </a:p>
        </p:txBody>
      </p:sp>
      <p:sp>
        <p:nvSpPr>
          <p:cNvPr id="6" name="Marcador de pie de página 5">
            <a:extLst>
              <a:ext uri="{FF2B5EF4-FFF2-40B4-BE49-F238E27FC236}">
                <a16:creationId xmlns:a16="http://schemas.microsoft.com/office/drawing/2014/main" id="{C2BDD5A2-CE3E-3215-6DAA-F75C0D1229DA}"/>
              </a:ext>
            </a:extLst>
          </p:cNvPr>
          <p:cNvSpPr>
            <a:spLocks noGrp="1"/>
          </p:cNvSpPr>
          <p:nvPr>
            <p:ph type="ftr" sz="quarter" idx="11"/>
          </p:nvPr>
        </p:nvSpPr>
        <p:spPr>
          <a:xfrm>
            <a:off x="1204785" y="6453002"/>
            <a:ext cx="2805405" cy="365125"/>
          </a:xfrm>
        </p:spPr>
        <p:txBody>
          <a:bodyPr rtlCol="0"/>
          <a:lstStyle>
            <a:lvl1pPr>
              <a:defRPr>
                <a:solidFill>
                  <a:schemeClr val="tx1"/>
                </a:solidFill>
                <a:effectLst/>
              </a:defRPr>
            </a:lvl1pPr>
          </a:lstStyle>
          <a:p>
            <a:pPr rtl="0"/>
            <a:r>
              <a:rPr lang="es"/>
              <a:t>Ejemplo de Texto de pie de página</a:t>
            </a:r>
          </a:p>
        </p:txBody>
      </p:sp>
      <p:sp>
        <p:nvSpPr>
          <p:cNvPr id="7" name="Marcador de número de diapositiva 6">
            <a:extLst>
              <a:ext uri="{FF2B5EF4-FFF2-40B4-BE49-F238E27FC236}">
                <a16:creationId xmlns:a16="http://schemas.microsoft.com/office/drawing/2014/main" id="{B1B822F1-284A-1786-FAF2-72129E2FE64D}"/>
              </a:ext>
            </a:extLst>
          </p:cNvPr>
          <p:cNvSpPr>
            <a:spLocks noGrp="1"/>
          </p:cNvSpPr>
          <p:nvPr>
            <p:ph type="sldNum" sz="quarter" idx="12"/>
          </p:nvPr>
        </p:nvSpPr>
        <p:spPr>
          <a:xfrm>
            <a:off x="3960426" y="6453002"/>
            <a:ext cx="429207" cy="365125"/>
          </a:xfrm>
        </p:spPr>
        <p:txBody>
          <a:bodyPr rtlCol="0"/>
          <a:lstStyle>
            <a:lvl1pPr>
              <a:defRPr>
                <a:solidFill>
                  <a:schemeClr val="tx1"/>
                </a:solidFill>
                <a:effectLst/>
              </a:defRPr>
            </a:lvl1pPr>
          </a:lstStyle>
          <a:p>
            <a:pPr rtl="0"/>
            <a:fld id="{CC057153-B650-4DEB-B370-79DDCFDCE934}" type="slidenum">
              <a:rPr lang="en-US" smtClean="0"/>
              <a:pPr rtl="0"/>
              <a:t>‹Nº›</a:t>
            </a:fld>
            <a:endParaRPr lang="en-US"/>
          </a:p>
        </p:txBody>
      </p:sp>
      <p:sp>
        <p:nvSpPr>
          <p:cNvPr id="8" name="Marcador de contenido 7">
            <a:extLst>
              <a:ext uri="{FF2B5EF4-FFF2-40B4-BE49-F238E27FC236}">
                <a16:creationId xmlns:a16="http://schemas.microsoft.com/office/drawing/2014/main" id="{747AED59-1A26-9C13-8482-7857E7DEFE52}"/>
              </a:ext>
            </a:extLst>
          </p:cNvPr>
          <p:cNvSpPr>
            <a:spLocks noGrp="1"/>
          </p:cNvSpPr>
          <p:nvPr>
            <p:ph sz="quarter" idx="14"/>
          </p:nvPr>
        </p:nvSpPr>
        <p:spPr>
          <a:xfrm>
            <a:off x="612775" y="2254737"/>
            <a:ext cx="3401568" cy="4053987"/>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612647" y="583413"/>
            <a:ext cx="5070955" cy="1527048"/>
          </a:xfrm>
        </p:spPr>
        <p:txBody>
          <a:bodyPr rtlCol="0" anchor="b">
            <a:noAutofit/>
          </a:bodyPr>
          <a:lstStyle>
            <a:lvl1pPr>
              <a:defRPr sz="4000">
                <a:solidFill>
                  <a:schemeClr val="bg1"/>
                </a:solidFill>
                <a:highlight>
                  <a:srgbClr val="000000"/>
                </a:highlight>
              </a:defRPr>
            </a:lvl1pPr>
          </a:lstStyle>
          <a:p>
            <a:pPr rtl="0"/>
            <a:r>
              <a:rPr lang="es"/>
              <a:t>Haga clic para modificar el estilo de título del patrón</a:t>
            </a:r>
            <a:endParaRPr lang="en-US"/>
          </a:p>
        </p:txBody>
      </p:sp>
    </p:spTree>
    <p:extLst>
      <p:ext uri="{BB962C8B-B14F-4D97-AF65-F5344CB8AC3E}">
        <p14:creationId xmlns:p14="http://schemas.microsoft.com/office/powerpoint/2010/main" val="363180493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Foto de contenido 11">
    <p:spTree>
      <p:nvGrpSpPr>
        <p:cNvPr id="1" name=""/>
        <p:cNvGrpSpPr/>
        <p:nvPr/>
      </p:nvGrpSpPr>
      <p:grpSpPr>
        <a:xfrm>
          <a:off x="0" y="0"/>
          <a:ext cx="0" cy="0"/>
          <a:chOff x="0" y="0"/>
          <a:chExt cx="0" cy="0"/>
        </a:xfrm>
      </p:grpSpPr>
      <p:sp>
        <p:nvSpPr>
          <p:cNvPr id="11" name="Marcador de posición de imagen 10">
            <a:extLst>
              <a:ext uri="{FF2B5EF4-FFF2-40B4-BE49-F238E27FC236}">
                <a16:creationId xmlns:a16="http://schemas.microsoft.com/office/drawing/2014/main" id="{7F8EA658-2652-6F81-1B04-D50C60A3F171}"/>
              </a:ext>
            </a:extLst>
          </p:cNvPr>
          <p:cNvSpPr>
            <a:spLocks noGrp="1"/>
          </p:cNvSpPr>
          <p:nvPr>
            <p:ph type="pic" sz="quarter" idx="13"/>
          </p:nvPr>
        </p:nvSpPr>
        <p:spPr>
          <a:xfrm>
            <a:off x="0" y="0"/>
            <a:ext cx="7781365" cy="6858000"/>
          </a:xfrm>
          <a:blipFill>
            <a:blip r:embed="rId2">
              <a:alphaModFix amt="70000"/>
              <a:extLst>
                <a:ext uri="{28A0092B-C50C-407E-A947-70E740481C1C}">
                  <a14:useLocalDpi xmlns:a14="http://schemas.microsoft.com/office/drawing/2010/main" val="0"/>
                </a:ext>
              </a:extLst>
            </a:blip>
            <a:stretch>
              <a:fillRect/>
            </a:stretch>
          </a:blipFill>
        </p:spPr>
        <p:txBody>
          <a:bodyPr vert="horz" lIns="91440" tIns="0" rIns="0" bIns="0" rtlCol="0">
            <a:noAutofit/>
          </a:bodyPr>
          <a:lstStyle>
            <a:lvl1pPr>
              <a:defRPr lang="en-US" sz="2400" b="0" i="0"/>
            </a:lvl1pPr>
          </a:lstStyle>
          <a:p>
            <a:pPr marL="0" lvl="0" indent="0" rtl="0">
              <a:lnSpc>
                <a:spcPct val="150000"/>
              </a:lnSpc>
              <a:buFontTx/>
              <a:buNone/>
            </a:pPr>
            <a:r>
              <a:rPr lang="es"/>
              <a:t>Haga clic en el icono para agregar una imagen</a:t>
            </a:r>
          </a:p>
        </p:txBody>
      </p:sp>
      <p:sp>
        <p:nvSpPr>
          <p:cNvPr id="5" name="Marcador de fecha 4">
            <a:extLst>
              <a:ext uri="{FF2B5EF4-FFF2-40B4-BE49-F238E27FC236}">
                <a16:creationId xmlns:a16="http://schemas.microsoft.com/office/drawing/2014/main" id="{897D0B7E-1A60-DA52-6965-92412B1C2F9F}"/>
              </a:ext>
            </a:extLst>
          </p:cNvPr>
          <p:cNvSpPr>
            <a:spLocks noGrp="1"/>
          </p:cNvSpPr>
          <p:nvPr>
            <p:ph type="dt" sz="half" idx="10"/>
          </p:nvPr>
        </p:nvSpPr>
        <p:spPr>
          <a:xfrm>
            <a:off x="8343102" y="6453002"/>
            <a:ext cx="1003659" cy="365125"/>
          </a:xfrm>
        </p:spPr>
        <p:txBody>
          <a:bodyPr rtlCol="0"/>
          <a:lstStyle>
            <a:lvl1pPr>
              <a:defRPr>
                <a:solidFill>
                  <a:schemeClr val="tx1"/>
                </a:solidFill>
                <a:effectLst/>
              </a:defRPr>
            </a:lvl1pPr>
          </a:lstStyle>
          <a:p>
            <a:pPr rtl="0"/>
            <a:r>
              <a:rPr lang="en-US"/>
              <a:t>24/2/2025</a:t>
            </a:r>
          </a:p>
        </p:txBody>
      </p:sp>
      <p:sp>
        <p:nvSpPr>
          <p:cNvPr id="6" name="Marcador de pie de página 5">
            <a:extLst>
              <a:ext uri="{FF2B5EF4-FFF2-40B4-BE49-F238E27FC236}">
                <a16:creationId xmlns:a16="http://schemas.microsoft.com/office/drawing/2014/main" id="{C2BDD5A2-CE3E-3215-6DAA-F75C0D1229DA}"/>
              </a:ext>
            </a:extLst>
          </p:cNvPr>
          <p:cNvSpPr>
            <a:spLocks noGrp="1"/>
          </p:cNvSpPr>
          <p:nvPr>
            <p:ph type="ftr" sz="quarter" idx="11"/>
          </p:nvPr>
        </p:nvSpPr>
        <p:spPr>
          <a:xfrm>
            <a:off x="9346761" y="6453002"/>
            <a:ext cx="2335165" cy="365125"/>
          </a:xfrm>
        </p:spPr>
        <p:txBody>
          <a:bodyPr rtlCol="0"/>
          <a:lstStyle/>
          <a:p>
            <a:pPr rtl="0"/>
            <a:r>
              <a:rPr lang="es"/>
              <a:t>Ejemplo de Texto de pie de página</a:t>
            </a:r>
          </a:p>
        </p:txBody>
      </p:sp>
      <p:sp>
        <p:nvSpPr>
          <p:cNvPr id="7" name="Marcador de número de diapositiva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lstStyle/>
          <a:p>
            <a:pPr rtl="0"/>
            <a:fld id="{CC057153-B650-4DEB-B370-79DDCFDCE934}" type="slidenum">
              <a:rPr lang="en-US" smtClean="0"/>
              <a:t>‹Nº›</a:t>
            </a:fld>
            <a:endParaRPr lang="en-US"/>
          </a:p>
        </p:txBody>
      </p:sp>
      <p:sp>
        <p:nvSpPr>
          <p:cNvPr id="8" name="Marcador de contenido 7">
            <a:extLst>
              <a:ext uri="{FF2B5EF4-FFF2-40B4-BE49-F238E27FC236}">
                <a16:creationId xmlns:a16="http://schemas.microsoft.com/office/drawing/2014/main" id="{6E0D00CE-C191-6DE5-9D82-7EFB59BC3739}"/>
              </a:ext>
            </a:extLst>
          </p:cNvPr>
          <p:cNvSpPr>
            <a:spLocks noGrp="1"/>
          </p:cNvSpPr>
          <p:nvPr>
            <p:ph sz="quarter" idx="14"/>
          </p:nvPr>
        </p:nvSpPr>
        <p:spPr>
          <a:xfrm>
            <a:off x="8344096" y="3168722"/>
            <a:ext cx="3273552" cy="2884605"/>
          </a:xfrm>
        </p:spPr>
        <p:txBody>
          <a:bodyPr rtlCol="0">
            <a:normAutofit/>
          </a:bodyPr>
          <a:lstStyle>
            <a:lvl1pPr marL="0" indent="0">
              <a:buNone/>
              <a:defRPr sz="1600"/>
            </a:lvl1pPr>
            <a:lvl2pPr marL="228600" indent="0">
              <a:buNone/>
              <a:defRPr sz="1400"/>
            </a:lvl2pPr>
            <a:lvl3pPr marL="457200" indent="0">
              <a:buNone/>
              <a:defRPr sz="1200"/>
            </a:lvl3pPr>
            <a:lvl4pPr marL="685800" indent="0">
              <a:buNone/>
              <a:defRPr sz="1100"/>
            </a:lvl4pPr>
            <a:lvl5pPr marL="914400" indent="0">
              <a:buNone/>
              <a:defRPr sz="105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6859542" y="1078992"/>
            <a:ext cx="4757112" cy="1942773"/>
          </a:xfrm>
        </p:spPr>
        <p:txBody>
          <a:bodyPr rtlCol="0" anchor="b">
            <a:noAutofit/>
          </a:bodyPr>
          <a:lstStyle>
            <a:lvl1pPr>
              <a:defRPr sz="4000">
                <a:solidFill>
                  <a:schemeClr val="bg1"/>
                </a:solidFill>
                <a:highlight>
                  <a:srgbClr val="000000"/>
                </a:highlight>
              </a:defRPr>
            </a:lvl1pPr>
          </a:lstStyle>
          <a:p>
            <a:pPr rtl="0"/>
            <a:r>
              <a:rPr lang="es"/>
              <a:t>Haga clic para modificar el estilo de título del patrón</a:t>
            </a:r>
            <a:endParaRPr lang="en-US"/>
          </a:p>
        </p:txBody>
      </p:sp>
    </p:spTree>
    <p:extLst>
      <p:ext uri="{BB962C8B-B14F-4D97-AF65-F5344CB8AC3E}">
        <p14:creationId xmlns:p14="http://schemas.microsoft.com/office/powerpoint/2010/main" val="105720927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Foto del contenido 12">
    <p:spTree>
      <p:nvGrpSpPr>
        <p:cNvPr id="1" name=""/>
        <p:cNvGrpSpPr/>
        <p:nvPr/>
      </p:nvGrpSpPr>
      <p:grpSpPr>
        <a:xfrm>
          <a:off x="0" y="0"/>
          <a:ext cx="0" cy="0"/>
          <a:chOff x="0" y="0"/>
          <a:chExt cx="0" cy="0"/>
        </a:xfrm>
      </p:grpSpPr>
      <p:sp>
        <p:nvSpPr>
          <p:cNvPr id="11" name="Marcador de posición de imagen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12192000" cy="4635132"/>
          </a:xfrm>
          <a:blipFill>
            <a:blip r:embed="rId2">
              <a:alphaModFix amt="70000"/>
              <a:extLst>
                <a:ext uri="{28A0092B-C50C-407E-A947-70E740481C1C}">
                  <a14:useLocalDpi xmlns:a14="http://schemas.microsoft.com/office/drawing/2010/main" val="0"/>
                </a:ext>
              </a:extLst>
            </a:blip>
            <a:stretch>
              <a:fillRect/>
            </a:stretch>
          </a:blipFill>
        </p:spPr>
        <p:txBody>
          <a:bodyPr vert="horz" lIns="91440" tIns="0" rIns="0" bIns="0" rtlCol="0">
            <a:noAutofit/>
          </a:bodyPr>
          <a:lstStyle>
            <a:lvl1pPr>
              <a:defRPr lang="en-US" sz="2400" b="0" i="0"/>
            </a:lvl1pPr>
          </a:lstStyle>
          <a:p>
            <a:pPr marL="0" lvl="0" indent="0" rtl="0">
              <a:lnSpc>
                <a:spcPct val="150000"/>
              </a:lnSpc>
              <a:buFontTx/>
              <a:buNone/>
            </a:pPr>
            <a:r>
              <a:rPr lang="es"/>
              <a:t>Haga clic en el icono para agregar una imagen</a:t>
            </a:r>
          </a:p>
        </p:txBody>
      </p:sp>
      <p:sp>
        <p:nvSpPr>
          <p:cNvPr id="5" name="Marcador de fecha 4">
            <a:extLst>
              <a:ext uri="{FF2B5EF4-FFF2-40B4-BE49-F238E27FC236}">
                <a16:creationId xmlns:a16="http://schemas.microsoft.com/office/drawing/2014/main" id="{897D0B7E-1A60-DA52-6965-92412B1C2F9F}"/>
              </a:ext>
            </a:extLst>
          </p:cNvPr>
          <p:cNvSpPr>
            <a:spLocks noGrp="1"/>
          </p:cNvSpPr>
          <p:nvPr>
            <p:ph type="dt" sz="half" idx="10"/>
          </p:nvPr>
        </p:nvSpPr>
        <p:spPr/>
        <p:txBody>
          <a:bodyPr rtlCol="0"/>
          <a:lstStyle/>
          <a:p>
            <a:pPr rtl="0"/>
            <a:r>
              <a:rPr lang="en-US"/>
              <a:t>24/2/2025</a:t>
            </a:r>
          </a:p>
        </p:txBody>
      </p:sp>
      <p:sp>
        <p:nvSpPr>
          <p:cNvPr id="6" name="Marcador de pie de página 5">
            <a:extLst>
              <a:ext uri="{FF2B5EF4-FFF2-40B4-BE49-F238E27FC236}">
                <a16:creationId xmlns:a16="http://schemas.microsoft.com/office/drawing/2014/main" id="{C2BDD5A2-CE3E-3215-6DAA-F75C0D1229DA}"/>
              </a:ext>
            </a:extLst>
          </p:cNvPr>
          <p:cNvSpPr>
            <a:spLocks noGrp="1"/>
          </p:cNvSpPr>
          <p:nvPr>
            <p:ph type="ftr" sz="quarter" idx="11"/>
          </p:nvPr>
        </p:nvSpPr>
        <p:spPr/>
        <p:txBody>
          <a:bodyPr rtlCol="0"/>
          <a:lstStyle/>
          <a:p>
            <a:pPr rtl="0"/>
            <a:r>
              <a:rPr lang="es"/>
              <a:t>Ejemplo de Texto de pie de página</a:t>
            </a:r>
          </a:p>
        </p:txBody>
      </p:sp>
      <p:sp>
        <p:nvSpPr>
          <p:cNvPr id="7" name="Marcador de número de diapositiva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lstStyle/>
          <a:p>
            <a:pPr rtl="0"/>
            <a:fld id="{CC057153-B650-4DEB-B370-79DDCFDCE934}" type="slidenum">
              <a:rPr lang="en-US" smtClean="0"/>
              <a:t>‹Nº›</a:t>
            </a:fld>
            <a:endParaRPr lang="en-US"/>
          </a:p>
        </p:txBody>
      </p:sp>
      <p:sp>
        <p:nvSpPr>
          <p:cNvPr id="8" name="Marcador de contenido 7">
            <a:extLst>
              <a:ext uri="{FF2B5EF4-FFF2-40B4-BE49-F238E27FC236}">
                <a16:creationId xmlns:a16="http://schemas.microsoft.com/office/drawing/2014/main" id="{C3D15418-1E32-0501-0E66-54FC2DD08E39}"/>
              </a:ext>
            </a:extLst>
          </p:cNvPr>
          <p:cNvSpPr>
            <a:spLocks noGrp="1"/>
          </p:cNvSpPr>
          <p:nvPr>
            <p:ph sz="quarter" idx="14"/>
          </p:nvPr>
        </p:nvSpPr>
        <p:spPr>
          <a:xfrm>
            <a:off x="5349240" y="5012267"/>
            <a:ext cx="6400800" cy="1390330"/>
          </a:xfrm>
        </p:spPr>
        <p:txBody>
          <a:bodyPr rtlCol="0">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321733" y="3939967"/>
            <a:ext cx="3739896" cy="1390330"/>
          </a:xfrm>
        </p:spPr>
        <p:txBody>
          <a:bodyPr rtlCol="0" anchor="ctr">
            <a:noAutofit/>
          </a:bodyPr>
          <a:lstStyle>
            <a:lvl1pPr>
              <a:defRPr sz="4000">
                <a:solidFill>
                  <a:schemeClr val="bg1"/>
                </a:solidFill>
                <a:highlight>
                  <a:srgbClr val="000000"/>
                </a:highlight>
              </a:defRPr>
            </a:lvl1pPr>
          </a:lstStyle>
          <a:p>
            <a:pPr rtl="0"/>
            <a:r>
              <a:rPr lang="es"/>
              <a:t>Haga clic para modificar el estilo de título del patrón</a:t>
            </a:r>
            <a:endParaRPr lang="en-US"/>
          </a:p>
        </p:txBody>
      </p:sp>
    </p:spTree>
    <p:extLst>
      <p:ext uri="{BB962C8B-B14F-4D97-AF65-F5344CB8AC3E}">
        <p14:creationId xmlns:p14="http://schemas.microsoft.com/office/powerpoint/2010/main" val="103172681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Foto de contenido 13">
    <p:spTree>
      <p:nvGrpSpPr>
        <p:cNvPr id="1" name=""/>
        <p:cNvGrpSpPr/>
        <p:nvPr/>
      </p:nvGrpSpPr>
      <p:grpSpPr>
        <a:xfrm>
          <a:off x="0" y="0"/>
          <a:ext cx="0" cy="0"/>
          <a:chOff x="0" y="0"/>
          <a:chExt cx="0" cy="0"/>
        </a:xfrm>
      </p:grpSpPr>
      <p:sp>
        <p:nvSpPr>
          <p:cNvPr id="11" name="Marcador de posición de imagen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12192000" cy="3778270"/>
          </a:xfrm>
          <a:blipFill>
            <a:blip r:embed="rId2">
              <a:alphaModFix amt="70000"/>
              <a:extLst>
                <a:ext uri="{28A0092B-C50C-407E-A947-70E740481C1C}">
                  <a14:useLocalDpi xmlns:a14="http://schemas.microsoft.com/office/drawing/2010/main" val="0"/>
                </a:ext>
              </a:extLst>
            </a:blip>
            <a:stretch>
              <a:fillRect/>
            </a:stretch>
          </a:blipFill>
        </p:spPr>
        <p:txBody>
          <a:bodyPr vert="horz" lIns="91440" tIns="0" rIns="0" bIns="0" rtlCol="0">
            <a:noAutofit/>
          </a:bodyPr>
          <a:lstStyle>
            <a:lvl1pPr>
              <a:defRPr lang="en-US" sz="2400" b="0" i="0"/>
            </a:lvl1pPr>
          </a:lstStyle>
          <a:p>
            <a:pPr marL="0" lvl="0" indent="0" rtl="0">
              <a:lnSpc>
                <a:spcPct val="150000"/>
              </a:lnSpc>
              <a:buFontTx/>
              <a:buNone/>
            </a:pPr>
            <a:r>
              <a:rPr lang="es"/>
              <a:t>Haga clic en el icono para agregar una imagen</a:t>
            </a:r>
          </a:p>
        </p:txBody>
      </p:sp>
      <p:sp>
        <p:nvSpPr>
          <p:cNvPr id="5" name="Marcador de fecha 4">
            <a:extLst>
              <a:ext uri="{FF2B5EF4-FFF2-40B4-BE49-F238E27FC236}">
                <a16:creationId xmlns:a16="http://schemas.microsoft.com/office/drawing/2014/main" id="{897D0B7E-1A60-DA52-6965-92412B1C2F9F}"/>
              </a:ext>
            </a:extLst>
          </p:cNvPr>
          <p:cNvSpPr>
            <a:spLocks noGrp="1"/>
          </p:cNvSpPr>
          <p:nvPr>
            <p:ph type="dt" sz="half" idx="10"/>
          </p:nvPr>
        </p:nvSpPr>
        <p:spPr/>
        <p:txBody>
          <a:bodyPr rtlCol="0"/>
          <a:lstStyle/>
          <a:p>
            <a:pPr rtl="0"/>
            <a:r>
              <a:rPr lang="en-US"/>
              <a:t>24/2/2025</a:t>
            </a:r>
          </a:p>
        </p:txBody>
      </p:sp>
      <p:sp>
        <p:nvSpPr>
          <p:cNvPr id="6" name="Marcador de pie de página 5">
            <a:extLst>
              <a:ext uri="{FF2B5EF4-FFF2-40B4-BE49-F238E27FC236}">
                <a16:creationId xmlns:a16="http://schemas.microsoft.com/office/drawing/2014/main" id="{C2BDD5A2-CE3E-3215-6DAA-F75C0D1229DA}"/>
              </a:ext>
            </a:extLst>
          </p:cNvPr>
          <p:cNvSpPr>
            <a:spLocks noGrp="1"/>
          </p:cNvSpPr>
          <p:nvPr>
            <p:ph type="ftr" sz="quarter" idx="11"/>
          </p:nvPr>
        </p:nvSpPr>
        <p:spPr/>
        <p:txBody>
          <a:bodyPr rtlCol="0"/>
          <a:lstStyle/>
          <a:p>
            <a:pPr rtl="0"/>
            <a:r>
              <a:rPr lang="es"/>
              <a:t>Ejemplo de Texto de pie de página</a:t>
            </a:r>
          </a:p>
        </p:txBody>
      </p:sp>
      <p:sp>
        <p:nvSpPr>
          <p:cNvPr id="7" name="Marcador de número de diapositiva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lstStyle/>
          <a:p>
            <a:pPr rtl="0"/>
            <a:fld id="{CC057153-B650-4DEB-B370-79DDCFDCE934}" type="slidenum">
              <a:rPr lang="en-US" smtClean="0"/>
              <a:t>‹Nº›</a:t>
            </a:fld>
            <a:endParaRPr lang="en-US"/>
          </a:p>
        </p:txBody>
      </p:sp>
      <p:sp>
        <p:nvSpPr>
          <p:cNvPr id="8" name="Marcador de contenido 7">
            <a:extLst>
              <a:ext uri="{FF2B5EF4-FFF2-40B4-BE49-F238E27FC236}">
                <a16:creationId xmlns:a16="http://schemas.microsoft.com/office/drawing/2014/main" id="{C3D15418-1E32-0501-0E66-54FC2DD08E39}"/>
              </a:ext>
            </a:extLst>
          </p:cNvPr>
          <p:cNvSpPr>
            <a:spLocks noGrp="1"/>
          </p:cNvSpPr>
          <p:nvPr>
            <p:ph sz="quarter" idx="14"/>
          </p:nvPr>
        </p:nvSpPr>
        <p:spPr>
          <a:xfrm>
            <a:off x="3977640" y="4162318"/>
            <a:ext cx="7772400" cy="2240280"/>
          </a:xfrm>
        </p:spPr>
        <p:txBody>
          <a:bodyPr rtlCol="0">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321733" y="2831866"/>
            <a:ext cx="2953618" cy="1892808"/>
          </a:xfrm>
        </p:spPr>
        <p:txBody>
          <a:bodyPr rtlCol="0" anchor="ctr">
            <a:noAutofit/>
          </a:bodyPr>
          <a:lstStyle>
            <a:lvl1pPr>
              <a:defRPr sz="4000">
                <a:solidFill>
                  <a:schemeClr val="bg1"/>
                </a:solidFill>
                <a:highlight>
                  <a:srgbClr val="000000"/>
                </a:highlight>
              </a:defRPr>
            </a:lvl1pPr>
          </a:lstStyle>
          <a:p>
            <a:pPr rtl="0"/>
            <a:r>
              <a:rPr lang="es"/>
              <a:t>Haga clic para modificar el estilo de título del patrón</a:t>
            </a:r>
            <a:endParaRPr lang="en-US"/>
          </a:p>
        </p:txBody>
      </p:sp>
    </p:spTree>
    <p:extLst>
      <p:ext uri="{BB962C8B-B14F-4D97-AF65-F5344CB8AC3E}">
        <p14:creationId xmlns:p14="http://schemas.microsoft.com/office/powerpoint/2010/main" val="276927599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Foto de contenido 14">
    <p:spTree>
      <p:nvGrpSpPr>
        <p:cNvPr id="1" name=""/>
        <p:cNvGrpSpPr/>
        <p:nvPr/>
      </p:nvGrpSpPr>
      <p:grpSpPr>
        <a:xfrm>
          <a:off x="0" y="0"/>
          <a:ext cx="0" cy="0"/>
          <a:chOff x="0" y="0"/>
          <a:chExt cx="0" cy="0"/>
        </a:xfrm>
      </p:grpSpPr>
      <p:sp>
        <p:nvSpPr>
          <p:cNvPr id="11" name="Marcador de posición de imagen 10">
            <a:extLst>
              <a:ext uri="{FF2B5EF4-FFF2-40B4-BE49-F238E27FC236}">
                <a16:creationId xmlns:a16="http://schemas.microsoft.com/office/drawing/2014/main" id="{7F8EA658-2652-6F81-1B04-D50C60A3F171}"/>
              </a:ext>
            </a:extLst>
          </p:cNvPr>
          <p:cNvSpPr>
            <a:spLocks noGrp="1"/>
          </p:cNvSpPr>
          <p:nvPr>
            <p:ph type="pic" sz="quarter" idx="13"/>
          </p:nvPr>
        </p:nvSpPr>
        <p:spPr>
          <a:xfrm>
            <a:off x="-1" y="3079730"/>
            <a:ext cx="12192000" cy="3778270"/>
          </a:xfrm>
          <a:blipFill>
            <a:blip r:embed="rId2">
              <a:alphaModFix amt="70000"/>
              <a:extLst>
                <a:ext uri="{28A0092B-C50C-407E-A947-70E740481C1C}">
                  <a14:useLocalDpi xmlns:a14="http://schemas.microsoft.com/office/drawing/2010/main" val="0"/>
                </a:ext>
              </a:extLst>
            </a:blip>
            <a:stretch>
              <a:fillRect/>
            </a:stretch>
          </a:blipFill>
        </p:spPr>
        <p:txBody>
          <a:bodyPr vert="horz" lIns="91440" tIns="0" rIns="0" bIns="0" rtlCol="0">
            <a:noAutofit/>
          </a:bodyPr>
          <a:lstStyle>
            <a:lvl1pPr>
              <a:defRPr lang="en-US" sz="2400" b="0" i="0" dirty="0"/>
            </a:lvl1pPr>
          </a:lstStyle>
          <a:p>
            <a:pPr marL="0" lvl="0" indent="0" rtl="0">
              <a:lnSpc>
                <a:spcPct val="150000"/>
              </a:lnSpc>
              <a:buFontTx/>
              <a:buNone/>
            </a:pPr>
            <a:r>
              <a:rPr lang="es"/>
              <a:t>Haga clic en el icono para agregar una imagen</a:t>
            </a:r>
            <a:endParaRPr lang="en-US"/>
          </a:p>
        </p:txBody>
      </p:sp>
      <p:sp>
        <p:nvSpPr>
          <p:cNvPr id="5" name="Marcador de fecha 4">
            <a:extLst>
              <a:ext uri="{FF2B5EF4-FFF2-40B4-BE49-F238E27FC236}">
                <a16:creationId xmlns:a16="http://schemas.microsoft.com/office/drawing/2014/main" id="{897D0B7E-1A60-DA52-6965-92412B1C2F9F}"/>
              </a:ext>
            </a:extLst>
          </p:cNvPr>
          <p:cNvSpPr>
            <a:spLocks noGrp="1"/>
          </p:cNvSpPr>
          <p:nvPr>
            <p:ph type="dt" sz="half" idx="10"/>
          </p:nvPr>
        </p:nvSpPr>
        <p:spPr>
          <a:xfrm>
            <a:off x="137160" y="59778"/>
            <a:ext cx="3494314" cy="365125"/>
          </a:xfrm>
        </p:spPr>
        <p:txBody>
          <a:bodyPr rtlCol="0"/>
          <a:lstStyle/>
          <a:p>
            <a:pPr rtl="0"/>
            <a:r>
              <a:rPr lang="en-US"/>
              <a:t>24/2/2025</a:t>
            </a:r>
          </a:p>
        </p:txBody>
      </p:sp>
      <p:sp>
        <p:nvSpPr>
          <p:cNvPr id="6" name="Marcador de pie de página 5">
            <a:extLst>
              <a:ext uri="{FF2B5EF4-FFF2-40B4-BE49-F238E27FC236}">
                <a16:creationId xmlns:a16="http://schemas.microsoft.com/office/drawing/2014/main" id="{C2BDD5A2-CE3E-3215-6DAA-F75C0D1229DA}"/>
              </a:ext>
            </a:extLst>
          </p:cNvPr>
          <p:cNvSpPr>
            <a:spLocks noGrp="1"/>
          </p:cNvSpPr>
          <p:nvPr>
            <p:ph type="ftr" sz="quarter" idx="11"/>
          </p:nvPr>
        </p:nvSpPr>
        <p:spPr>
          <a:xfrm>
            <a:off x="8876521" y="59778"/>
            <a:ext cx="2805405" cy="365125"/>
          </a:xfrm>
        </p:spPr>
        <p:txBody>
          <a:bodyPr rtlCol="0"/>
          <a:lstStyle/>
          <a:p>
            <a:pPr rtl="0"/>
            <a:r>
              <a:rPr lang="es"/>
              <a:t>Ejemplo de Texto de pie de página</a:t>
            </a:r>
          </a:p>
        </p:txBody>
      </p:sp>
      <p:sp>
        <p:nvSpPr>
          <p:cNvPr id="7" name="Marcador de número de diapositiva 6">
            <a:extLst>
              <a:ext uri="{FF2B5EF4-FFF2-40B4-BE49-F238E27FC236}">
                <a16:creationId xmlns:a16="http://schemas.microsoft.com/office/drawing/2014/main" id="{B1B822F1-284A-1786-FAF2-72129E2FE64D}"/>
              </a:ext>
            </a:extLst>
          </p:cNvPr>
          <p:cNvSpPr>
            <a:spLocks noGrp="1"/>
          </p:cNvSpPr>
          <p:nvPr>
            <p:ph type="sldNum" sz="quarter" idx="12"/>
          </p:nvPr>
        </p:nvSpPr>
        <p:spPr>
          <a:xfrm>
            <a:off x="11632162" y="59778"/>
            <a:ext cx="429207" cy="365125"/>
          </a:xfrm>
        </p:spPr>
        <p:txBody>
          <a:bodyPr rtlCol="0"/>
          <a:lstStyle/>
          <a:p>
            <a:pPr rtl="0"/>
            <a:fld id="{CC057153-B650-4DEB-B370-79DDCFDCE934}" type="slidenum">
              <a:rPr lang="en-US" smtClean="0"/>
              <a:t>‹Nº›</a:t>
            </a:fld>
            <a:endParaRPr lang="en-US"/>
          </a:p>
        </p:txBody>
      </p:sp>
      <p:sp>
        <p:nvSpPr>
          <p:cNvPr id="8" name="Marcador de contenido 7">
            <a:extLst>
              <a:ext uri="{FF2B5EF4-FFF2-40B4-BE49-F238E27FC236}">
                <a16:creationId xmlns:a16="http://schemas.microsoft.com/office/drawing/2014/main" id="{C3D15418-1E32-0501-0E66-54FC2DD08E39}"/>
              </a:ext>
            </a:extLst>
          </p:cNvPr>
          <p:cNvSpPr>
            <a:spLocks noGrp="1"/>
          </p:cNvSpPr>
          <p:nvPr>
            <p:ph sz="quarter" idx="14"/>
          </p:nvPr>
        </p:nvSpPr>
        <p:spPr>
          <a:xfrm>
            <a:off x="3977640" y="561425"/>
            <a:ext cx="7772400" cy="2240280"/>
          </a:xfrm>
        </p:spPr>
        <p:txBody>
          <a:bodyPr rtlCol="0">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321733" y="2133326"/>
            <a:ext cx="2953618" cy="1892808"/>
          </a:xfrm>
        </p:spPr>
        <p:txBody>
          <a:bodyPr rtlCol="0" anchor="ctr">
            <a:noAutofit/>
          </a:bodyPr>
          <a:lstStyle>
            <a:lvl1pPr>
              <a:defRPr sz="4000">
                <a:solidFill>
                  <a:schemeClr val="bg1"/>
                </a:solidFill>
                <a:highlight>
                  <a:srgbClr val="000000"/>
                </a:highlight>
              </a:defRPr>
            </a:lvl1pPr>
          </a:lstStyle>
          <a:p>
            <a:pPr rtl="0"/>
            <a:r>
              <a:rPr lang="es"/>
              <a:t>Haga clic para modificar el estilo de título del patrón</a:t>
            </a:r>
            <a:endParaRPr lang="en-US"/>
          </a:p>
        </p:txBody>
      </p:sp>
    </p:spTree>
    <p:extLst>
      <p:ext uri="{BB962C8B-B14F-4D97-AF65-F5344CB8AC3E}">
        <p14:creationId xmlns:p14="http://schemas.microsoft.com/office/powerpoint/2010/main" val="37925604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Foto de contenido 15">
    <p:spTree>
      <p:nvGrpSpPr>
        <p:cNvPr id="1" name=""/>
        <p:cNvGrpSpPr/>
        <p:nvPr/>
      </p:nvGrpSpPr>
      <p:grpSpPr>
        <a:xfrm>
          <a:off x="0" y="0"/>
          <a:ext cx="0" cy="0"/>
          <a:chOff x="0" y="0"/>
          <a:chExt cx="0" cy="0"/>
        </a:xfrm>
      </p:grpSpPr>
      <p:sp>
        <p:nvSpPr>
          <p:cNvPr id="11" name="Marcador de posición de imagen 10">
            <a:extLst>
              <a:ext uri="{FF2B5EF4-FFF2-40B4-BE49-F238E27FC236}">
                <a16:creationId xmlns:a16="http://schemas.microsoft.com/office/drawing/2014/main" id="{7F8EA658-2652-6F81-1B04-D50C60A3F171}"/>
              </a:ext>
            </a:extLst>
          </p:cNvPr>
          <p:cNvSpPr>
            <a:spLocks noGrp="1"/>
          </p:cNvSpPr>
          <p:nvPr>
            <p:ph type="pic" sz="quarter" idx="13"/>
          </p:nvPr>
        </p:nvSpPr>
        <p:spPr>
          <a:xfrm>
            <a:off x="612645" y="1828800"/>
            <a:ext cx="6446520" cy="4425696"/>
          </a:xfrm>
          <a:blipFill>
            <a:blip r:embed="rId2">
              <a:alphaModFix amt="70000"/>
              <a:extLst>
                <a:ext uri="{28A0092B-C50C-407E-A947-70E740481C1C}">
                  <a14:useLocalDpi xmlns:a14="http://schemas.microsoft.com/office/drawing/2010/main" val="0"/>
                </a:ext>
              </a:extLst>
            </a:blip>
            <a:stretch>
              <a:fillRect/>
            </a:stretch>
          </a:blipFill>
        </p:spPr>
        <p:txBody>
          <a:bodyPr rtlCol="0"/>
          <a:lstStyle/>
          <a:p>
            <a:pPr rtl="0"/>
            <a:r>
              <a:rPr lang="es"/>
              <a:t>Haga clic en el icono para agregar una imagen</a:t>
            </a:r>
          </a:p>
        </p:txBody>
      </p:sp>
      <p:sp>
        <p:nvSpPr>
          <p:cNvPr id="5" name="Marcador de fecha 4">
            <a:extLst>
              <a:ext uri="{FF2B5EF4-FFF2-40B4-BE49-F238E27FC236}">
                <a16:creationId xmlns:a16="http://schemas.microsoft.com/office/drawing/2014/main" id="{897D0B7E-1A60-DA52-6965-92412B1C2F9F}"/>
              </a:ext>
            </a:extLst>
          </p:cNvPr>
          <p:cNvSpPr>
            <a:spLocks noGrp="1"/>
          </p:cNvSpPr>
          <p:nvPr>
            <p:ph type="dt" sz="half" idx="10"/>
          </p:nvPr>
        </p:nvSpPr>
        <p:spPr/>
        <p:txBody>
          <a:bodyPr rtlCol="0"/>
          <a:lstStyle/>
          <a:p>
            <a:pPr rtl="0"/>
            <a:r>
              <a:rPr lang="en-US"/>
              <a:t>24/2/2025</a:t>
            </a:r>
          </a:p>
        </p:txBody>
      </p:sp>
      <p:sp>
        <p:nvSpPr>
          <p:cNvPr id="6" name="Marcador de pie de página 5">
            <a:extLst>
              <a:ext uri="{FF2B5EF4-FFF2-40B4-BE49-F238E27FC236}">
                <a16:creationId xmlns:a16="http://schemas.microsoft.com/office/drawing/2014/main" id="{C2BDD5A2-CE3E-3215-6DAA-F75C0D1229DA}"/>
              </a:ext>
            </a:extLst>
          </p:cNvPr>
          <p:cNvSpPr>
            <a:spLocks noGrp="1"/>
          </p:cNvSpPr>
          <p:nvPr>
            <p:ph type="ftr" sz="quarter" idx="11"/>
          </p:nvPr>
        </p:nvSpPr>
        <p:spPr/>
        <p:txBody>
          <a:bodyPr rtlCol="0"/>
          <a:lstStyle/>
          <a:p>
            <a:pPr rtl="0"/>
            <a:r>
              <a:rPr lang="es"/>
              <a:t>Ejemplo de Texto de pie de página</a:t>
            </a:r>
          </a:p>
        </p:txBody>
      </p:sp>
      <p:sp>
        <p:nvSpPr>
          <p:cNvPr id="7" name="Marcador de número de diapositiva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lstStyle/>
          <a:p>
            <a:pPr rtl="0"/>
            <a:fld id="{CC057153-B650-4DEB-B370-79DDCFDCE934}" type="slidenum">
              <a:rPr lang="en-US" smtClean="0"/>
              <a:t>‹Nº›</a:t>
            </a:fld>
            <a:endParaRPr lang="en-US"/>
          </a:p>
        </p:txBody>
      </p:sp>
      <p:sp>
        <p:nvSpPr>
          <p:cNvPr id="8" name="Marcador de contenido 7">
            <a:extLst>
              <a:ext uri="{FF2B5EF4-FFF2-40B4-BE49-F238E27FC236}">
                <a16:creationId xmlns:a16="http://schemas.microsoft.com/office/drawing/2014/main" id="{C1897688-419F-6EB2-5CC1-DC14924E5FC3}"/>
              </a:ext>
            </a:extLst>
          </p:cNvPr>
          <p:cNvSpPr>
            <a:spLocks noGrp="1"/>
          </p:cNvSpPr>
          <p:nvPr>
            <p:ph sz="quarter" idx="14"/>
          </p:nvPr>
        </p:nvSpPr>
        <p:spPr>
          <a:xfrm>
            <a:off x="7562088" y="1828800"/>
            <a:ext cx="4023360" cy="4428871"/>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612646" y="603504"/>
            <a:ext cx="10972802" cy="970463"/>
          </a:xfrm>
        </p:spPr>
        <p:txBody>
          <a:bodyPr rtlCol="0" anchor="ctr"/>
          <a:lstStyle>
            <a:lvl1pPr>
              <a:defRPr>
                <a:solidFill>
                  <a:schemeClr val="tx1"/>
                </a:solidFill>
              </a:defRPr>
            </a:lvl1pPr>
          </a:lstStyle>
          <a:p>
            <a:pPr rtl="0"/>
            <a:r>
              <a:rPr lang="es"/>
              <a:t>Haga clic para modificar el estilo de título del patrón</a:t>
            </a:r>
            <a:endParaRPr lang="en-US"/>
          </a:p>
        </p:txBody>
      </p:sp>
    </p:spTree>
    <p:extLst>
      <p:ext uri="{BB962C8B-B14F-4D97-AF65-F5344CB8AC3E}">
        <p14:creationId xmlns:p14="http://schemas.microsoft.com/office/powerpoint/2010/main" val="215013449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Foto de contenido 16">
    <p:spTree>
      <p:nvGrpSpPr>
        <p:cNvPr id="1" name=""/>
        <p:cNvGrpSpPr/>
        <p:nvPr/>
      </p:nvGrpSpPr>
      <p:grpSpPr>
        <a:xfrm>
          <a:off x="0" y="0"/>
          <a:ext cx="0" cy="0"/>
          <a:chOff x="0" y="0"/>
          <a:chExt cx="0" cy="0"/>
        </a:xfrm>
      </p:grpSpPr>
      <p:sp>
        <p:nvSpPr>
          <p:cNvPr id="11" name="Marcador de posición de imagen 10">
            <a:extLst>
              <a:ext uri="{FF2B5EF4-FFF2-40B4-BE49-F238E27FC236}">
                <a16:creationId xmlns:a16="http://schemas.microsoft.com/office/drawing/2014/main" id="{7F8EA658-2652-6F81-1B04-D50C60A3F171}"/>
              </a:ext>
            </a:extLst>
          </p:cNvPr>
          <p:cNvSpPr>
            <a:spLocks noGrp="1"/>
          </p:cNvSpPr>
          <p:nvPr>
            <p:ph type="pic" sz="quarter" idx="13"/>
          </p:nvPr>
        </p:nvSpPr>
        <p:spPr>
          <a:xfrm>
            <a:off x="612648" y="2290890"/>
            <a:ext cx="4672584" cy="4041648"/>
          </a:xfrm>
          <a:blipFill>
            <a:blip r:embed="rId2">
              <a:alphaModFix amt="70000"/>
              <a:extLst>
                <a:ext uri="{28A0092B-C50C-407E-A947-70E740481C1C}">
                  <a14:useLocalDpi xmlns:a14="http://schemas.microsoft.com/office/drawing/2010/main" val="0"/>
                </a:ext>
              </a:extLst>
            </a:blip>
            <a:stretch>
              <a:fillRect/>
            </a:stretch>
          </a:blipFill>
        </p:spPr>
        <p:txBody>
          <a:bodyPr vert="horz" lIns="91440" tIns="0" rIns="0" bIns="0" rtlCol="0">
            <a:noAutofit/>
          </a:bodyPr>
          <a:lstStyle>
            <a:lvl1pPr>
              <a:defRPr lang="en-US" sz="2400" b="0" i="0"/>
            </a:lvl1pPr>
          </a:lstStyle>
          <a:p>
            <a:pPr marL="0" lvl="0" indent="0" rtl="0">
              <a:lnSpc>
                <a:spcPct val="150000"/>
              </a:lnSpc>
              <a:buFontTx/>
              <a:buNone/>
            </a:pPr>
            <a:r>
              <a:rPr lang="es"/>
              <a:t>Haga clic en el icono para agregar una imagen</a:t>
            </a:r>
          </a:p>
        </p:txBody>
      </p:sp>
      <p:sp>
        <p:nvSpPr>
          <p:cNvPr id="5" name="Marcador de fecha 4">
            <a:extLst>
              <a:ext uri="{FF2B5EF4-FFF2-40B4-BE49-F238E27FC236}">
                <a16:creationId xmlns:a16="http://schemas.microsoft.com/office/drawing/2014/main" id="{897D0B7E-1A60-DA52-6965-92412B1C2F9F}"/>
              </a:ext>
            </a:extLst>
          </p:cNvPr>
          <p:cNvSpPr>
            <a:spLocks noGrp="1"/>
          </p:cNvSpPr>
          <p:nvPr>
            <p:ph type="dt" sz="half" idx="10"/>
          </p:nvPr>
        </p:nvSpPr>
        <p:spPr/>
        <p:txBody>
          <a:bodyPr rtlCol="0"/>
          <a:lstStyle/>
          <a:p>
            <a:pPr rtl="0"/>
            <a:r>
              <a:rPr lang="en-US"/>
              <a:t>24/2/2025</a:t>
            </a:r>
          </a:p>
        </p:txBody>
      </p:sp>
      <p:sp>
        <p:nvSpPr>
          <p:cNvPr id="6" name="Marcador de pie de página 5">
            <a:extLst>
              <a:ext uri="{FF2B5EF4-FFF2-40B4-BE49-F238E27FC236}">
                <a16:creationId xmlns:a16="http://schemas.microsoft.com/office/drawing/2014/main" id="{C2BDD5A2-CE3E-3215-6DAA-F75C0D1229DA}"/>
              </a:ext>
            </a:extLst>
          </p:cNvPr>
          <p:cNvSpPr>
            <a:spLocks noGrp="1"/>
          </p:cNvSpPr>
          <p:nvPr>
            <p:ph type="ftr" sz="quarter" idx="11"/>
          </p:nvPr>
        </p:nvSpPr>
        <p:spPr/>
        <p:txBody>
          <a:bodyPr rtlCol="0"/>
          <a:lstStyle/>
          <a:p>
            <a:pPr rtl="0"/>
            <a:r>
              <a:rPr lang="es"/>
              <a:t>Ejemplo de Texto de pie de página</a:t>
            </a:r>
          </a:p>
        </p:txBody>
      </p:sp>
      <p:sp>
        <p:nvSpPr>
          <p:cNvPr id="7" name="Marcador de número de diapositiva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lstStyle/>
          <a:p>
            <a:pPr rtl="0"/>
            <a:fld id="{CC057153-B650-4DEB-B370-79DDCFDCE934}" type="slidenum">
              <a:rPr lang="en-US" smtClean="0"/>
              <a:t>‹Nº›</a:t>
            </a:fld>
            <a:endParaRPr lang="en-US"/>
          </a:p>
        </p:txBody>
      </p:sp>
      <p:sp>
        <p:nvSpPr>
          <p:cNvPr id="8" name="Marcador de contenido 7">
            <a:extLst>
              <a:ext uri="{FF2B5EF4-FFF2-40B4-BE49-F238E27FC236}">
                <a16:creationId xmlns:a16="http://schemas.microsoft.com/office/drawing/2014/main" id="{8BAC3300-BF12-B200-9F06-8D5AC45CB7EF}"/>
              </a:ext>
            </a:extLst>
          </p:cNvPr>
          <p:cNvSpPr>
            <a:spLocks noGrp="1"/>
          </p:cNvSpPr>
          <p:nvPr>
            <p:ph sz="quarter" idx="14"/>
          </p:nvPr>
        </p:nvSpPr>
        <p:spPr>
          <a:xfrm>
            <a:off x="6096000" y="549275"/>
            <a:ext cx="5585925" cy="5783263"/>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612648" y="548638"/>
            <a:ext cx="4672584" cy="2492735"/>
          </a:xfrm>
        </p:spPr>
        <p:txBody>
          <a:bodyPr rtlCol="0" anchor="b">
            <a:noAutofit/>
          </a:bodyPr>
          <a:lstStyle>
            <a:lvl1pPr>
              <a:defRPr sz="4000">
                <a:solidFill>
                  <a:schemeClr val="bg1"/>
                </a:solidFill>
                <a:highlight>
                  <a:srgbClr val="000000"/>
                </a:highlight>
              </a:defRPr>
            </a:lvl1pPr>
          </a:lstStyle>
          <a:p>
            <a:pPr rtl="0"/>
            <a:r>
              <a:rPr lang="es"/>
              <a:t>Haga clic para modificar el estilo de título del patrón</a:t>
            </a:r>
            <a:endParaRPr lang="en-US"/>
          </a:p>
        </p:txBody>
      </p:sp>
    </p:spTree>
    <p:extLst>
      <p:ext uri="{BB962C8B-B14F-4D97-AF65-F5344CB8AC3E}">
        <p14:creationId xmlns:p14="http://schemas.microsoft.com/office/powerpoint/2010/main" val="137603627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Foto de contenido 17">
    <p:spTree>
      <p:nvGrpSpPr>
        <p:cNvPr id="1" name=""/>
        <p:cNvGrpSpPr/>
        <p:nvPr/>
      </p:nvGrpSpPr>
      <p:grpSpPr>
        <a:xfrm>
          <a:off x="0" y="0"/>
          <a:ext cx="0" cy="0"/>
          <a:chOff x="0" y="0"/>
          <a:chExt cx="0" cy="0"/>
        </a:xfrm>
      </p:grpSpPr>
      <p:sp>
        <p:nvSpPr>
          <p:cNvPr id="11" name="Marcador de posición de imagen 10">
            <a:extLst>
              <a:ext uri="{FF2B5EF4-FFF2-40B4-BE49-F238E27FC236}">
                <a16:creationId xmlns:a16="http://schemas.microsoft.com/office/drawing/2014/main" id="{7F8EA658-2652-6F81-1B04-D50C60A3F171}"/>
              </a:ext>
            </a:extLst>
          </p:cNvPr>
          <p:cNvSpPr>
            <a:spLocks noGrp="1"/>
          </p:cNvSpPr>
          <p:nvPr>
            <p:ph type="pic" sz="quarter" idx="13"/>
          </p:nvPr>
        </p:nvSpPr>
        <p:spPr>
          <a:xfrm>
            <a:off x="731521" y="2295144"/>
            <a:ext cx="3490176" cy="4041648"/>
          </a:xfrm>
          <a:blipFill>
            <a:blip r:embed="rId2">
              <a:alphaModFix amt="70000"/>
              <a:extLst>
                <a:ext uri="{28A0092B-C50C-407E-A947-70E740481C1C}">
                  <a14:useLocalDpi xmlns:a14="http://schemas.microsoft.com/office/drawing/2010/main" val="0"/>
                </a:ext>
              </a:extLst>
            </a:blip>
            <a:stretch>
              <a:fillRect/>
            </a:stretch>
          </a:blipFill>
        </p:spPr>
        <p:txBody>
          <a:bodyPr vert="horz" lIns="91440" tIns="0" rIns="0" bIns="0" rtlCol="0">
            <a:noAutofit/>
          </a:bodyPr>
          <a:lstStyle>
            <a:lvl1pPr>
              <a:defRPr lang="en-US" sz="2400" b="0" i="0"/>
            </a:lvl1pPr>
          </a:lstStyle>
          <a:p>
            <a:pPr marL="0" lvl="0" indent="0" rtl="0">
              <a:lnSpc>
                <a:spcPct val="150000"/>
              </a:lnSpc>
              <a:buFontTx/>
              <a:buNone/>
            </a:pPr>
            <a:r>
              <a:rPr lang="es"/>
              <a:t>Haga clic en el icono para agregar una imagen</a:t>
            </a:r>
          </a:p>
        </p:txBody>
      </p:sp>
      <p:sp>
        <p:nvSpPr>
          <p:cNvPr id="5" name="Marcador de fecha 4">
            <a:extLst>
              <a:ext uri="{FF2B5EF4-FFF2-40B4-BE49-F238E27FC236}">
                <a16:creationId xmlns:a16="http://schemas.microsoft.com/office/drawing/2014/main" id="{897D0B7E-1A60-DA52-6965-92412B1C2F9F}"/>
              </a:ext>
            </a:extLst>
          </p:cNvPr>
          <p:cNvSpPr>
            <a:spLocks noGrp="1"/>
          </p:cNvSpPr>
          <p:nvPr>
            <p:ph type="dt" sz="half" idx="10"/>
          </p:nvPr>
        </p:nvSpPr>
        <p:spPr/>
        <p:txBody>
          <a:bodyPr rtlCol="0"/>
          <a:lstStyle/>
          <a:p>
            <a:pPr rtl="0"/>
            <a:r>
              <a:rPr lang="en-US"/>
              <a:t>24/2/2025</a:t>
            </a:r>
          </a:p>
        </p:txBody>
      </p:sp>
      <p:sp>
        <p:nvSpPr>
          <p:cNvPr id="6" name="Marcador de pie de página 5">
            <a:extLst>
              <a:ext uri="{FF2B5EF4-FFF2-40B4-BE49-F238E27FC236}">
                <a16:creationId xmlns:a16="http://schemas.microsoft.com/office/drawing/2014/main" id="{C2BDD5A2-CE3E-3215-6DAA-F75C0D1229DA}"/>
              </a:ext>
            </a:extLst>
          </p:cNvPr>
          <p:cNvSpPr>
            <a:spLocks noGrp="1"/>
          </p:cNvSpPr>
          <p:nvPr>
            <p:ph type="ftr" sz="quarter" idx="11"/>
          </p:nvPr>
        </p:nvSpPr>
        <p:spPr/>
        <p:txBody>
          <a:bodyPr rtlCol="0"/>
          <a:lstStyle/>
          <a:p>
            <a:pPr rtl="0"/>
            <a:r>
              <a:rPr lang="es"/>
              <a:t>Ejemplo de Texto de pie de página</a:t>
            </a:r>
          </a:p>
        </p:txBody>
      </p:sp>
      <p:sp>
        <p:nvSpPr>
          <p:cNvPr id="7" name="Marcador de número de diapositiva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lstStyle/>
          <a:p>
            <a:pPr rtl="0"/>
            <a:fld id="{CC057153-B650-4DEB-B370-79DDCFDCE934}" type="slidenum">
              <a:rPr lang="en-US" smtClean="0"/>
              <a:t>‹Nº›</a:t>
            </a:fld>
            <a:endParaRPr lang="en-US"/>
          </a:p>
        </p:txBody>
      </p:sp>
      <p:sp>
        <p:nvSpPr>
          <p:cNvPr id="8" name="Marcador de contenido 7">
            <a:extLst>
              <a:ext uri="{FF2B5EF4-FFF2-40B4-BE49-F238E27FC236}">
                <a16:creationId xmlns:a16="http://schemas.microsoft.com/office/drawing/2014/main" id="{83F7B03F-5EDA-605B-1A2E-F48896E48939}"/>
              </a:ext>
            </a:extLst>
          </p:cNvPr>
          <p:cNvSpPr>
            <a:spLocks noGrp="1"/>
          </p:cNvSpPr>
          <p:nvPr>
            <p:ph sz="quarter" idx="14"/>
          </p:nvPr>
        </p:nvSpPr>
        <p:spPr>
          <a:xfrm>
            <a:off x="5016500" y="549275"/>
            <a:ext cx="6561138" cy="5759450"/>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564094" y="549275"/>
            <a:ext cx="3657603" cy="2472817"/>
          </a:xfrm>
        </p:spPr>
        <p:txBody>
          <a:bodyPr rtlCol="0" anchor="b">
            <a:noAutofit/>
          </a:bodyPr>
          <a:lstStyle>
            <a:lvl1pPr>
              <a:defRPr sz="4000">
                <a:solidFill>
                  <a:schemeClr val="bg1"/>
                </a:solidFill>
                <a:highlight>
                  <a:srgbClr val="000000"/>
                </a:highlight>
              </a:defRPr>
            </a:lvl1pPr>
          </a:lstStyle>
          <a:p>
            <a:pPr rtl="0"/>
            <a:r>
              <a:rPr lang="es"/>
              <a:t>Haga clic para modificar el estilo de título del patrón</a:t>
            </a:r>
            <a:endParaRPr lang="en-US"/>
          </a:p>
        </p:txBody>
      </p:sp>
    </p:spTree>
    <p:extLst>
      <p:ext uri="{BB962C8B-B14F-4D97-AF65-F5344CB8AC3E}">
        <p14:creationId xmlns:p14="http://schemas.microsoft.com/office/powerpoint/2010/main" val="335364664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Número grande 1">
    <p:spTree>
      <p:nvGrpSpPr>
        <p:cNvPr id="1" name=""/>
        <p:cNvGrpSpPr/>
        <p:nvPr/>
      </p:nvGrpSpPr>
      <p:grpSpPr>
        <a:xfrm>
          <a:off x="0" y="0"/>
          <a:ext cx="0" cy="0"/>
          <a:chOff x="0" y="0"/>
          <a:chExt cx="0" cy="0"/>
        </a:xfrm>
      </p:grpSpPr>
      <p:sp>
        <p:nvSpPr>
          <p:cNvPr id="4" name="Marcador de fecha 3">
            <a:extLst>
              <a:ext uri="{FF2B5EF4-FFF2-40B4-BE49-F238E27FC236}">
                <a16:creationId xmlns:a16="http://schemas.microsoft.com/office/drawing/2014/main" id="{EAE2DAFA-435E-AAF9-8B67-495E5AFDCD91}"/>
              </a:ext>
            </a:extLst>
          </p:cNvPr>
          <p:cNvSpPr>
            <a:spLocks noGrp="1"/>
          </p:cNvSpPr>
          <p:nvPr>
            <p:ph type="dt" sz="half" idx="10"/>
          </p:nvPr>
        </p:nvSpPr>
        <p:spPr/>
        <p:txBody>
          <a:bodyPr rtlCol="0"/>
          <a:lstStyle/>
          <a:p>
            <a:pPr rtl="0"/>
            <a:r>
              <a:rPr lang="en-US"/>
              <a:t>24/2/2025</a:t>
            </a:r>
          </a:p>
        </p:txBody>
      </p:sp>
      <p:sp>
        <p:nvSpPr>
          <p:cNvPr id="5" name="Marcador de pie de página 4">
            <a:extLst>
              <a:ext uri="{FF2B5EF4-FFF2-40B4-BE49-F238E27FC236}">
                <a16:creationId xmlns:a16="http://schemas.microsoft.com/office/drawing/2014/main" id="{5B407A58-3351-E479-1A0C-2FF49FA42707}"/>
              </a:ext>
            </a:extLst>
          </p:cNvPr>
          <p:cNvSpPr>
            <a:spLocks noGrp="1"/>
          </p:cNvSpPr>
          <p:nvPr>
            <p:ph type="ftr" sz="quarter" idx="11"/>
          </p:nvPr>
        </p:nvSpPr>
        <p:spPr/>
        <p:txBody>
          <a:bodyPr rtlCol="0"/>
          <a:lstStyle/>
          <a:p>
            <a:pPr rtl="0"/>
            <a:r>
              <a:rPr lang="es"/>
              <a:t>Ejemplo de Texto de pie de página</a:t>
            </a:r>
          </a:p>
        </p:txBody>
      </p:sp>
      <p:sp>
        <p:nvSpPr>
          <p:cNvPr id="6" name="Marcador de número de diapositiva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rtlCol="0"/>
          <a:lstStyle/>
          <a:p>
            <a:pPr rtl="0"/>
            <a:fld id="{CC057153-B650-4DEB-B370-79DDCFDCE934}" type="slidenum">
              <a:rPr lang="en-US" smtClean="0"/>
              <a:t>‹Nº›</a:t>
            </a:fld>
            <a:endParaRPr lang="en-US"/>
          </a:p>
        </p:txBody>
      </p:sp>
      <p:sp>
        <p:nvSpPr>
          <p:cNvPr id="3" name="Subtítulo 2">
            <a:extLst>
              <a:ext uri="{FF2B5EF4-FFF2-40B4-BE49-F238E27FC236}">
                <a16:creationId xmlns:a16="http://schemas.microsoft.com/office/drawing/2014/main" id="{2BDC76B8-60F6-62D3-9F73-E81662203017}"/>
              </a:ext>
            </a:extLst>
          </p:cNvPr>
          <p:cNvSpPr>
            <a:spLocks noGrp="1"/>
          </p:cNvSpPr>
          <p:nvPr>
            <p:ph type="subTitle" idx="1"/>
          </p:nvPr>
        </p:nvSpPr>
        <p:spPr>
          <a:xfrm>
            <a:off x="694944" y="4957012"/>
            <a:ext cx="5897880" cy="1114604"/>
          </a:xfrm>
        </p:spPr>
        <p:txBody>
          <a:bodyPr rtlCol="0" anchor="t">
            <a:normAutofit/>
          </a:bodyPr>
          <a:lstStyle>
            <a:lvl1pPr marL="0" indent="0" algn="l">
              <a:buNone/>
              <a:defRPr sz="2800" cap="none"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s"/>
              <a:t>Haga clic para editar el estilo de subtítulo del patrón</a:t>
            </a:r>
            <a:endParaRPr lang="en-US"/>
          </a:p>
        </p:txBody>
      </p:sp>
      <p:sp>
        <p:nvSpPr>
          <p:cNvPr id="2" name="Título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539496" y="566928"/>
            <a:ext cx="10826496" cy="4334256"/>
          </a:xfrm>
        </p:spPr>
        <p:txBody>
          <a:bodyPr rtlCol="0" anchor="b">
            <a:normAutofit/>
          </a:bodyPr>
          <a:lstStyle>
            <a:lvl1pPr algn="l">
              <a:defRPr sz="23200">
                <a:solidFill>
                  <a:schemeClr val="bg1"/>
                </a:solidFill>
                <a:highlight>
                  <a:srgbClr val="000000"/>
                </a:highlight>
              </a:defRPr>
            </a:lvl1pPr>
          </a:lstStyle>
          <a:p>
            <a:pPr rtl="0"/>
            <a:r>
              <a:rPr lang="es"/>
              <a:t>##%</a:t>
            </a:r>
          </a:p>
        </p:txBody>
      </p:sp>
    </p:spTree>
    <p:extLst>
      <p:ext uri="{BB962C8B-B14F-4D97-AF65-F5344CB8AC3E}">
        <p14:creationId xmlns:p14="http://schemas.microsoft.com/office/powerpoint/2010/main" val="235461847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Número grande 2">
    <p:spTree>
      <p:nvGrpSpPr>
        <p:cNvPr id="1" name=""/>
        <p:cNvGrpSpPr/>
        <p:nvPr/>
      </p:nvGrpSpPr>
      <p:grpSpPr>
        <a:xfrm>
          <a:off x="0" y="0"/>
          <a:ext cx="0" cy="0"/>
          <a:chOff x="0" y="0"/>
          <a:chExt cx="0" cy="0"/>
        </a:xfrm>
      </p:grpSpPr>
      <p:sp>
        <p:nvSpPr>
          <p:cNvPr id="4" name="Marcador de fecha 3">
            <a:extLst>
              <a:ext uri="{FF2B5EF4-FFF2-40B4-BE49-F238E27FC236}">
                <a16:creationId xmlns:a16="http://schemas.microsoft.com/office/drawing/2014/main" id="{EAE2DAFA-435E-AAF9-8B67-495E5AFDCD91}"/>
              </a:ext>
            </a:extLst>
          </p:cNvPr>
          <p:cNvSpPr>
            <a:spLocks noGrp="1"/>
          </p:cNvSpPr>
          <p:nvPr>
            <p:ph type="dt" sz="half" idx="10"/>
          </p:nvPr>
        </p:nvSpPr>
        <p:spPr/>
        <p:txBody>
          <a:bodyPr rtlCol="0"/>
          <a:lstStyle/>
          <a:p>
            <a:pPr rtl="0"/>
            <a:r>
              <a:rPr lang="en-US"/>
              <a:t>24/2/2025</a:t>
            </a:r>
          </a:p>
        </p:txBody>
      </p:sp>
      <p:sp>
        <p:nvSpPr>
          <p:cNvPr id="5" name="Marcador de pie de página 4">
            <a:extLst>
              <a:ext uri="{FF2B5EF4-FFF2-40B4-BE49-F238E27FC236}">
                <a16:creationId xmlns:a16="http://schemas.microsoft.com/office/drawing/2014/main" id="{5B407A58-3351-E479-1A0C-2FF49FA42707}"/>
              </a:ext>
            </a:extLst>
          </p:cNvPr>
          <p:cNvSpPr>
            <a:spLocks noGrp="1"/>
          </p:cNvSpPr>
          <p:nvPr>
            <p:ph type="ftr" sz="quarter" idx="11"/>
          </p:nvPr>
        </p:nvSpPr>
        <p:spPr/>
        <p:txBody>
          <a:bodyPr rtlCol="0"/>
          <a:lstStyle/>
          <a:p>
            <a:pPr rtl="0"/>
            <a:r>
              <a:rPr lang="es"/>
              <a:t>Ejemplo de Texto de pie de página</a:t>
            </a:r>
          </a:p>
        </p:txBody>
      </p:sp>
      <p:sp>
        <p:nvSpPr>
          <p:cNvPr id="6" name="Marcador de número de diapositiva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rtlCol="0"/>
          <a:lstStyle/>
          <a:p>
            <a:pPr rtl="0"/>
            <a:fld id="{CC057153-B650-4DEB-B370-79DDCFDCE934}" type="slidenum">
              <a:rPr lang="en-US" smtClean="0"/>
              <a:t>‹Nº›</a:t>
            </a:fld>
            <a:endParaRPr lang="en-US"/>
          </a:p>
        </p:txBody>
      </p:sp>
      <p:sp>
        <p:nvSpPr>
          <p:cNvPr id="3" name="Subtítulo 2">
            <a:extLst>
              <a:ext uri="{FF2B5EF4-FFF2-40B4-BE49-F238E27FC236}">
                <a16:creationId xmlns:a16="http://schemas.microsoft.com/office/drawing/2014/main" id="{2BDC76B8-60F6-62D3-9F73-E81662203017}"/>
              </a:ext>
            </a:extLst>
          </p:cNvPr>
          <p:cNvSpPr>
            <a:spLocks noGrp="1"/>
          </p:cNvSpPr>
          <p:nvPr>
            <p:ph type="subTitle" idx="1"/>
          </p:nvPr>
        </p:nvSpPr>
        <p:spPr>
          <a:xfrm>
            <a:off x="2377440" y="4809744"/>
            <a:ext cx="7525512" cy="1545336"/>
          </a:xfrm>
        </p:spPr>
        <p:txBody>
          <a:bodyPr rtlCol="0" anchor="t">
            <a:normAutofit/>
          </a:bodyPr>
          <a:lstStyle>
            <a:lvl1pPr marL="0" indent="0" algn="ctr">
              <a:buNone/>
              <a:defRPr sz="2800" cap="none"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s"/>
              <a:t>Haga clic para editar el estilo de subtítulo del patrón</a:t>
            </a:r>
          </a:p>
        </p:txBody>
      </p:sp>
      <p:sp>
        <p:nvSpPr>
          <p:cNvPr id="2" name="Título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822960" y="603504"/>
            <a:ext cx="10543032" cy="4206240"/>
          </a:xfrm>
        </p:spPr>
        <p:txBody>
          <a:bodyPr rtlCol="0" anchor="b">
            <a:normAutofit/>
          </a:bodyPr>
          <a:lstStyle>
            <a:lvl1pPr algn="ctr">
              <a:defRPr sz="23200">
                <a:solidFill>
                  <a:schemeClr val="bg1"/>
                </a:solidFill>
                <a:highlight>
                  <a:srgbClr val="000000"/>
                </a:highlight>
              </a:defRPr>
            </a:lvl1pPr>
          </a:lstStyle>
          <a:p>
            <a:pPr rtl="0"/>
            <a:r>
              <a:rPr lang="es"/>
              <a:t>##%</a:t>
            </a:r>
          </a:p>
        </p:txBody>
      </p:sp>
    </p:spTree>
    <p:extLst>
      <p:ext uri="{BB962C8B-B14F-4D97-AF65-F5344CB8AC3E}">
        <p14:creationId xmlns:p14="http://schemas.microsoft.com/office/powerpoint/2010/main" val="118924173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reserve="1">
  <p:cSld name="Número grande 3">
    <p:bg>
      <p:bgPr>
        <a:solidFill>
          <a:schemeClr val="bg1"/>
        </a:solidFill>
        <a:effectLst/>
      </p:bgPr>
    </p:bg>
    <p:spTree>
      <p:nvGrpSpPr>
        <p:cNvPr id="1" name=""/>
        <p:cNvGrpSpPr/>
        <p:nvPr/>
      </p:nvGrpSpPr>
      <p:grpSpPr>
        <a:xfrm>
          <a:off x="0" y="0"/>
          <a:ext cx="0" cy="0"/>
          <a:chOff x="0" y="0"/>
          <a:chExt cx="0" cy="0"/>
        </a:xfrm>
      </p:grpSpPr>
      <p:sp>
        <p:nvSpPr>
          <p:cNvPr id="4" name="Marcador de fecha 3">
            <a:extLst>
              <a:ext uri="{FF2B5EF4-FFF2-40B4-BE49-F238E27FC236}">
                <a16:creationId xmlns:a16="http://schemas.microsoft.com/office/drawing/2014/main" id="{EAE2DAFA-435E-AAF9-8B67-495E5AFDCD91}"/>
              </a:ext>
            </a:extLst>
          </p:cNvPr>
          <p:cNvSpPr>
            <a:spLocks noGrp="1"/>
          </p:cNvSpPr>
          <p:nvPr>
            <p:ph type="dt" sz="half" idx="10"/>
          </p:nvPr>
        </p:nvSpPr>
        <p:spPr/>
        <p:txBody>
          <a:bodyPr rtlCol="0"/>
          <a:lstStyle>
            <a:lvl1pPr>
              <a:defRPr>
                <a:solidFill>
                  <a:schemeClr val="tx1"/>
                </a:solidFill>
              </a:defRPr>
            </a:lvl1pPr>
          </a:lstStyle>
          <a:p>
            <a:pPr rtl="0"/>
            <a:r>
              <a:rPr lang="en-US"/>
              <a:t>24/2/2025</a:t>
            </a:r>
          </a:p>
        </p:txBody>
      </p:sp>
      <p:sp>
        <p:nvSpPr>
          <p:cNvPr id="5" name="Marcador de pie de página 4">
            <a:extLst>
              <a:ext uri="{FF2B5EF4-FFF2-40B4-BE49-F238E27FC236}">
                <a16:creationId xmlns:a16="http://schemas.microsoft.com/office/drawing/2014/main" id="{5B407A58-3351-E479-1A0C-2FF49FA42707}"/>
              </a:ext>
            </a:extLst>
          </p:cNvPr>
          <p:cNvSpPr>
            <a:spLocks noGrp="1"/>
          </p:cNvSpPr>
          <p:nvPr>
            <p:ph type="ftr" sz="quarter" idx="11"/>
          </p:nvPr>
        </p:nvSpPr>
        <p:spPr/>
        <p:txBody>
          <a:bodyPr rtlCol="0"/>
          <a:lstStyle>
            <a:lvl1pPr>
              <a:defRPr>
                <a:solidFill>
                  <a:schemeClr val="tx1"/>
                </a:solidFill>
              </a:defRPr>
            </a:lvl1pPr>
          </a:lstStyle>
          <a:p>
            <a:pPr rtl="0"/>
            <a:r>
              <a:rPr lang="es"/>
              <a:t>Ejemplo de Texto de pie de página</a:t>
            </a:r>
          </a:p>
        </p:txBody>
      </p:sp>
      <p:sp>
        <p:nvSpPr>
          <p:cNvPr id="6" name="Marcador de número de diapositiva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rtlCol="0"/>
          <a:lstStyle>
            <a:lvl1pPr>
              <a:defRPr>
                <a:solidFill>
                  <a:schemeClr val="tx1"/>
                </a:solidFill>
              </a:defRPr>
            </a:lvl1pPr>
          </a:lstStyle>
          <a:p>
            <a:pPr rtl="0"/>
            <a:fld id="{CC057153-B650-4DEB-B370-79DDCFDCE934}" type="slidenum">
              <a:rPr lang="en-US" smtClean="0"/>
              <a:pPr rtl="0"/>
              <a:t>‹Nº›</a:t>
            </a:fld>
            <a:endParaRPr lang="en-US"/>
          </a:p>
        </p:txBody>
      </p:sp>
      <p:sp>
        <p:nvSpPr>
          <p:cNvPr id="3" name="Subtítulo 2">
            <a:extLst>
              <a:ext uri="{FF2B5EF4-FFF2-40B4-BE49-F238E27FC236}">
                <a16:creationId xmlns:a16="http://schemas.microsoft.com/office/drawing/2014/main" id="{2BDC76B8-60F6-62D3-9F73-E81662203017}"/>
              </a:ext>
            </a:extLst>
          </p:cNvPr>
          <p:cNvSpPr>
            <a:spLocks noGrp="1"/>
          </p:cNvSpPr>
          <p:nvPr>
            <p:ph type="subTitle" idx="1"/>
          </p:nvPr>
        </p:nvSpPr>
        <p:spPr>
          <a:xfrm>
            <a:off x="2377440" y="4809744"/>
            <a:ext cx="7525512" cy="1545336"/>
          </a:xfrm>
        </p:spPr>
        <p:txBody>
          <a:bodyPr rtlCol="0" anchor="t">
            <a:normAutofit/>
          </a:bodyPr>
          <a:lstStyle>
            <a:lvl1pPr marL="0" indent="0" algn="ctr">
              <a:buNone/>
              <a:defRPr sz="2800" cap="none"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s"/>
              <a:t>Haga clic para editar el estilo de subtítulo del patrón</a:t>
            </a:r>
          </a:p>
        </p:txBody>
      </p:sp>
      <p:sp>
        <p:nvSpPr>
          <p:cNvPr id="2" name="Título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822960" y="603504"/>
            <a:ext cx="10543032" cy="4206240"/>
          </a:xfrm>
        </p:spPr>
        <p:txBody>
          <a:bodyPr rtlCol="0" anchor="ctr">
            <a:normAutofit/>
          </a:bodyPr>
          <a:lstStyle>
            <a:lvl1pPr algn="ctr">
              <a:defRPr sz="23200">
                <a:solidFill>
                  <a:schemeClr val="bg1"/>
                </a:solidFill>
                <a:highlight>
                  <a:srgbClr val="FFFFFF"/>
                </a:highlight>
              </a:defRPr>
            </a:lvl1pPr>
          </a:lstStyle>
          <a:p>
            <a:pPr rtl="0"/>
            <a:r>
              <a:rPr lang="es"/>
              <a:t>##%</a:t>
            </a:r>
          </a:p>
        </p:txBody>
      </p:sp>
    </p:spTree>
    <p:extLst>
      <p:ext uri="{BB962C8B-B14F-4D97-AF65-F5344CB8AC3E}">
        <p14:creationId xmlns:p14="http://schemas.microsoft.com/office/powerpoint/2010/main" val="244645917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Afirmación 3">
    <p:spTree>
      <p:nvGrpSpPr>
        <p:cNvPr id="1" name=""/>
        <p:cNvGrpSpPr/>
        <p:nvPr/>
      </p:nvGrpSpPr>
      <p:grpSpPr>
        <a:xfrm>
          <a:off x="0" y="0"/>
          <a:ext cx="0" cy="0"/>
          <a:chOff x="0" y="0"/>
          <a:chExt cx="0" cy="0"/>
        </a:xfrm>
      </p:grpSpPr>
      <p:sp>
        <p:nvSpPr>
          <p:cNvPr id="3" name="Marcador de fecha 2">
            <a:extLst>
              <a:ext uri="{FF2B5EF4-FFF2-40B4-BE49-F238E27FC236}">
                <a16:creationId xmlns:a16="http://schemas.microsoft.com/office/drawing/2014/main" id="{67F688C7-1128-9027-65E4-A17BBE7DDDF0}"/>
              </a:ext>
            </a:extLst>
          </p:cNvPr>
          <p:cNvSpPr>
            <a:spLocks noGrp="1"/>
          </p:cNvSpPr>
          <p:nvPr>
            <p:ph type="dt" sz="half" idx="10"/>
          </p:nvPr>
        </p:nvSpPr>
        <p:spPr/>
        <p:txBody>
          <a:bodyPr rtlCol="0"/>
          <a:lstStyle/>
          <a:p>
            <a:pPr rtl="0"/>
            <a:r>
              <a:rPr lang="en-US"/>
              <a:t>24/2/2025</a:t>
            </a:r>
          </a:p>
        </p:txBody>
      </p:sp>
      <p:sp>
        <p:nvSpPr>
          <p:cNvPr id="4" name="Marcador de pie de página 3">
            <a:extLst>
              <a:ext uri="{FF2B5EF4-FFF2-40B4-BE49-F238E27FC236}">
                <a16:creationId xmlns:a16="http://schemas.microsoft.com/office/drawing/2014/main" id="{3D56E87B-2252-4382-E6E7-15A81BCC8029}"/>
              </a:ext>
            </a:extLst>
          </p:cNvPr>
          <p:cNvSpPr>
            <a:spLocks noGrp="1"/>
          </p:cNvSpPr>
          <p:nvPr>
            <p:ph type="ftr" sz="quarter" idx="11"/>
          </p:nvPr>
        </p:nvSpPr>
        <p:spPr/>
        <p:txBody>
          <a:bodyPr rtlCol="0"/>
          <a:lstStyle/>
          <a:p>
            <a:pPr rtl="0"/>
            <a:r>
              <a:rPr lang="es"/>
              <a:t>Ejemplo de Texto de pie de página</a:t>
            </a:r>
          </a:p>
        </p:txBody>
      </p:sp>
      <p:sp>
        <p:nvSpPr>
          <p:cNvPr id="5" name="Marcador de número de diapositiva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rtlCol="0"/>
          <a:lstStyle/>
          <a:p>
            <a:pPr rtl="0"/>
            <a:fld id="{CC057153-B650-4DEB-B370-79DDCFDCE934}" type="slidenum">
              <a:rPr lang="en-US" smtClean="0"/>
              <a:pPr rtl="0"/>
              <a:t>‹Nº›</a:t>
            </a:fld>
            <a:endParaRPr lang="en-US"/>
          </a:p>
        </p:txBody>
      </p:sp>
      <p:sp>
        <p:nvSpPr>
          <p:cNvPr id="7" name="Marcador de contenido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548640"/>
            <a:ext cx="8266176" cy="5605272"/>
          </a:xfrm>
        </p:spPr>
        <p:txBody>
          <a:bodyPr rtlCol="0" anchor="t">
            <a:noAutofit/>
          </a:bodyPr>
          <a:lstStyle>
            <a:lvl1pPr marL="0" indent="0">
              <a:lnSpc>
                <a:spcPct val="100000"/>
              </a:lnSpc>
              <a:buNone/>
              <a:defRPr sz="5000" b="1"/>
            </a:lvl1pPr>
            <a:lvl2pPr marL="228600" indent="0">
              <a:lnSpc>
                <a:spcPct val="100000"/>
              </a:lnSpc>
              <a:buNone/>
              <a:defRPr sz="4400" b="1"/>
            </a:lvl2pPr>
            <a:lvl3pPr marL="457200" indent="0">
              <a:lnSpc>
                <a:spcPct val="100000"/>
              </a:lnSpc>
              <a:buNone/>
              <a:defRPr sz="4000" b="1"/>
            </a:lvl3pPr>
            <a:lvl4pPr marL="685800" indent="0">
              <a:lnSpc>
                <a:spcPct val="100000"/>
              </a:lnSpc>
              <a:buNone/>
              <a:defRPr sz="3600" b="1"/>
            </a:lvl4pPr>
            <a:lvl5pPr marL="914400" indent="0">
              <a:lnSpc>
                <a:spcPct val="100000"/>
              </a:lnSpc>
              <a:buNone/>
              <a:defRPr sz="3200" b="1"/>
            </a:lvl5pPr>
          </a:lstStyle>
          <a:p>
            <a:pPr lvl="0" rtl="0"/>
            <a:r>
              <a:rPr lang="es"/>
              <a:t>Haga clic para editar la afirmación</a:t>
            </a:r>
          </a:p>
          <a:p>
            <a:pPr lvl="1" rtl="0"/>
            <a:r>
              <a:rPr lang="es"/>
              <a:t>Segundo nivel</a:t>
            </a:r>
          </a:p>
          <a:p>
            <a:pPr lvl="2" rtl="0"/>
            <a:r>
              <a:rPr lang="es"/>
              <a:t>Tercer nivel</a:t>
            </a:r>
          </a:p>
          <a:p>
            <a:pPr lvl="3" rtl="0"/>
            <a:r>
              <a:rPr lang="es"/>
              <a:t>Cuarto nivel</a:t>
            </a:r>
          </a:p>
          <a:p>
            <a:pPr lvl="4" rtl="0"/>
            <a:r>
              <a:rPr lang="es"/>
              <a:t>Quinto nivel</a:t>
            </a:r>
          </a:p>
        </p:txBody>
      </p:sp>
      <p:sp>
        <p:nvSpPr>
          <p:cNvPr id="2" name="Título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rtlCol="0"/>
          <a:lstStyle/>
          <a:p>
            <a:pPr rtl="0"/>
            <a:r>
              <a:rPr lang="es"/>
              <a:t>Haga clic para modificar el estilo de título del patrón</a:t>
            </a:r>
          </a:p>
        </p:txBody>
      </p:sp>
    </p:spTree>
    <p:extLst>
      <p:ext uri="{BB962C8B-B14F-4D97-AF65-F5344CB8AC3E}">
        <p14:creationId xmlns:p14="http://schemas.microsoft.com/office/powerpoint/2010/main" val="350198249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reserve="1">
  <p:cSld name="Cita 1">
    <p:spTree>
      <p:nvGrpSpPr>
        <p:cNvPr id="1" name=""/>
        <p:cNvGrpSpPr/>
        <p:nvPr/>
      </p:nvGrpSpPr>
      <p:grpSpPr>
        <a:xfrm>
          <a:off x="0" y="0"/>
          <a:ext cx="0" cy="0"/>
          <a:chOff x="0" y="0"/>
          <a:chExt cx="0" cy="0"/>
        </a:xfrm>
      </p:grpSpPr>
      <p:sp>
        <p:nvSpPr>
          <p:cNvPr id="4" name="Marcador de fecha 3">
            <a:extLst>
              <a:ext uri="{FF2B5EF4-FFF2-40B4-BE49-F238E27FC236}">
                <a16:creationId xmlns:a16="http://schemas.microsoft.com/office/drawing/2014/main" id="{EAE2DAFA-435E-AAF9-8B67-495E5AFDCD91}"/>
              </a:ext>
            </a:extLst>
          </p:cNvPr>
          <p:cNvSpPr>
            <a:spLocks noGrp="1"/>
          </p:cNvSpPr>
          <p:nvPr>
            <p:ph type="dt" sz="half" idx="10"/>
          </p:nvPr>
        </p:nvSpPr>
        <p:spPr/>
        <p:txBody>
          <a:bodyPr rtlCol="0"/>
          <a:lstStyle/>
          <a:p>
            <a:pPr rtl="0"/>
            <a:r>
              <a:rPr lang="en-US"/>
              <a:t>24/2/2025</a:t>
            </a:r>
          </a:p>
        </p:txBody>
      </p:sp>
      <p:sp>
        <p:nvSpPr>
          <p:cNvPr id="5" name="Marcador de pie de página 4">
            <a:extLst>
              <a:ext uri="{FF2B5EF4-FFF2-40B4-BE49-F238E27FC236}">
                <a16:creationId xmlns:a16="http://schemas.microsoft.com/office/drawing/2014/main" id="{5B407A58-3351-E479-1A0C-2FF49FA42707}"/>
              </a:ext>
            </a:extLst>
          </p:cNvPr>
          <p:cNvSpPr>
            <a:spLocks noGrp="1"/>
          </p:cNvSpPr>
          <p:nvPr>
            <p:ph type="ftr" sz="quarter" idx="11"/>
          </p:nvPr>
        </p:nvSpPr>
        <p:spPr/>
        <p:txBody>
          <a:bodyPr rtlCol="0"/>
          <a:lstStyle/>
          <a:p>
            <a:pPr rtl="0"/>
            <a:r>
              <a:rPr lang="es"/>
              <a:t>Ejemplo de Texto de pie de página</a:t>
            </a:r>
          </a:p>
        </p:txBody>
      </p:sp>
      <p:sp>
        <p:nvSpPr>
          <p:cNvPr id="6" name="Marcador de número de diapositiva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rtlCol="0"/>
          <a:lstStyle/>
          <a:p>
            <a:pPr rtl="0"/>
            <a:fld id="{CC057153-B650-4DEB-B370-79DDCFDCE934}" type="slidenum">
              <a:rPr lang="en-US" smtClean="0"/>
              <a:t>‹Nº›</a:t>
            </a:fld>
            <a:endParaRPr lang="en-US"/>
          </a:p>
        </p:txBody>
      </p:sp>
      <p:sp>
        <p:nvSpPr>
          <p:cNvPr id="3" name="Subtítulo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1499616" y="5428752"/>
            <a:ext cx="9198864" cy="466344"/>
          </a:xfrm>
        </p:spPr>
        <p:txBody>
          <a:bodyPr rtlCol="0" anchor="ctr">
            <a:normAutofit/>
          </a:bodyPr>
          <a:lstStyle>
            <a:lvl1pPr marL="0" indent="0" algn="l">
              <a:buNone/>
              <a:defRPr sz="2200" b="1">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s"/>
              <a:t>Autor de la cita</a:t>
            </a:r>
          </a:p>
        </p:txBody>
      </p:sp>
      <p:sp>
        <p:nvSpPr>
          <p:cNvPr id="2" name="Título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499616" y="1188720"/>
            <a:ext cx="9198864" cy="3657600"/>
          </a:xfrm>
        </p:spPr>
        <p:txBody>
          <a:bodyPr rtlCol="0" anchor="ctr">
            <a:normAutofit/>
          </a:bodyPr>
          <a:lstStyle>
            <a:lvl1pPr algn="l">
              <a:lnSpc>
                <a:spcPct val="120000"/>
              </a:lnSpc>
              <a:defRPr sz="4000" b="0">
                <a:solidFill>
                  <a:schemeClr val="bg1"/>
                </a:solidFill>
                <a:highlight>
                  <a:srgbClr val="000000"/>
                </a:highlight>
              </a:defRPr>
            </a:lvl1pPr>
          </a:lstStyle>
          <a:p>
            <a:pPr rtl="0"/>
            <a:r>
              <a:rPr lang="es"/>
              <a:t>Haga clic para editar la cita</a:t>
            </a:r>
          </a:p>
        </p:txBody>
      </p:sp>
    </p:spTree>
    <p:extLst>
      <p:ext uri="{BB962C8B-B14F-4D97-AF65-F5344CB8AC3E}">
        <p14:creationId xmlns:p14="http://schemas.microsoft.com/office/powerpoint/2010/main" val="397755634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type="title" preserve="1">
  <p:cSld name="Cita 2">
    <p:bg>
      <p:bgPr>
        <a:solidFill>
          <a:schemeClr val="bg1"/>
        </a:solidFill>
        <a:effectLst/>
      </p:bgPr>
    </p:bg>
    <p:spTree>
      <p:nvGrpSpPr>
        <p:cNvPr id="1" name=""/>
        <p:cNvGrpSpPr/>
        <p:nvPr/>
      </p:nvGrpSpPr>
      <p:grpSpPr>
        <a:xfrm>
          <a:off x="0" y="0"/>
          <a:ext cx="0" cy="0"/>
          <a:chOff x="0" y="0"/>
          <a:chExt cx="0" cy="0"/>
        </a:xfrm>
      </p:grpSpPr>
      <p:sp>
        <p:nvSpPr>
          <p:cNvPr id="4" name="Marcador de fecha 3">
            <a:extLst>
              <a:ext uri="{FF2B5EF4-FFF2-40B4-BE49-F238E27FC236}">
                <a16:creationId xmlns:a16="http://schemas.microsoft.com/office/drawing/2014/main" id="{EAE2DAFA-435E-AAF9-8B67-495E5AFDCD91}"/>
              </a:ext>
            </a:extLst>
          </p:cNvPr>
          <p:cNvSpPr>
            <a:spLocks noGrp="1"/>
          </p:cNvSpPr>
          <p:nvPr>
            <p:ph type="dt" sz="half" idx="10"/>
          </p:nvPr>
        </p:nvSpPr>
        <p:spPr/>
        <p:txBody>
          <a:bodyPr rtlCol="0"/>
          <a:lstStyle/>
          <a:p>
            <a:pPr rtl="0"/>
            <a:r>
              <a:rPr lang="en-US"/>
              <a:t>24/2/2025</a:t>
            </a:r>
          </a:p>
        </p:txBody>
      </p:sp>
      <p:sp>
        <p:nvSpPr>
          <p:cNvPr id="5" name="Marcador de pie de página 4">
            <a:extLst>
              <a:ext uri="{FF2B5EF4-FFF2-40B4-BE49-F238E27FC236}">
                <a16:creationId xmlns:a16="http://schemas.microsoft.com/office/drawing/2014/main" id="{5B407A58-3351-E479-1A0C-2FF49FA42707}"/>
              </a:ext>
            </a:extLst>
          </p:cNvPr>
          <p:cNvSpPr>
            <a:spLocks noGrp="1"/>
          </p:cNvSpPr>
          <p:nvPr>
            <p:ph type="ftr" sz="quarter" idx="11"/>
          </p:nvPr>
        </p:nvSpPr>
        <p:spPr/>
        <p:txBody>
          <a:bodyPr rtlCol="0"/>
          <a:lstStyle/>
          <a:p>
            <a:pPr rtl="0"/>
            <a:r>
              <a:rPr lang="es"/>
              <a:t>Ejemplo de Texto de pie de página</a:t>
            </a:r>
          </a:p>
        </p:txBody>
      </p:sp>
      <p:sp>
        <p:nvSpPr>
          <p:cNvPr id="6" name="Marcador de número de diapositiva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rtlCol="0"/>
          <a:lstStyle/>
          <a:p>
            <a:pPr rtl="0"/>
            <a:fld id="{CC057153-B650-4DEB-B370-79DDCFDCE934}" type="slidenum">
              <a:rPr lang="en-US" smtClean="0"/>
              <a:t>‹Nº›</a:t>
            </a:fld>
            <a:endParaRPr lang="en-US"/>
          </a:p>
        </p:txBody>
      </p:sp>
      <p:sp>
        <p:nvSpPr>
          <p:cNvPr id="3" name="Subtítulo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1499616" y="5349240"/>
            <a:ext cx="9198864" cy="466344"/>
          </a:xfrm>
        </p:spPr>
        <p:txBody>
          <a:bodyPr rtlCol="0" anchor="ctr">
            <a:normAutofit/>
          </a:bodyPr>
          <a:lstStyle>
            <a:lvl1pPr marL="0" indent="0" algn="l">
              <a:buNone/>
              <a:defRPr sz="2200" b="1">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s"/>
              <a:t>Autor de la cita</a:t>
            </a:r>
          </a:p>
        </p:txBody>
      </p:sp>
      <p:sp>
        <p:nvSpPr>
          <p:cNvPr id="2" name="Título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499616" y="1344168"/>
            <a:ext cx="9198864" cy="3291840"/>
          </a:xfrm>
        </p:spPr>
        <p:txBody>
          <a:bodyPr rtlCol="0" anchor="ctr">
            <a:normAutofit/>
          </a:bodyPr>
          <a:lstStyle>
            <a:lvl1pPr algn="l">
              <a:lnSpc>
                <a:spcPct val="120000"/>
              </a:lnSpc>
              <a:defRPr sz="4000" b="0">
                <a:solidFill>
                  <a:schemeClr val="bg1"/>
                </a:solidFill>
                <a:highlight>
                  <a:srgbClr val="FFFFFF"/>
                </a:highlight>
              </a:defRPr>
            </a:lvl1pPr>
          </a:lstStyle>
          <a:p>
            <a:pPr rtl="0"/>
            <a:r>
              <a:rPr lang="es"/>
              <a:t>Haga clic para editar la cita</a:t>
            </a:r>
          </a:p>
        </p:txBody>
      </p:sp>
    </p:spTree>
    <p:extLst>
      <p:ext uri="{BB962C8B-B14F-4D97-AF65-F5344CB8AC3E}">
        <p14:creationId xmlns:p14="http://schemas.microsoft.com/office/powerpoint/2010/main" val="2908643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type="title" preserve="1">
  <p:cSld name="Cita 3">
    <p:spTree>
      <p:nvGrpSpPr>
        <p:cNvPr id="1" name=""/>
        <p:cNvGrpSpPr/>
        <p:nvPr/>
      </p:nvGrpSpPr>
      <p:grpSpPr>
        <a:xfrm>
          <a:off x="0" y="0"/>
          <a:ext cx="0" cy="0"/>
          <a:chOff x="0" y="0"/>
          <a:chExt cx="0" cy="0"/>
        </a:xfrm>
      </p:grpSpPr>
      <p:sp>
        <p:nvSpPr>
          <p:cNvPr id="4" name="Marcador de fecha 3">
            <a:extLst>
              <a:ext uri="{FF2B5EF4-FFF2-40B4-BE49-F238E27FC236}">
                <a16:creationId xmlns:a16="http://schemas.microsoft.com/office/drawing/2014/main" id="{EAE2DAFA-435E-AAF9-8B67-495E5AFDCD91}"/>
              </a:ext>
            </a:extLst>
          </p:cNvPr>
          <p:cNvSpPr>
            <a:spLocks noGrp="1"/>
          </p:cNvSpPr>
          <p:nvPr>
            <p:ph type="dt" sz="half" idx="10"/>
          </p:nvPr>
        </p:nvSpPr>
        <p:spPr/>
        <p:txBody>
          <a:bodyPr rtlCol="0"/>
          <a:lstStyle/>
          <a:p>
            <a:pPr rtl="0"/>
            <a:r>
              <a:rPr lang="en-US"/>
              <a:t>24/2/2025</a:t>
            </a:r>
          </a:p>
        </p:txBody>
      </p:sp>
      <p:sp>
        <p:nvSpPr>
          <p:cNvPr id="5" name="Marcador de pie de página 4">
            <a:extLst>
              <a:ext uri="{FF2B5EF4-FFF2-40B4-BE49-F238E27FC236}">
                <a16:creationId xmlns:a16="http://schemas.microsoft.com/office/drawing/2014/main" id="{5B407A58-3351-E479-1A0C-2FF49FA42707}"/>
              </a:ext>
            </a:extLst>
          </p:cNvPr>
          <p:cNvSpPr>
            <a:spLocks noGrp="1"/>
          </p:cNvSpPr>
          <p:nvPr>
            <p:ph type="ftr" sz="quarter" idx="11"/>
          </p:nvPr>
        </p:nvSpPr>
        <p:spPr/>
        <p:txBody>
          <a:bodyPr rtlCol="0"/>
          <a:lstStyle/>
          <a:p>
            <a:pPr rtl="0"/>
            <a:r>
              <a:rPr lang="es"/>
              <a:t>Ejemplo de Texto de pie de página</a:t>
            </a:r>
          </a:p>
        </p:txBody>
      </p:sp>
      <p:sp>
        <p:nvSpPr>
          <p:cNvPr id="6" name="Marcador de número de diapositiva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rtlCol="0"/>
          <a:lstStyle/>
          <a:p>
            <a:pPr rtl="0"/>
            <a:fld id="{CC057153-B650-4DEB-B370-79DDCFDCE934}" type="slidenum">
              <a:rPr lang="en-US" smtClean="0"/>
              <a:t>‹Nº›</a:t>
            </a:fld>
            <a:endParaRPr lang="en-US"/>
          </a:p>
        </p:txBody>
      </p:sp>
      <p:sp>
        <p:nvSpPr>
          <p:cNvPr id="3" name="Subtítulo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612648" y="5669280"/>
            <a:ext cx="8961120" cy="466344"/>
          </a:xfrm>
        </p:spPr>
        <p:txBody>
          <a:bodyPr rtlCol="0" anchor="ctr">
            <a:normAutofit/>
          </a:bodyPr>
          <a:lstStyle>
            <a:lvl1pPr marL="0" indent="0" algn="l">
              <a:buNone/>
              <a:defRPr sz="2200" b="1">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s"/>
              <a:t>Autor de la cita</a:t>
            </a:r>
          </a:p>
        </p:txBody>
      </p:sp>
      <p:sp>
        <p:nvSpPr>
          <p:cNvPr id="2" name="Título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12648" y="1234440"/>
            <a:ext cx="8961120" cy="3169920"/>
          </a:xfrm>
        </p:spPr>
        <p:txBody>
          <a:bodyPr rtlCol="0" anchor="ctr">
            <a:normAutofit/>
          </a:bodyPr>
          <a:lstStyle>
            <a:lvl1pPr algn="l">
              <a:lnSpc>
                <a:spcPct val="120000"/>
              </a:lnSpc>
              <a:defRPr sz="4400" b="0">
                <a:solidFill>
                  <a:schemeClr val="bg1"/>
                </a:solidFill>
                <a:highlight>
                  <a:srgbClr val="000000"/>
                </a:highlight>
              </a:defRPr>
            </a:lvl1pPr>
          </a:lstStyle>
          <a:p>
            <a:pPr rtl="0"/>
            <a:r>
              <a:rPr lang="es"/>
              <a:t>Haga clic para editar la cita</a:t>
            </a:r>
          </a:p>
        </p:txBody>
      </p:sp>
    </p:spTree>
    <p:extLst>
      <p:ext uri="{BB962C8B-B14F-4D97-AF65-F5344CB8AC3E}">
        <p14:creationId xmlns:p14="http://schemas.microsoft.com/office/powerpoint/2010/main" val="286748837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Dos contenido">
    <p:spTree>
      <p:nvGrpSpPr>
        <p:cNvPr id="1" name=""/>
        <p:cNvGrpSpPr/>
        <p:nvPr/>
      </p:nvGrpSpPr>
      <p:grpSpPr>
        <a:xfrm>
          <a:off x="0" y="0"/>
          <a:ext cx="0" cy="0"/>
          <a:chOff x="0" y="0"/>
          <a:chExt cx="0" cy="0"/>
        </a:xfrm>
      </p:grpSpPr>
      <p:sp>
        <p:nvSpPr>
          <p:cNvPr id="5" name="Marcador de fecha 4">
            <a:extLst>
              <a:ext uri="{FF2B5EF4-FFF2-40B4-BE49-F238E27FC236}">
                <a16:creationId xmlns:a16="http://schemas.microsoft.com/office/drawing/2014/main" id="{897D0B7E-1A60-DA52-6965-92412B1C2F9F}"/>
              </a:ext>
            </a:extLst>
          </p:cNvPr>
          <p:cNvSpPr>
            <a:spLocks noGrp="1"/>
          </p:cNvSpPr>
          <p:nvPr>
            <p:ph type="dt" sz="half" idx="10"/>
          </p:nvPr>
        </p:nvSpPr>
        <p:spPr/>
        <p:txBody>
          <a:bodyPr rtlCol="0"/>
          <a:lstStyle/>
          <a:p>
            <a:pPr rtl="0"/>
            <a:r>
              <a:rPr lang="en-US"/>
              <a:t>24/2/2025</a:t>
            </a:r>
          </a:p>
        </p:txBody>
      </p:sp>
      <p:sp>
        <p:nvSpPr>
          <p:cNvPr id="6" name="Marcador de pie de página 5">
            <a:extLst>
              <a:ext uri="{FF2B5EF4-FFF2-40B4-BE49-F238E27FC236}">
                <a16:creationId xmlns:a16="http://schemas.microsoft.com/office/drawing/2014/main" id="{C2BDD5A2-CE3E-3215-6DAA-F75C0D1229DA}"/>
              </a:ext>
            </a:extLst>
          </p:cNvPr>
          <p:cNvSpPr>
            <a:spLocks noGrp="1"/>
          </p:cNvSpPr>
          <p:nvPr>
            <p:ph type="ftr" sz="quarter" idx="11"/>
          </p:nvPr>
        </p:nvSpPr>
        <p:spPr/>
        <p:txBody>
          <a:bodyPr rtlCol="0"/>
          <a:lstStyle/>
          <a:p>
            <a:pPr rtl="0"/>
            <a:r>
              <a:rPr lang="es"/>
              <a:t>Ejemplo de Texto de pie de página</a:t>
            </a:r>
          </a:p>
        </p:txBody>
      </p:sp>
      <p:sp>
        <p:nvSpPr>
          <p:cNvPr id="7" name="Marcador de número de diapositiva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lstStyle/>
          <a:p>
            <a:pPr rtl="0"/>
            <a:fld id="{CC057153-B650-4DEB-B370-79DDCFDCE934}" type="slidenum">
              <a:rPr lang="en-US" smtClean="0"/>
              <a:t>‹Nº›</a:t>
            </a:fld>
            <a:endParaRPr lang="en-US"/>
          </a:p>
        </p:txBody>
      </p:sp>
      <p:sp>
        <p:nvSpPr>
          <p:cNvPr id="9" name="Marcador de texto 8">
            <a:extLst>
              <a:ext uri="{FF2B5EF4-FFF2-40B4-BE49-F238E27FC236}">
                <a16:creationId xmlns:a16="http://schemas.microsoft.com/office/drawing/2014/main" id="{84DC103C-4E45-07FA-2734-5BAE2624DC48}"/>
              </a:ext>
            </a:extLst>
          </p:cNvPr>
          <p:cNvSpPr>
            <a:spLocks noGrp="1"/>
          </p:cNvSpPr>
          <p:nvPr>
            <p:ph type="body" sz="quarter" idx="13"/>
          </p:nvPr>
        </p:nvSpPr>
        <p:spPr>
          <a:xfrm>
            <a:off x="612775" y="1825625"/>
            <a:ext cx="5181600" cy="4351338"/>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11" name="Marcador de texto 10">
            <a:extLst>
              <a:ext uri="{FF2B5EF4-FFF2-40B4-BE49-F238E27FC236}">
                <a16:creationId xmlns:a16="http://schemas.microsoft.com/office/drawing/2014/main" id="{288F1ED9-CE64-0191-F909-FDC002A7456F}"/>
              </a:ext>
            </a:extLst>
          </p:cNvPr>
          <p:cNvSpPr>
            <a:spLocks noGrp="1"/>
          </p:cNvSpPr>
          <p:nvPr>
            <p:ph type="body" sz="quarter" idx="14"/>
          </p:nvPr>
        </p:nvSpPr>
        <p:spPr>
          <a:xfrm>
            <a:off x="6172200" y="1825625"/>
            <a:ext cx="5181600" cy="4351338"/>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rtlCol="0"/>
          <a:lstStyle/>
          <a:p>
            <a:pPr rtl="0"/>
            <a:r>
              <a:rPr lang="es"/>
              <a:t>Haga clic para modificar el estilo de título del patrón</a:t>
            </a:r>
            <a:endParaRPr lang="en-US"/>
          </a:p>
        </p:txBody>
      </p:sp>
    </p:spTree>
    <p:extLst>
      <p:ext uri="{BB962C8B-B14F-4D97-AF65-F5344CB8AC3E}">
        <p14:creationId xmlns:p14="http://schemas.microsoft.com/office/powerpoint/2010/main" val="301306879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Comparación">
    <p:spTree>
      <p:nvGrpSpPr>
        <p:cNvPr id="1" name=""/>
        <p:cNvGrpSpPr/>
        <p:nvPr/>
      </p:nvGrpSpPr>
      <p:grpSpPr>
        <a:xfrm>
          <a:off x="0" y="0"/>
          <a:ext cx="0" cy="0"/>
          <a:chOff x="0" y="0"/>
          <a:chExt cx="0" cy="0"/>
        </a:xfrm>
      </p:grpSpPr>
      <p:sp>
        <p:nvSpPr>
          <p:cNvPr id="7" name="Marcador de fecha 6">
            <a:extLst>
              <a:ext uri="{FF2B5EF4-FFF2-40B4-BE49-F238E27FC236}">
                <a16:creationId xmlns:a16="http://schemas.microsoft.com/office/drawing/2014/main" id="{4E3B3581-658A-8487-F9CB-E79F2BFF27E4}"/>
              </a:ext>
            </a:extLst>
          </p:cNvPr>
          <p:cNvSpPr>
            <a:spLocks noGrp="1"/>
          </p:cNvSpPr>
          <p:nvPr>
            <p:ph type="dt" sz="half" idx="10"/>
          </p:nvPr>
        </p:nvSpPr>
        <p:spPr/>
        <p:txBody>
          <a:bodyPr rtlCol="0"/>
          <a:lstStyle/>
          <a:p>
            <a:pPr rtl="0"/>
            <a:r>
              <a:rPr lang="en-US"/>
              <a:t>24/2/2025</a:t>
            </a:r>
          </a:p>
        </p:txBody>
      </p:sp>
      <p:sp>
        <p:nvSpPr>
          <p:cNvPr id="8" name="Marcador de pie de página 7">
            <a:extLst>
              <a:ext uri="{FF2B5EF4-FFF2-40B4-BE49-F238E27FC236}">
                <a16:creationId xmlns:a16="http://schemas.microsoft.com/office/drawing/2014/main" id="{949D76D8-9033-26CF-BF4C-AECCC685C177}"/>
              </a:ext>
            </a:extLst>
          </p:cNvPr>
          <p:cNvSpPr>
            <a:spLocks noGrp="1"/>
          </p:cNvSpPr>
          <p:nvPr>
            <p:ph type="ftr" sz="quarter" idx="11"/>
          </p:nvPr>
        </p:nvSpPr>
        <p:spPr/>
        <p:txBody>
          <a:bodyPr rtlCol="0"/>
          <a:lstStyle/>
          <a:p>
            <a:pPr rtl="0"/>
            <a:r>
              <a:rPr lang="es"/>
              <a:t>Ejemplo de Texto de pie de página</a:t>
            </a:r>
          </a:p>
        </p:txBody>
      </p:sp>
      <p:sp>
        <p:nvSpPr>
          <p:cNvPr id="9" name="Marcador de número de diapositiva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rtlCol="0"/>
          <a:lstStyle/>
          <a:p>
            <a:pPr rtl="0"/>
            <a:fld id="{CC057153-B650-4DEB-B370-79DDCFDCE934}" type="slidenum">
              <a:rPr lang="en-US" smtClean="0"/>
              <a:t>‹Nº›</a:t>
            </a:fld>
            <a:endParaRPr lang="en-US"/>
          </a:p>
        </p:txBody>
      </p:sp>
      <p:sp>
        <p:nvSpPr>
          <p:cNvPr id="3" name="Marcador de texto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rtlCol="0" anchor="b">
            <a:normAutofit/>
          </a:bodyPr>
          <a:lstStyle>
            <a:lvl1pPr marL="0" indent="0">
              <a:lnSpc>
                <a:spcPct val="90000"/>
              </a:lnSpc>
              <a:buNone/>
              <a:defRPr sz="2000" b="1" cap="all" baseline="0">
                <a:solidFill>
                  <a:schemeClr val="bg1"/>
                </a:solidFill>
                <a:highlight>
                  <a:srgbClr val="000000"/>
                </a:highligh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
              <a:t>Haga clic para modificar los estilos de texto del patrón</a:t>
            </a:r>
          </a:p>
        </p:txBody>
      </p:sp>
      <p:sp>
        <p:nvSpPr>
          <p:cNvPr id="11" name="Marcador de texto 10">
            <a:extLst>
              <a:ext uri="{FF2B5EF4-FFF2-40B4-BE49-F238E27FC236}">
                <a16:creationId xmlns:a16="http://schemas.microsoft.com/office/drawing/2014/main" id="{F86E5640-DE07-46FE-2EFB-FCD8C5238DC9}"/>
              </a:ext>
            </a:extLst>
          </p:cNvPr>
          <p:cNvSpPr>
            <a:spLocks noGrp="1"/>
          </p:cNvSpPr>
          <p:nvPr>
            <p:ph type="body" sz="quarter" idx="13"/>
          </p:nvPr>
        </p:nvSpPr>
        <p:spPr>
          <a:xfrm>
            <a:off x="609600" y="2387600"/>
            <a:ext cx="5157788" cy="3763963"/>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5" name="Marcador de texto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rtlCol="0" anchor="b">
            <a:normAutofit/>
          </a:bodyPr>
          <a:lstStyle>
            <a:lvl1pPr marL="0" indent="0">
              <a:lnSpc>
                <a:spcPct val="90000"/>
              </a:lnSpc>
              <a:buNone/>
              <a:defRPr sz="2000" b="1" cap="all" baseline="0">
                <a:solidFill>
                  <a:schemeClr val="bg1"/>
                </a:solidFill>
                <a:highlight>
                  <a:srgbClr val="000000"/>
                </a:highligh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
              <a:t>Haga clic para modificar los estilos de texto del patrón</a:t>
            </a:r>
          </a:p>
        </p:txBody>
      </p:sp>
      <p:sp>
        <p:nvSpPr>
          <p:cNvPr id="13" name="Marcador de texto 12">
            <a:extLst>
              <a:ext uri="{FF2B5EF4-FFF2-40B4-BE49-F238E27FC236}">
                <a16:creationId xmlns:a16="http://schemas.microsoft.com/office/drawing/2014/main" id="{20D5795C-6228-AA6F-1CF7-AD7010686BC6}"/>
              </a:ext>
            </a:extLst>
          </p:cNvPr>
          <p:cNvSpPr>
            <a:spLocks noGrp="1"/>
          </p:cNvSpPr>
          <p:nvPr>
            <p:ph type="body" sz="quarter" idx="14"/>
          </p:nvPr>
        </p:nvSpPr>
        <p:spPr>
          <a:xfrm>
            <a:off x="6172200" y="2387600"/>
            <a:ext cx="5183188" cy="3763963"/>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2" name="Título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rtlCol="0"/>
          <a:lstStyle/>
          <a:p>
            <a:pPr rtl="0"/>
            <a:r>
              <a:rPr lang="es"/>
              <a:t>Haga clic para modificar el estilo de título del patrón</a:t>
            </a:r>
            <a:endParaRPr lang="en-US"/>
          </a:p>
        </p:txBody>
      </p:sp>
    </p:spTree>
    <p:extLst>
      <p:ext uri="{BB962C8B-B14F-4D97-AF65-F5344CB8AC3E}">
        <p14:creationId xmlns:p14="http://schemas.microsoft.com/office/powerpoint/2010/main" val="87133960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3" name="Marcador de fecha 2">
            <a:extLst>
              <a:ext uri="{FF2B5EF4-FFF2-40B4-BE49-F238E27FC236}">
                <a16:creationId xmlns:a16="http://schemas.microsoft.com/office/drawing/2014/main" id="{E89E8268-7232-2944-F1BD-399F9419B563}"/>
              </a:ext>
            </a:extLst>
          </p:cNvPr>
          <p:cNvSpPr>
            <a:spLocks noGrp="1"/>
          </p:cNvSpPr>
          <p:nvPr>
            <p:ph type="dt" sz="half" idx="10"/>
          </p:nvPr>
        </p:nvSpPr>
        <p:spPr/>
        <p:txBody>
          <a:bodyPr rtlCol="0"/>
          <a:lstStyle/>
          <a:p>
            <a:pPr rtl="0"/>
            <a:r>
              <a:rPr lang="en-US"/>
              <a:t>24/2/2025</a:t>
            </a:r>
          </a:p>
        </p:txBody>
      </p:sp>
      <p:sp>
        <p:nvSpPr>
          <p:cNvPr id="4" name="Marcador de pie de página 3">
            <a:extLst>
              <a:ext uri="{FF2B5EF4-FFF2-40B4-BE49-F238E27FC236}">
                <a16:creationId xmlns:a16="http://schemas.microsoft.com/office/drawing/2014/main" id="{6B968DDD-323F-89A1-84E3-DDBA626D9386}"/>
              </a:ext>
            </a:extLst>
          </p:cNvPr>
          <p:cNvSpPr>
            <a:spLocks noGrp="1"/>
          </p:cNvSpPr>
          <p:nvPr>
            <p:ph type="ftr" sz="quarter" idx="11"/>
          </p:nvPr>
        </p:nvSpPr>
        <p:spPr/>
        <p:txBody>
          <a:bodyPr rtlCol="0"/>
          <a:lstStyle/>
          <a:p>
            <a:pPr rtl="0"/>
            <a:r>
              <a:rPr lang="es"/>
              <a:t>Ejemplo de Texto de pie de página</a:t>
            </a:r>
          </a:p>
        </p:txBody>
      </p:sp>
      <p:sp>
        <p:nvSpPr>
          <p:cNvPr id="5" name="Marcador de número de diapositiva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rtlCol="0"/>
          <a:lstStyle/>
          <a:p>
            <a:pPr rtl="0"/>
            <a:fld id="{CC057153-B650-4DEB-B370-79DDCFDCE934}" type="slidenum">
              <a:rPr lang="en-US" smtClean="0"/>
              <a:t>‹Nº›</a:t>
            </a:fld>
            <a:endParaRPr lang="en-US"/>
          </a:p>
        </p:txBody>
      </p:sp>
      <p:sp>
        <p:nvSpPr>
          <p:cNvPr id="2" name="Título 1">
            <a:extLst>
              <a:ext uri="{FF2B5EF4-FFF2-40B4-BE49-F238E27FC236}">
                <a16:creationId xmlns:a16="http://schemas.microsoft.com/office/drawing/2014/main" id="{666A9F42-7FF7-F803-C075-BC4968D35E34}"/>
              </a:ext>
            </a:extLst>
          </p:cNvPr>
          <p:cNvSpPr>
            <a:spLocks noGrp="1"/>
          </p:cNvSpPr>
          <p:nvPr>
            <p:ph type="title"/>
          </p:nvPr>
        </p:nvSpPr>
        <p:spPr/>
        <p:txBody>
          <a:bodyPr rtlCol="0"/>
          <a:lstStyle/>
          <a:p>
            <a:pPr rtl="0"/>
            <a:r>
              <a:rPr lang="es"/>
              <a:t>Haga clic para modificar el estilo de título del patrón</a:t>
            </a:r>
            <a:endParaRPr lang="en-US"/>
          </a:p>
        </p:txBody>
      </p:sp>
    </p:spTree>
    <p:extLst>
      <p:ext uri="{BB962C8B-B14F-4D97-AF65-F5344CB8AC3E}">
        <p14:creationId xmlns:p14="http://schemas.microsoft.com/office/powerpoint/2010/main" val="326912252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49BC4D82-0182-501C-9231-46767680476E}"/>
              </a:ext>
            </a:extLst>
          </p:cNvPr>
          <p:cNvSpPr>
            <a:spLocks noGrp="1"/>
          </p:cNvSpPr>
          <p:nvPr>
            <p:ph type="dt" sz="half" idx="10"/>
          </p:nvPr>
        </p:nvSpPr>
        <p:spPr/>
        <p:txBody>
          <a:bodyPr rtlCol="0"/>
          <a:lstStyle/>
          <a:p>
            <a:pPr rtl="0"/>
            <a:r>
              <a:rPr lang="en-US"/>
              <a:t>24/2/2025</a:t>
            </a:r>
          </a:p>
        </p:txBody>
      </p:sp>
      <p:sp>
        <p:nvSpPr>
          <p:cNvPr id="3" name="Marcador de pie de página 2">
            <a:extLst>
              <a:ext uri="{FF2B5EF4-FFF2-40B4-BE49-F238E27FC236}">
                <a16:creationId xmlns:a16="http://schemas.microsoft.com/office/drawing/2014/main" id="{10EAA6C9-A7F3-19F1-D17C-A1D83FAF553F}"/>
              </a:ext>
            </a:extLst>
          </p:cNvPr>
          <p:cNvSpPr>
            <a:spLocks noGrp="1"/>
          </p:cNvSpPr>
          <p:nvPr>
            <p:ph type="ftr" sz="quarter" idx="11"/>
          </p:nvPr>
        </p:nvSpPr>
        <p:spPr/>
        <p:txBody>
          <a:bodyPr rtlCol="0"/>
          <a:lstStyle/>
          <a:p>
            <a:pPr rtl="0"/>
            <a:r>
              <a:rPr lang="es"/>
              <a:t>Ejemplo de Texto de pie de página</a:t>
            </a:r>
          </a:p>
        </p:txBody>
      </p:sp>
      <p:sp>
        <p:nvSpPr>
          <p:cNvPr id="4" name="Marcador de número de diapositiva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rtlCol="0"/>
          <a:lstStyle/>
          <a:p>
            <a:pPr rtl="0"/>
            <a:fld id="{CC057153-B650-4DEB-B370-79DDCFDCE934}" type="slidenum">
              <a:rPr lang="en-US" smtClean="0"/>
              <a:t>‹Nº›</a:t>
            </a:fld>
            <a:endParaRPr lang="en-US"/>
          </a:p>
        </p:txBody>
      </p:sp>
    </p:spTree>
    <p:extLst>
      <p:ext uri="{BB962C8B-B14F-4D97-AF65-F5344CB8AC3E}">
        <p14:creationId xmlns:p14="http://schemas.microsoft.com/office/powerpoint/2010/main" val="79911892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5" name="Marcador de fecha 4">
            <a:extLst>
              <a:ext uri="{FF2B5EF4-FFF2-40B4-BE49-F238E27FC236}">
                <a16:creationId xmlns:a16="http://schemas.microsoft.com/office/drawing/2014/main" id="{93F05638-7A56-469A-825A-1DFA600254C8}"/>
              </a:ext>
            </a:extLst>
          </p:cNvPr>
          <p:cNvSpPr>
            <a:spLocks noGrp="1"/>
          </p:cNvSpPr>
          <p:nvPr>
            <p:ph type="dt" sz="half" idx="10"/>
          </p:nvPr>
        </p:nvSpPr>
        <p:spPr/>
        <p:txBody>
          <a:bodyPr rtlCol="0"/>
          <a:lstStyle/>
          <a:p>
            <a:pPr rtl="0"/>
            <a:r>
              <a:rPr lang="en-US"/>
              <a:t>24/2/2025</a:t>
            </a:r>
          </a:p>
        </p:txBody>
      </p:sp>
      <p:sp>
        <p:nvSpPr>
          <p:cNvPr id="6" name="Marcador de pie de página 5">
            <a:extLst>
              <a:ext uri="{FF2B5EF4-FFF2-40B4-BE49-F238E27FC236}">
                <a16:creationId xmlns:a16="http://schemas.microsoft.com/office/drawing/2014/main" id="{9C85A215-184B-2105-0279-ED02F6445831}"/>
              </a:ext>
            </a:extLst>
          </p:cNvPr>
          <p:cNvSpPr>
            <a:spLocks noGrp="1"/>
          </p:cNvSpPr>
          <p:nvPr>
            <p:ph type="ftr" sz="quarter" idx="11"/>
          </p:nvPr>
        </p:nvSpPr>
        <p:spPr/>
        <p:txBody>
          <a:bodyPr rtlCol="0"/>
          <a:lstStyle/>
          <a:p>
            <a:pPr rtl="0"/>
            <a:r>
              <a:rPr lang="es"/>
              <a:t>Ejemplo de Texto de pie de página</a:t>
            </a:r>
          </a:p>
        </p:txBody>
      </p:sp>
      <p:sp>
        <p:nvSpPr>
          <p:cNvPr id="7" name="Marcador de número de diapositiva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rtlCol="0"/>
          <a:lstStyle/>
          <a:p>
            <a:pPr rtl="0"/>
            <a:fld id="{CC057153-B650-4DEB-B370-79DDCFDCE934}" type="slidenum">
              <a:rPr lang="en-US" smtClean="0"/>
              <a:t>‹Nº›</a:t>
            </a:fld>
            <a:endParaRPr lang="en-US"/>
          </a:p>
        </p:txBody>
      </p:sp>
      <p:sp>
        <p:nvSpPr>
          <p:cNvPr id="4" name="Marcador de texto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993263"/>
          </a:xfrm>
        </p:spPr>
        <p:txBody>
          <a:bodyPr rtlCol="0"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s"/>
              <a:t>Haga clic para modificar los estilos de texto del patrón</a:t>
            </a:r>
          </a:p>
        </p:txBody>
      </p:sp>
      <p:sp>
        <p:nvSpPr>
          <p:cNvPr id="3" name="Marcador de contenido 2">
            <a:extLst>
              <a:ext uri="{FF2B5EF4-FFF2-40B4-BE49-F238E27FC236}">
                <a16:creationId xmlns:a16="http://schemas.microsoft.com/office/drawing/2014/main" id="{2F3B20A8-A604-C977-02C0-083BA8663484}"/>
              </a:ext>
            </a:extLst>
          </p:cNvPr>
          <p:cNvSpPr>
            <a:spLocks noGrp="1"/>
          </p:cNvSpPr>
          <p:nvPr>
            <p:ph idx="1"/>
          </p:nvPr>
        </p:nvSpPr>
        <p:spPr>
          <a:xfrm>
            <a:off x="5134708" y="553615"/>
            <a:ext cx="6440258" cy="5755109"/>
          </a:xfrm>
        </p:spPr>
        <p:txBody>
          <a:bodyPr rtlCol="0">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2" name="Título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rtlCol="0" anchor="t">
            <a:normAutofit/>
          </a:bodyPr>
          <a:lstStyle>
            <a:lvl1pPr>
              <a:defRPr sz="2800">
                <a:solidFill>
                  <a:schemeClr val="bg1"/>
                </a:solidFill>
                <a:highlight>
                  <a:srgbClr val="000000"/>
                </a:highlight>
              </a:defRPr>
            </a:lvl1pPr>
          </a:lstStyle>
          <a:p>
            <a:pPr rtl="0"/>
            <a:r>
              <a:rPr lang="es"/>
              <a:t>Haga clic para modificar el estilo de título del patrón</a:t>
            </a:r>
            <a:endParaRPr lang="en-US"/>
          </a:p>
        </p:txBody>
      </p:sp>
    </p:spTree>
    <p:extLst>
      <p:ext uri="{BB962C8B-B14F-4D97-AF65-F5344CB8AC3E}">
        <p14:creationId xmlns:p14="http://schemas.microsoft.com/office/powerpoint/2010/main" val="151427783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Imagen con leyenda">
    <p:spTree>
      <p:nvGrpSpPr>
        <p:cNvPr id="1" name=""/>
        <p:cNvGrpSpPr/>
        <p:nvPr/>
      </p:nvGrpSpPr>
      <p:grpSpPr>
        <a:xfrm>
          <a:off x="0" y="0"/>
          <a:ext cx="0" cy="0"/>
          <a:chOff x="0" y="0"/>
          <a:chExt cx="0" cy="0"/>
        </a:xfrm>
      </p:grpSpPr>
      <p:sp>
        <p:nvSpPr>
          <p:cNvPr id="3" name="Marcador de posición de imagen 2">
            <a:extLst>
              <a:ext uri="{FF2B5EF4-FFF2-40B4-BE49-F238E27FC236}">
                <a16:creationId xmlns:a16="http://schemas.microsoft.com/office/drawing/2014/main" id="{9571C769-CEC8-962A-01E6-15B0E056791E}"/>
              </a:ext>
            </a:extLst>
          </p:cNvPr>
          <p:cNvSpPr>
            <a:spLocks noGrp="1"/>
          </p:cNvSpPr>
          <p:nvPr>
            <p:ph type="pic" idx="1"/>
          </p:nvPr>
        </p:nvSpPr>
        <p:spPr>
          <a:xfrm>
            <a:off x="5063319" y="557784"/>
            <a:ext cx="6519080" cy="5779007"/>
          </a:xfrm>
          <a:blipFill dpi="0" rotWithShape="1">
            <a:blip r:embed="rId2">
              <a:alphaModFix amt="70000"/>
              <a:extLst>
                <a:ext uri="{28A0092B-C50C-407E-A947-70E740481C1C}">
                  <a14:useLocalDpi xmlns:a14="http://schemas.microsoft.com/office/drawing/2010/main" val="0"/>
                </a:ext>
              </a:extLst>
            </a:blip>
            <a:srcRect/>
            <a:stretch>
              <a:fillRect/>
            </a:stretch>
          </a:blipFill>
        </p:spPr>
        <p:txBody>
          <a:bodyPr rtlCol="0"/>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es"/>
              <a:t>Haga clic en el icono para agregar una imagen</a:t>
            </a:r>
          </a:p>
        </p:txBody>
      </p:sp>
      <p:sp>
        <p:nvSpPr>
          <p:cNvPr id="5" name="Marcador de fecha 4">
            <a:extLst>
              <a:ext uri="{FF2B5EF4-FFF2-40B4-BE49-F238E27FC236}">
                <a16:creationId xmlns:a16="http://schemas.microsoft.com/office/drawing/2014/main" id="{920B235E-39C7-4C78-20EF-DB48ECD9CB90}"/>
              </a:ext>
            </a:extLst>
          </p:cNvPr>
          <p:cNvSpPr>
            <a:spLocks noGrp="1"/>
          </p:cNvSpPr>
          <p:nvPr>
            <p:ph type="dt" sz="half" idx="10"/>
          </p:nvPr>
        </p:nvSpPr>
        <p:spPr/>
        <p:txBody>
          <a:bodyPr rtlCol="0"/>
          <a:lstStyle/>
          <a:p>
            <a:pPr rtl="0"/>
            <a:r>
              <a:rPr lang="en-US"/>
              <a:t>24/2/2025</a:t>
            </a:r>
          </a:p>
        </p:txBody>
      </p:sp>
      <p:sp>
        <p:nvSpPr>
          <p:cNvPr id="6" name="Marcador de pie de página 5">
            <a:extLst>
              <a:ext uri="{FF2B5EF4-FFF2-40B4-BE49-F238E27FC236}">
                <a16:creationId xmlns:a16="http://schemas.microsoft.com/office/drawing/2014/main" id="{7FDC75DA-9A78-9AB9-7171-95A08CC51C56}"/>
              </a:ext>
            </a:extLst>
          </p:cNvPr>
          <p:cNvSpPr>
            <a:spLocks noGrp="1"/>
          </p:cNvSpPr>
          <p:nvPr>
            <p:ph type="ftr" sz="quarter" idx="11"/>
          </p:nvPr>
        </p:nvSpPr>
        <p:spPr/>
        <p:txBody>
          <a:bodyPr rtlCol="0"/>
          <a:lstStyle/>
          <a:p>
            <a:pPr rtl="0"/>
            <a:r>
              <a:rPr lang="es"/>
              <a:t>Ejemplo de Texto de pie de página</a:t>
            </a:r>
          </a:p>
        </p:txBody>
      </p:sp>
      <p:sp>
        <p:nvSpPr>
          <p:cNvPr id="7" name="Marcador de número de diapositiva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rtlCol="0"/>
          <a:lstStyle/>
          <a:p>
            <a:pPr rtl="0"/>
            <a:fld id="{CC057153-B650-4DEB-B370-79DDCFDCE934}" type="slidenum">
              <a:rPr lang="en-US" smtClean="0"/>
              <a:t>‹Nº›</a:t>
            </a:fld>
            <a:endParaRPr lang="en-US"/>
          </a:p>
        </p:txBody>
      </p:sp>
      <p:sp>
        <p:nvSpPr>
          <p:cNvPr id="4" name="Marcador de texto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rtlCol="0"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s"/>
              <a:t>Haga clic para modificar los estilos de texto del patrón</a:t>
            </a:r>
          </a:p>
        </p:txBody>
      </p:sp>
      <p:sp>
        <p:nvSpPr>
          <p:cNvPr id="2" name="Título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rtlCol="0" anchor="t">
            <a:normAutofit/>
          </a:bodyPr>
          <a:lstStyle>
            <a:lvl1pPr>
              <a:defRPr sz="2800">
                <a:solidFill>
                  <a:schemeClr val="bg1"/>
                </a:solidFill>
                <a:highlight>
                  <a:srgbClr val="000000"/>
                </a:highlight>
              </a:defRPr>
            </a:lvl1pPr>
          </a:lstStyle>
          <a:p>
            <a:pPr rtl="0"/>
            <a:r>
              <a:rPr lang="es"/>
              <a:t>Haga clic para modificar el estilo de título del patrón</a:t>
            </a:r>
            <a:endParaRPr lang="en-US"/>
          </a:p>
        </p:txBody>
      </p:sp>
    </p:spTree>
    <p:extLst>
      <p:ext uri="{BB962C8B-B14F-4D97-AF65-F5344CB8AC3E}">
        <p14:creationId xmlns:p14="http://schemas.microsoft.com/office/powerpoint/2010/main" val="323332260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Conclusión">
    <p:bg>
      <p:bgRef idx="1001">
        <a:schemeClr val="bg1"/>
      </p:bgRef>
    </p:bg>
    <p:spTree>
      <p:nvGrpSpPr>
        <p:cNvPr id="1" name=""/>
        <p:cNvGrpSpPr/>
        <p:nvPr/>
      </p:nvGrpSpPr>
      <p:grpSpPr>
        <a:xfrm>
          <a:off x="0" y="0"/>
          <a:ext cx="0" cy="0"/>
          <a:chOff x="0" y="0"/>
          <a:chExt cx="0" cy="0"/>
        </a:xfrm>
      </p:grpSpPr>
      <p:sp>
        <p:nvSpPr>
          <p:cNvPr id="4" name="Marcador de fecha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lstStyle/>
          <a:p>
            <a:pPr rtl="0"/>
            <a:r>
              <a:rPr lang="en-US"/>
              <a:t>24/2/2025</a:t>
            </a:r>
          </a:p>
        </p:txBody>
      </p:sp>
      <p:sp>
        <p:nvSpPr>
          <p:cNvPr id="5" name="Marcador de pie de página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p>
            <a:pPr rtl="0"/>
            <a:r>
              <a:rPr lang="es"/>
              <a:t>Ejemplo de Texto de pie de página</a:t>
            </a:r>
          </a:p>
        </p:txBody>
      </p:sp>
      <p:sp>
        <p:nvSpPr>
          <p:cNvPr id="6" name="Marcador de número de diapositiva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CC057153-B650-4DEB-B370-79DDCFDCE934}" type="slidenum">
              <a:rPr lang="en-US" smtClean="0"/>
              <a:t>‹Nº›</a:t>
            </a:fld>
            <a:endParaRPr lang="en-US"/>
          </a:p>
        </p:txBody>
      </p:sp>
      <p:sp>
        <p:nvSpPr>
          <p:cNvPr id="8" name="Marcador de contenido 7">
            <a:extLst>
              <a:ext uri="{FF2B5EF4-FFF2-40B4-BE49-F238E27FC236}">
                <a16:creationId xmlns:a16="http://schemas.microsoft.com/office/drawing/2014/main" id="{C7E1FCC9-2D1D-9C6B-8C9A-E3D0A77DBEF0}"/>
              </a:ext>
            </a:extLst>
          </p:cNvPr>
          <p:cNvSpPr>
            <a:spLocks noGrp="1"/>
          </p:cNvSpPr>
          <p:nvPr>
            <p:ph sz="quarter" idx="13"/>
          </p:nvPr>
        </p:nvSpPr>
        <p:spPr>
          <a:xfrm>
            <a:off x="612775" y="3594099"/>
            <a:ext cx="10890374" cy="2743200"/>
          </a:xfrm>
        </p:spPr>
        <p:txBody>
          <a:bodyPr rtlCol="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614676" y="1847088"/>
            <a:ext cx="7342307" cy="1133856"/>
          </a:xfrm>
        </p:spPr>
        <p:txBody>
          <a:bodyPr rtlCol="0" anchor="b">
            <a:noAutofit/>
          </a:bodyPr>
          <a:lstStyle>
            <a:lvl1pPr>
              <a:defRPr sz="6000">
                <a:solidFill>
                  <a:schemeClr val="bg1"/>
                </a:solidFill>
                <a:highlight>
                  <a:srgbClr val="FFFFFF"/>
                </a:highlight>
              </a:defRPr>
            </a:lvl1pPr>
          </a:lstStyle>
          <a:p>
            <a:pPr rtl="0"/>
            <a:r>
              <a:rPr lang="es"/>
              <a:t>Haga clic para modificar el estilo de título del patrón</a:t>
            </a:r>
            <a:endParaRPr lang="en-US"/>
          </a:p>
        </p:txBody>
      </p:sp>
    </p:spTree>
    <p:extLst>
      <p:ext uri="{BB962C8B-B14F-4D97-AF65-F5344CB8AC3E}">
        <p14:creationId xmlns:p14="http://schemas.microsoft.com/office/powerpoint/2010/main" val="832404939"/>
      </p:ext>
    </p:extLst>
  </p:cSld>
  <p:clrMapOvr>
    <a:overrideClrMapping bg1="dk1" tx1="lt1" bg2="dk2" tx2="lt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Conclusión 2">
    <p:bg>
      <p:bgRef idx="1001">
        <a:schemeClr val="bg1"/>
      </p:bgRef>
    </p:bg>
    <p:spTree>
      <p:nvGrpSpPr>
        <p:cNvPr id="1" name=""/>
        <p:cNvGrpSpPr/>
        <p:nvPr/>
      </p:nvGrpSpPr>
      <p:grpSpPr>
        <a:xfrm>
          <a:off x="0" y="0"/>
          <a:ext cx="0" cy="0"/>
          <a:chOff x="0" y="0"/>
          <a:chExt cx="0" cy="0"/>
        </a:xfrm>
      </p:grpSpPr>
      <p:sp>
        <p:nvSpPr>
          <p:cNvPr id="4" name="Marcador de fecha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lstStyle/>
          <a:p>
            <a:pPr rtl="0"/>
            <a:r>
              <a:rPr lang="en-US"/>
              <a:t>24/2/2025</a:t>
            </a:r>
          </a:p>
        </p:txBody>
      </p:sp>
      <p:sp>
        <p:nvSpPr>
          <p:cNvPr id="5" name="Marcador de pie de página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p>
            <a:pPr rtl="0"/>
            <a:r>
              <a:rPr lang="es"/>
              <a:t>Ejemplo de Texto de pie de página</a:t>
            </a:r>
          </a:p>
        </p:txBody>
      </p:sp>
      <p:sp>
        <p:nvSpPr>
          <p:cNvPr id="6" name="Marcador de número de diapositiva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CC057153-B650-4DEB-B370-79DDCFDCE934}" type="slidenum">
              <a:rPr lang="en-US" smtClean="0"/>
              <a:t>‹Nº›</a:t>
            </a:fld>
            <a:endParaRPr lang="en-US"/>
          </a:p>
        </p:txBody>
      </p:sp>
      <p:sp>
        <p:nvSpPr>
          <p:cNvPr id="7" name="Marcador de contenido 6">
            <a:extLst>
              <a:ext uri="{FF2B5EF4-FFF2-40B4-BE49-F238E27FC236}">
                <a16:creationId xmlns:a16="http://schemas.microsoft.com/office/drawing/2014/main" id="{053FFEDA-E57B-DF13-2394-A1514E15F85A}"/>
              </a:ext>
            </a:extLst>
          </p:cNvPr>
          <p:cNvSpPr>
            <a:spLocks noGrp="1"/>
          </p:cNvSpPr>
          <p:nvPr>
            <p:ph sz="quarter" idx="14"/>
          </p:nvPr>
        </p:nvSpPr>
        <p:spPr>
          <a:xfrm>
            <a:off x="612775" y="3622674"/>
            <a:ext cx="8430639" cy="1279615"/>
          </a:xfrm>
        </p:spPr>
        <p:txBody>
          <a:bodyPr rtlCol="0">
            <a:noAutofit/>
          </a:bodyPr>
          <a:lstStyle>
            <a:lvl1pPr marL="0" indent="0">
              <a:buNone/>
              <a:defRPr sz="2400"/>
            </a:lvl1pPr>
            <a:lvl2pPr marL="228600" indent="0">
              <a:buNone/>
              <a:defRPr sz="2000"/>
            </a:lvl2pPr>
            <a:lvl3pPr marL="457200" indent="0">
              <a:buNone/>
              <a:defRPr sz="1800"/>
            </a:lvl3pPr>
            <a:lvl4pPr marL="685800" indent="0">
              <a:buNone/>
              <a:defRPr sz="1600"/>
            </a:lvl4pPr>
            <a:lvl5pPr marL="914400" indent="0">
              <a:buNone/>
              <a:defRPr sz="140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612647" y="1627318"/>
            <a:ext cx="8430767" cy="1842020"/>
          </a:xfrm>
        </p:spPr>
        <p:txBody>
          <a:bodyPr rtlCol="0" anchor="b">
            <a:noAutofit/>
          </a:bodyPr>
          <a:lstStyle>
            <a:lvl1pPr>
              <a:defRPr sz="6000">
                <a:solidFill>
                  <a:schemeClr val="bg1"/>
                </a:solidFill>
                <a:highlight>
                  <a:srgbClr val="FFFFFF"/>
                </a:highlight>
              </a:defRPr>
            </a:lvl1pPr>
          </a:lstStyle>
          <a:p>
            <a:pPr rtl="0"/>
            <a:r>
              <a:rPr lang="es"/>
              <a:t>Haga clic para modificar el estilo de título del patrón</a:t>
            </a:r>
          </a:p>
        </p:txBody>
      </p:sp>
    </p:spTree>
    <p:extLst>
      <p:ext uri="{BB962C8B-B14F-4D97-AF65-F5344CB8AC3E}">
        <p14:creationId xmlns:p14="http://schemas.microsoft.com/office/powerpoint/2010/main" val="4821771"/>
      </p:ext>
    </p:extLst>
  </p:cSld>
  <p:clrMapOvr>
    <a:overrideClrMapping bg1="dk1" tx1="lt1" bg2="dk2" tx2="lt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Diseño de foto y título 1">
    <p:spTree>
      <p:nvGrpSpPr>
        <p:cNvPr id="1" name=""/>
        <p:cNvGrpSpPr/>
        <p:nvPr/>
      </p:nvGrpSpPr>
      <p:grpSpPr>
        <a:xfrm>
          <a:off x="0" y="0"/>
          <a:ext cx="0" cy="0"/>
          <a:chOff x="0" y="0"/>
          <a:chExt cx="0" cy="0"/>
        </a:xfrm>
      </p:grpSpPr>
      <p:sp>
        <p:nvSpPr>
          <p:cNvPr id="11" name="Marcador de posición de imagen 10">
            <a:extLst>
              <a:ext uri="{FF2B5EF4-FFF2-40B4-BE49-F238E27FC236}">
                <a16:creationId xmlns:a16="http://schemas.microsoft.com/office/drawing/2014/main" id="{B7ED3B95-1860-B7C7-C279-D6755F721C31}"/>
              </a:ext>
            </a:extLst>
          </p:cNvPr>
          <p:cNvSpPr>
            <a:spLocks noGrp="1"/>
          </p:cNvSpPr>
          <p:nvPr>
            <p:ph type="pic" sz="quarter" idx="13"/>
          </p:nvPr>
        </p:nvSpPr>
        <p:spPr>
          <a:xfrm>
            <a:off x="-1" y="-1"/>
            <a:ext cx="12192001" cy="6858001"/>
          </a:xfrm>
          <a:blipFill dpi="0" rotWithShape="1">
            <a:blip r:embed="rId2">
              <a:alphaModFix amt="70000"/>
              <a:extLst>
                <a:ext uri="{28A0092B-C50C-407E-A947-70E740481C1C}">
                  <a14:useLocalDpi xmlns:a14="http://schemas.microsoft.com/office/drawing/2010/main" val="0"/>
                </a:ext>
              </a:extLst>
            </a:blip>
            <a:srcRect/>
            <a:stretch>
              <a:fillRect/>
            </a:stretch>
          </a:blipFill>
        </p:spPr>
        <p:txBody>
          <a:bodyPr rtlCol="0"/>
          <a:lstStyle/>
          <a:p>
            <a:pPr rtl="0"/>
            <a:endParaRPr lang="en-US"/>
          </a:p>
        </p:txBody>
      </p:sp>
      <p:sp>
        <p:nvSpPr>
          <p:cNvPr id="7" name="Rectángulo 6">
            <a:extLst>
              <a:ext uri="{FF2B5EF4-FFF2-40B4-BE49-F238E27FC236}">
                <a16:creationId xmlns:a16="http://schemas.microsoft.com/office/drawing/2014/main" id="{845D3106-89ED-8524-91B2-9F94380C04C1}"/>
              </a:ext>
              <a:ext uri="{C183D7F6-B498-43B3-948B-1728B52AA6E4}">
                <adec:decorative xmlns:adec="http://schemas.microsoft.com/office/drawing/2017/decorative" val="1"/>
              </a:ext>
            </a:extLst>
          </p:cNvPr>
          <p:cNvSpPr/>
          <p:nvPr userDrawn="1"/>
        </p:nvSpPr>
        <p:spPr>
          <a:xfrm rot="5400000">
            <a:off x="-235040" y="235039"/>
            <a:ext cx="6858000" cy="6387921"/>
          </a:xfrm>
          <a:prstGeom prst="rect">
            <a:avLst/>
          </a:prstGeom>
          <a:gradFill>
            <a:gsLst>
              <a:gs pos="0">
                <a:srgbClr val="000000">
                  <a:alpha val="0"/>
                </a:srgbClr>
              </a:gs>
              <a:gs pos="100000">
                <a:srgbClr val="000000">
                  <a:alpha val="58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9" name="Rectángulo 8">
            <a:extLst>
              <a:ext uri="{FF2B5EF4-FFF2-40B4-BE49-F238E27FC236}">
                <a16:creationId xmlns:a16="http://schemas.microsoft.com/office/drawing/2014/main" id="{2B662294-75FD-D5A3-D433-0C0329830065}"/>
              </a:ext>
              <a:ext uri="{C183D7F6-B498-43B3-948B-1728B52AA6E4}">
                <adec:decorative xmlns:adec="http://schemas.microsoft.com/office/drawing/2017/decorative" val="1"/>
              </a:ext>
            </a:extLst>
          </p:cNvPr>
          <p:cNvSpPr/>
          <p:nvPr/>
        </p:nvSpPr>
        <p:spPr>
          <a:xfrm rot="5400000">
            <a:off x="-235040" y="235039"/>
            <a:ext cx="6858000" cy="6387921"/>
          </a:xfrm>
          <a:prstGeom prst="rect">
            <a:avLst/>
          </a:prstGeom>
          <a:gradFill>
            <a:gsLst>
              <a:gs pos="0">
                <a:srgbClr val="000000">
                  <a:alpha val="0"/>
                </a:srgbClr>
              </a:gs>
              <a:gs pos="100000">
                <a:srgbClr val="000000">
                  <a:alpha val="58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4" name="Marcador de fecha 3">
            <a:extLst>
              <a:ext uri="{FF2B5EF4-FFF2-40B4-BE49-F238E27FC236}">
                <a16:creationId xmlns:a16="http://schemas.microsoft.com/office/drawing/2014/main" id="{7FB5CB5F-AE9B-4C02-B16F-C462CAFC1963}"/>
              </a:ext>
            </a:extLst>
          </p:cNvPr>
          <p:cNvSpPr>
            <a:spLocks noGrp="1"/>
          </p:cNvSpPr>
          <p:nvPr>
            <p:ph type="dt" sz="half" idx="10"/>
          </p:nvPr>
        </p:nvSpPr>
        <p:spPr/>
        <p:txBody>
          <a:bodyPr rtlCol="0"/>
          <a:lstStyle>
            <a:lvl1pPr>
              <a:defRPr>
                <a:solidFill>
                  <a:schemeClr val="bg1"/>
                </a:solidFill>
              </a:defRPr>
            </a:lvl1pPr>
          </a:lstStyle>
          <a:p>
            <a:pPr rtl="0"/>
            <a:fld id="{09E58DE0-2D5A-4C5D-BB9F-60B17AEDD2D8}" type="datetimeFigureOut">
              <a:rPr lang="en-US" smtClean="0"/>
              <a:pPr rtl="0"/>
              <a:t>7/8/2026</a:t>
            </a:fld>
            <a:endParaRPr lang="en-US"/>
          </a:p>
        </p:txBody>
      </p:sp>
      <p:sp>
        <p:nvSpPr>
          <p:cNvPr id="5" name="Marcador de pie de página 4">
            <a:extLst>
              <a:ext uri="{FF2B5EF4-FFF2-40B4-BE49-F238E27FC236}">
                <a16:creationId xmlns:a16="http://schemas.microsoft.com/office/drawing/2014/main" id="{4114B1CC-830B-4695-B174-D9E9100A86F7}"/>
              </a:ext>
            </a:extLst>
          </p:cNvPr>
          <p:cNvSpPr>
            <a:spLocks noGrp="1"/>
          </p:cNvSpPr>
          <p:nvPr>
            <p:ph type="ftr" sz="quarter" idx="11"/>
          </p:nvPr>
        </p:nvSpPr>
        <p:spPr/>
        <p:txBody>
          <a:bodyPr rtlCol="0"/>
          <a:lstStyle>
            <a:lvl1pPr>
              <a:defRPr>
                <a:solidFill>
                  <a:schemeClr val="bg1"/>
                </a:solidFill>
              </a:defRPr>
            </a:lvl1pPr>
          </a:lstStyle>
          <a:p>
            <a:pPr rtl="0"/>
            <a:endParaRPr lang="en-US"/>
          </a:p>
        </p:txBody>
      </p:sp>
      <p:sp>
        <p:nvSpPr>
          <p:cNvPr id="6" name="Marcador de número de diapositiva 5">
            <a:extLst>
              <a:ext uri="{FF2B5EF4-FFF2-40B4-BE49-F238E27FC236}">
                <a16:creationId xmlns:a16="http://schemas.microsoft.com/office/drawing/2014/main" id="{03DCD43F-E516-4123-A6D8-DB72C3CC50B2}"/>
              </a:ext>
            </a:extLst>
          </p:cNvPr>
          <p:cNvSpPr>
            <a:spLocks noGrp="1"/>
          </p:cNvSpPr>
          <p:nvPr>
            <p:ph type="sldNum" sz="quarter" idx="12"/>
          </p:nvPr>
        </p:nvSpPr>
        <p:spPr/>
        <p:txBody>
          <a:bodyPr rtlCol="0"/>
          <a:lstStyle>
            <a:lvl1pPr>
              <a:defRPr>
                <a:solidFill>
                  <a:schemeClr val="bg1"/>
                </a:solidFill>
              </a:defRPr>
            </a:lvl1pPr>
          </a:lstStyle>
          <a:p>
            <a:pPr rtl="0"/>
            <a:fld id="{B37E107C-2248-4498-B52C-AA96C672919A}" type="slidenum">
              <a:rPr lang="en-US" smtClean="0"/>
              <a:pPr rtl="0"/>
              <a:t>‹Nº›</a:t>
            </a:fld>
            <a:endParaRPr lang="en-US"/>
          </a:p>
        </p:txBody>
      </p:sp>
      <p:sp>
        <p:nvSpPr>
          <p:cNvPr id="3" name="Subtítulo 2">
            <a:extLst>
              <a:ext uri="{FF2B5EF4-FFF2-40B4-BE49-F238E27FC236}">
                <a16:creationId xmlns:a16="http://schemas.microsoft.com/office/drawing/2014/main" id="{E7A4A1F1-374F-4FC8-89F7-83065EA4F5DD}"/>
              </a:ext>
            </a:extLst>
          </p:cNvPr>
          <p:cNvSpPr>
            <a:spLocks noGrp="1"/>
          </p:cNvSpPr>
          <p:nvPr>
            <p:ph type="subTitle" idx="1"/>
          </p:nvPr>
        </p:nvSpPr>
        <p:spPr>
          <a:xfrm>
            <a:off x="647700" y="5075227"/>
            <a:ext cx="6864724" cy="868374"/>
          </a:xfrm>
        </p:spPr>
        <p:txBody>
          <a:bodyPr rtlCol="0">
            <a:normAutofit/>
          </a:bodyPr>
          <a:lstStyle>
            <a:lvl1pPr marL="0" indent="0" algn="l">
              <a:lnSpc>
                <a:spcPct val="110000"/>
              </a:lnSpc>
              <a:buNone/>
              <a:defRPr lang="en-US" sz="2000" kern="1200" dirty="0">
                <a:solidFill>
                  <a:srgbClr val="FFFFFF"/>
                </a:solidFill>
                <a:effectLst>
                  <a:outerShdw blurRad="38100" dist="38100" dir="2700000" algn="tl">
                    <a:srgbClr val="000000">
                      <a:alpha val="43137"/>
                    </a:srgbClr>
                  </a:outerShdw>
                </a:effectLst>
                <a:latin typeface="+mn-lt"/>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s"/>
              <a:t>Haga clic para editar el estilo de subtítulo del patrón</a:t>
            </a:r>
          </a:p>
        </p:txBody>
      </p:sp>
      <p:sp>
        <p:nvSpPr>
          <p:cNvPr id="2" name="Título 1">
            <a:extLst>
              <a:ext uri="{FF2B5EF4-FFF2-40B4-BE49-F238E27FC236}">
                <a16:creationId xmlns:a16="http://schemas.microsoft.com/office/drawing/2014/main" id="{2B80C4F9-5EE7-47B7-B965-368EB53A4352}"/>
              </a:ext>
            </a:extLst>
          </p:cNvPr>
          <p:cNvSpPr>
            <a:spLocks noGrp="1"/>
          </p:cNvSpPr>
          <p:nvPr>
            <p:ph type="ctrTitle"/>
          </p:nvPr>
        </p:nvSpPr>
        <p:spPr>
          <a:xfrm>
            <a:off x="647700" y="1181099"/>
            <a:ext cx="6864724" cy="3581399"/>
          </a:xfrm>
        </p:spPr>
        <p:txBody>
          <a:bodyPr rtlCol="0" anchor="b">
            <a:normAutofit/>
          </a:bodyPr>
          <a:lstStyle>
            <a:lvl1pPr algn="l">
              <a:defRPr sz="4800">
                <a:solidFill>
                  <a:schemeClr val="bg1"/>
                </a:solidFill>
                <a:highlight>
                  <a:srgbClr val="000000"/>
                </a:highlight>
              </a:defRPr>
            </a:lvl1pPr>
          </a:lstStyle>
          <a:p>
            <a:pPr rtl="0"/>
            <a:r>
              <a:rPr lang="es"/>
              <a:t>Haga clic para modificar el estilo de título del patrón</a:t>
            </a:r>
            <a:endParaRPr lang="en-US"/>
          </a:p>
        </p:txBody>
      </p:sp>
    </p:spTree>
    <p:extLst>
      <p:ext uri="{BB962C8B-B14F-4D97-AF65-F5344CB8AC3E}">
        <p14:creationId xmlns:p14="http://schemas.microsoft.com/office/powerpoint/2010/main" val="420571095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Diseño de foto y título 2">
    <p:spTree>
      <p:nvGrpSpPr>
        <p:cNvPr id="1" name=""/>
        <p:cNvGrpSpPr/>
        <p:nvPr/>
      </p:nvGrpSpPr>
      <p:grpSpPr>
        <a:xfrm>
          <a:off x="0" y="0"/>
          <a:ext cx="0" cy="0"/>
          <a:chOff x="0" y="0"/>
          <a:chExt cx="0" cy="0"/>
        </a:xfrm>
      </p:grpSpPr>
      <p:sp>
        <p:nvSpPr>
          <p:cNvPr id="11" name="Marcador de posición de imagen 7">
            <a:extLst>
              <a:ext uri="{FF2B5EF4-FFF2-40B4-BE49-F238E27FC236}">
                <a16:creationId xmlns:a16="http://schemas.microsoft.com/office/drawing/2014/main" id="{306AF329-20F3-F154-AD51-E99080E2F13A}"/>
              </a:ext>
            </a:extLst>
          </p:cNvPr>
          <p:cNvSpPr>
            <a:spLocks noGrp="1"/>
          </p:cNvSpPr>
          <p:nvPr>
            <p:ph type="pic" sz="quarter" idx="14"/>
          </p:nvPr>
        </p:nvSpPr>
        <p:spPr>
          <a:xfrm>
            <a:off x="8187882" y="0"/>
            <a:ext cx="4004118" cy="6858000"/>
          </a:xfrm>
          <a:blipFill>
            <a:blip r:embed="rId2">
              <a:alphaModFix amt="70000"/>
              <a:extLst>
                <a:ext uri="{28A0092B-C50C-407E-A947-70E740481C1C}">
                  <a14:useLocalDpi xmlns:a14="http://schemas.microsoft.com/office/drawing/2010/main" val="0"/>
                </a:ext>
              </a:extLst>
            </a:blip>
            <a:stretch>
              <a:fillRect/>
            </a:stretch>
          </a:blipFill>
        </p:spPr>
        <p:txBody>
          <a:bodyPr vert="horz" lIns="91440" tIns="0" rIns="0" bIns="0" rtlCol="0">
            <a:noAutofit/>
          </a:bodyPr>
          <a:lstStyle>
            <a:lvl1pPr>
              <a:defRPr lang="en-US" sz="2400" b="0" i="0"/>
            </a:lvl1pPr>
          </a:lstStyle>
          <a:p>
            <a:pPr marL="0" lvl="0" indent="0" rtl="0">
              <a:lnSpc>
                <a:spcPct val="150000"/>
              </a:lnSpc>
              <a:buFontTx/>
              <a:buNone/>
            </a:pPr>
            <a:r>
              <a:rPr lang="es"/>
              <a:t>Haga clic en el icono para agregar una imagen</a:t>
            </a:r>
          </a:p>
        </p:txBody>
      </p:sp>
      <p:sp>
        <p:nvSpPr>
          <p:cNvPr id="8" name="Marcador de posición de imagen 7">
            <a:extLst>
              <a:ext uri="{FF2B5EF4-FFF2-40B4-BE49-F238E27FC236}">
                <a16:creationId xmlns:a16="http://schemas.microsoft.com/office/drawing/2014/main" id="{B17532AB-308D-E1FD-4B70-2832C11407EC}"/>
              </a:ext>
            </a:extLst>
          </p:cNvPr>
          <p:cNvSpPr>
            <a:spLocks noGrp="1"/>
          </p:cNvSpPr>
          <p:nvPr>
            <p:ph type="pic" sz="quarter" idx="13"/>
          </p:nvPr>
        </p:nvSpPr>
        <p:spPr>
          <a:xfrm>
            <a:off x="1" y="0"/>
            <a:ext cx="8153399" cy="6858000"/>
          </a:xfrm>
          <a:blipFill>
            <a:blip r:embed="rId3">
              <a:alphaModFix amt="70000"/>
              <a:extLst>
                <a:ext uri="{28A0092B-C50C-407E-A947-70E740481C1C}">
                  <a14:useLocalDpi xmlns:a14="http://schemas.microsoft.com/office/drawing/2010/main" val="0"/>
                </a:ext>
              </a:extLst>
            </a:blip>
            <a:stretch>
              <a:fillRect/>
            </a:stretch>
          </a:blipFill>
        </p:spPr>
        <p:txBody>
          <a:bodyPr vert="horz" lIns="91440" tIns="0" rIns="0" bIns="0" rtlCol="0">
            <a:noAutofit/>
          </a:bodyPr>
          <a:lstStyle>
            <a:lvl1pPr>
              <a:defRPr lang="en-US" sz="2400" b="0" i="0"/>
            </a:lvl1pPr>
          </a:lstStyle>
          <a:p>
            <a:pPr marL="0" lvl="0" indent="0" rtl="0">
              <a:lnSpc>
                <a:spcPct val="150000"/>
              </a:lnSpc>
              <a:buFontTx/>
              <a:buNone/>
            </a:pPr>
            <a:r>
              <a:rPr lang="es"/>
              <a:t>Haga clic en el icono para agregar una imagen</a:t>
            </a:r>
          </a:p>
        </p:txBody>
      </p:sp>
      <p:sp>
        <p:nvSpPr>
          <p:cNvPr id="7" name="Rectángulo 6">
            <a:extLst>
              <a:ext uri="{FF2B5EF4-FFF2-40B4-BE49-F238E27FC236}">
                <a16:creationId xmlns:a16="http://schemas.microsoft.com/office/drawing/2014/main" id="{0D373364-D664-37CA-391B-CC3537BE16B8}"/>
              </a:ext>
              <a:ext uri="{C183D7F6-B498-43B3-948B-1728B52AA6E4}">
                <adec:decorative xmlns:adec="http://schemas.microsoft.com/office/drawing/2017/decorative" val="1"/>
              </a:ext>
            </a:extLst>
          </p:cNvPr>
          <p:cNvSpPr/>
          <p:nvPr userDrawn="1"/>
        </p:nvSpPr>
        <p:spPr>
          <a:xfrm rot="5400000">
            <a:off x="-235040" y="235039"/>
            <a:ext cx="6858000" cy="6387921"/>
          </a:xfrm>
          <a:prstGeom prst="rect">
            <a:avLst/>
          </a:prstGeom>
          <a:gradFill>
            <a:gsLst>
              <a:gs pos="0">
                <a:srgbClr val="000000">
                  <a:alpha val="0"/>
                </a:srgbClr>
              </a:gs>
              <a:gs pos="100000">
                <a:srgbClr val="000000">
                  <a:alpha val="58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9" name="Rectángulo 8">
            <a:extLst>
              <a:ext uri="{FF2B5EF4-FFF2-40B4-BE49-F238E27FC236}">
                <a16:creationId xmlns:a16="http://schemas.microsoft.com/office/drawing/2014/main" id="{2B662294-75FD-D5A3-D433-0C0329830065}"/>
              </a:ext>
              <a:ext uri="{C183D7F6-B498-43B3-948B-1728B52AA6E4}">
                <adec:decorative xmlns:adec="http://schemas.microsoft.com/office/drawing/2017/decorative" val="1"/>
              </a:ext>
            </a:extLst>
          </p:cNvPr>
          <p:cNvSpPr/>
          <p:nvPr/>
        </p:nvSpPr>
        <p:spPr>
          <a:xfrm rot="5400000">
            <a:off x="-235040" y="235039"/>
            <a:ext cx="6858000" cy="6387921"/>
          </a:xfrm>
          <a:prstGeom prst="rect">
            <a:avLst/>
          </a:prstGeom>
          <a:gradFill>
            <a:gsLst>
              <a:gs pos="0">
                <a:srgbClr val="000000">
                  <a:alpha val="0"/>
                </a:srgbClr>
              </a:gs>
              <a:gs pos="100000">
                <a:srgbClr val="000000">
                  <a:alpha val="58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4" name="Marcador de fecha 3">
            <a:extLst>
              <a:ext uri="{FF2B5EF4-FFF2-40B4-BE49-F238E27FC236}">
                <a16:creationId xmlns:a16="http://schemas.microsoft.com/office/drawing/2014/main" id="{7FB5CB5F-AE9B-4C02-B16F-C462CAFC1963}"/>
              </a:ext>
            </a:extLst>
          </p:cNvPr>
          <p:cNvSpPr>
            <a:spLocks noGrp="1"/>
          </p:cNvSpPr>
          <p:nvPr>
            <p:ph type="dt" sz="half" idx="10"/>
          </p:nvPr>
        </p:nvSpPr>
        <p:spPr/>
        <p:txBody>
          <a:bodyPr rtlCol="0"/>
          <a:lstStyle>
            <a:lvl1pPr>
              <a:defRPr>
                <a:solidFill>
                  <a:schemeClr val="bg1"/>
                </a:solidFill>
              </a:defRPr>
            </a:lvl1pPr>
          </a:lstStyle>
          <a:p>
            <a:pPr rtl="0"/>
            <a:fld id="{09E58DE0-2D5A-4C5D-BB9F-60B17AEDD2D8}" type="datetimeFigureOut">
              <a:rPr lang="en-US" smtClean="0"/>
              <a:pPr rtl="0"/>
              <a:t>7/8/2026</a:t>
            </a:fld>
            <a:endParaRPr lang="en-US"/>
          </a:p>
        </p:txBody>
      </p:sp>
      <p:sp>
        <p:nvSpPr>
          <p:cNvPr id="5" name="Marcador de pie de página 4">
            <a:extLst>
              <a:ext uri="{FF2B5EF4-FFF2-40B4-BE49-F238E27FC236}">
                <a16:creationId xmlns:a16="http://schemas.microsoft.com/office/drawing/2014/main" id="{4114B1CC-830B-4695-B174-D9E9100A86F7}"/>
              </a:ext>
            </a:extLst>
          </p:cNvPr>
          <p:cNvSpPr>
            <a:spLocks noGrp="1"/>
          </p:cNvSpPr>
          <p:nvPr>
            <p:ph type="ftr" sz="quarter" idx="11"/>
          </p:nvPr>
        </p:nvSpPr>
        <p:spPr/>
        <p:txBody>
          <a:bodyPr rtlCol="0"/>
          <a:lstStyle>
            <a:lvl1pPr>
              <a:defRPr>
                <a:solidFill>
                  <a:schemeClr val="bg1"/>
                </a:solidFill>
              </a:defRPr>
            </a:lvl1pPr>
          </a:lstStyle>
          <a:p>
            <a:pPr rtl="0"/>
            <a:endParaRPr lang="en-US"/>
          </a:p>
        </p:txBody>
      </p:sp>
      <p:sp>
        <p:nvSpPr>
          <p:cNvPr id="6" name="Marcador de número de diapositiva 5">
            <a:extLst>
              <a:ext uri="{FF2B5EF4-FFF2-40B4-BE49-F238E27FC236}">
                <a16:creationId xmlns:a16="http://schemas.microsoft.com/office/drawing/2014/main" id="{03DCD43F-E516-4123-A6D8-DB72C3CC50B2}"/>
              </a:ext>
            </a:extLst>
          </p:cNvPr>
          <p:cNvSpPr>
            <a:spLocks noGrp="1"/>
          </p:cNvSpPr>
          <p:nvPr>
            <p:ph type="sldNum" sz="quarter" idx="12"/>
          </p:nvPr>
        </p:nvSpPr>
        <p:spPr/>
        <p:txBody>
          <a:bodyPr rtlCol="0"/>
          <a:lstStyle>
            <a:lvl1pPr>
              <a:defRPr>
                <a:solidFill>
                  <a:schemeClr val="bg1"/>
                </a:solidFill>
              </a:defRPr>
            </a:lvl1pPr>
          </a:lstStyle>
          <a:p>
            <a:pPr rtl="0"/>
            <a:fld id="{B37E107C-2248-4498-B52C-AA96C672919A}" type="slidenum">
              <a:rPr lang="en-US" smtClean="0"/>
              <a:pPr rtl="0"/>
              <a:t>‹Nº›</a:t>
            </a:fld>
            <a:endParaRPr lang="en-US"/>
          </a:p>
        </p:txBody>
      </p:sp>
      <p:sp>
        <p:nvSpPr>
          <p:cNvPr id="3" name="Subtítulo 2">
            <a:extLst>
              <a:ext uri="{FF2B5EF4-FFF2-40B4-BE49-F238E27FC236}">
                <a16:creationId xmlns:a16="http://schemas.microsoft.com/office/drawing/2014/main" id="{E7A4A1F1-374F-4FC8-89F7-83065EA4F5DD}"/>
              </a:ext>
            </a:extLst>
          </p:cNvPr>
          <p:cNvSpPr>
            <a:spLocks noGrp="1"/>
          </p:cNvSpPr>
          <p:nvPr>
            <p:ph type="subTitle" idx="1"/>
          </p:nvPr>
        </p:nvSpPr>
        <p:spPr>
          <a:xfrm>
            <a:off x="647700" y="5075227"/>
            <a:ext cx="5448300" cy="868374"/>
          </a:xfrm>
        </p:spPr>
        <p:txBody>
          <a:bodyPr rtlCol="0">
            <a:normAutofit/>
          </a:bodyPr>
          <a:lstStyle>
            <a:lvl1pPr marL="0" indent="0" algn="l">
              <a:lnSpc>
                <a:spcPct val="110000"/>
              </a:lnSpc>
              <a:buNone/>
              <a:defRPr lang="en-US" sz="2000" kern="1200" dirty="0">
                <a:solidFill>
                  <a:srgbClr val="FFFFFF"/>
                </a:solidFill>
                <a:effectLst>
                  <a:outerShdw blurRad="38100" dist="38100" dir="2700000" algn="tl">
                    <a:srgbClr val="000000">
                      <a:alpha val="43137"/>
                    </a:srgbClr>
                  </a:outerShdw>
                </a:effectLst>
                <a:latin typeface="+mn-lt"/>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s"/>
              <a:t>Haga clic para editar el estilo de subtítulo del patrón</a:t>
            </a:r>
          </a:p>
        </p:txBody>
      </p:sp>
      <p:sp>
        <p:nvSpPr>
          <p:cNvPr id="2" name="Título 1">
            <a:extLst>
              <a:ext uri="{FF2B5EF4-FFF2-40B4-BE49-F238E27FC236}">
                <a16:creationId xmlns:a16="http://schemas.microsoft.com/office/drawing/2014/main" id="{2B80C4F9-5EE7-47B7-B965-368EB53A4352}"/>
              </a:ext>
            </a:extLst>
          </p:cNvPr>
          <p:cNvSpPr>
            <a:spLocks noGrp="1"/>
          </p:cNvSpPr>
          <p:nvPr>
            <p:ph type="ctrTitle"/>
          </p:nvPr>
        </p:nvSpPr>
        <p:spPr>
          <a:xfrm>
            <a:off x="647700" y="1181099"/>
            <a:ext cx="5448300" cy="3581399"/>
          </a:xfrm>
        </p:spPr>
        <p:txBody>
          <a:bodyPr rtlCol="0" anchor="b">
            <a:normAutofit/>
          </a:bodyPr>
          <a:lstStyle>
            <a:lvl1pPr algn="l">
              <a:defRPr sz="4000">
                <a:solidFill>
                  <a:schemeClr val="bg1"/>
                </a:solidFill>
                <a:highlight>
                  <a:srgbClr val="000000"/>
                </a:highlight>
              </a:defRPr>
            </a:lvl1pPr>
          </a:lstStyle>
          <a:p>
            <a:pPr rtl="0"/>
            <a:r>
              <a:rPr lang="es"/>
              <a:t>Haga clic para modificar el estilo de título del patrón</a:t>
            </a:r>
            <a:endParaRPr lang="en-US"/>
          </a:p>
        </p:txBody>
      </p:sp>
    </p:spTree>
    <p:extLst>
      <p:ext uri="{BB962C8B-B14F-4D97-AF65-F5344CB8AC3E}">
        <p14:creationId xmlns:p14="http://schemas.microsoft.com/office/powerpoint/2010/main" val="33922207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Diseño de foto y título 3">
    <p:spTree>
      <p:nvGrpSpPr>
        <p:cNvPr id="1" name=""/>
        <p:cNvGrpSpPr/>
        <p:nvPr/>
      </p:nvGrpSpPr>
      <p:grpSpPr>
        <a:xfrm>
          <a:off x="0" y="0"/>
          <a:ext cx="0" cy="0"/>
          <a:chOff x="0" y="0"/>
          <a:chExt cx="0" cy="0"/>
        </a:xfrm>
      </p:grpSpPr>
      <p:sp>
        <p:nvSpPr>
          <p:cNvPr id="8" name="Marcador de posición de imagen 7">
            <a:extLst>
              <a:ext uri="{FF2B5EF4-FFF2-40B4-BE49-F238E27FC236}">
                <a16:creationId xmlns:a16="http://schemas.microsoft.com/office/drawing/2014/main" id="{B17532AB-308D-E1FD-4B70-2832C11407EC}"/>
              </a:ext>
            </a:extLst>
          </p:cNvPr>
          <p:cNvSpPr>
            <a:spLocks noGrp="1"/>
          </p:cNvSpPr>
          <p:nvPr>
            <p:ph type="pic" sz="quarter" idx="13"/>
          </p:nvPr>
        </p:nvSpPr>
        <p:spPr>
          <a:xfrm>
            <a:off x="0" y="0"/>
            <a:ext cx="12192000" cy="6858000"/>
          </a:xfrm>
          <a:blipFill dpi="0" rotWithShape="1">
            <a:blip r:embed="rId2">
              <a:alphaModFix amt="70000"/>
              <a:extLst>
                <a:ext uri="{28A0092B-C50C-407E-A947-70E740481C1C}">
                  <a14:useLocalDpi xmlns:a14="http://schemas.microsoft.com/office/drawing/2010/main" val="0"/>
                </a:ext>
              </a:extLst>
            </a:blip>
            <a:srcRect/>
            <a:stretch>
              <a:fillRect/>
            </a:stretch>
          </a:blipFill>
        </p:spPr>
        <p:txBody>
          <a:bodyPr vert="horz" lIns="91440" tIns="45720" rIns="91440" bIns="45720" rtlCol="0">
            <a:normAutofit/>
          </a:bodyPr>
          <a:lstStyle>
            <a:lvl1pPr>
              <a:defRPr lang="en-US"/>
            </a:lvl1pPr>
          </a:lstStyle>
          <a:p>
            <a:pPr lvl="0" rtl="0"/>
            <a:r>
              <a:rPr lang="es"/>
              <a:t>Haga clic en el icono para agregar una imagen</a:t>
            </a:r>
          </a:p>
        </p:txBody>
      </p:sp>
      <p:sp>
        <p:nvSpPr>
          <p:cNvPr id="7" name="Rectángulo 6">
            <a:extLst>
              <a:ext uri="{FF2B5EF4-FFF2-40B4-BE49-F238E27FC236}">
                <a16:creationId xmlns:a16="http://schemas.microsoft.com/office/drawing/2014/main" id="{F9E26463-E3A6-7144-0DAB-3809F3BD980A}"/>
              </a:ext>
              <a:ext uri="{C183D7F6-B498-43B3-948B-1728B52AA6E4}">
                <adec:decorative xmlns:adec="http://schemas.microsoft.com/office/drawing/2017/decorative" val="1"/>
              </a:ext>
            </a:extLst>
          </p:cNvPr>
          <p:cNvSpPr/>
          <p:nvPr userDrawn="1"/>
        </p:nvSpPr>
        <p:spPr>
          <a:xfrm rot="16200000" flipH="1">
            <a:off x="5034605" y="-299394"/>
            <a:ext cx="6858000" cy="7456788"/>
          </a:xfrm>
          <a:prstGeom prst="rect">
            <a:avLst/>
          </a:prstGeom>
          <a:gradFill>
            <a:gsLst>
              <a:gs pos="0">
                <a:srgbClr val="000000">
                  <a:alpha val="0"/>
                </a:srgbClr>
              </a:gs>
              <a:gs pos="89000">
                <a:srgbClr val="000000">
                  <a:alpha val="58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0" name="Rectángulo 9">
            <a:extLst>
              <a:ext uri="{FF2B5EF4-FFF2-40B4-BE49-F238E27FC236}">
                <a16:creationId xmlns:a16="http://schemas.microsoft.com/office/drawing/2014/main" id="{7BDD031D-23CD-AB8E-F4DE-F2A0A754E837}"/>
              </a:ext>
              <a:ext uri="{C183D7F6-B498-43B3-948B-1728B52AA6E4}">
                <adec:decorative xmlns:adec="http://schemas.microsoft.com/office/drawing/2017/decorative" val="1"/>
              </a:ext>
            </a:extLst>
          </p:cNvPr>
          <p:cNvSpPr/>
          <p:nvPr/>
        </p:nvSpPr>
        <p:spPr>
          <a:xfrm rot="16200000" flipH="1">
            <a:off x="5034605" y="-299394"/>
            <a:ext cx="6858000" cy="7456788"/>
          </a:xfrm>
          <a:prstGeom prst="rect">
            <a:avLst/>
          </a:prstGeom>
          <a:gradFill>
            <a:gsLst>
              <a:gs pos="0">
                <a:srgbClr val="000000">
                  <a:alpha val="0"/>
                </a:srgbClr>
              </a:gs>
              <a:gs pos="89000">
                <a:srgbClr val="000000">
                  <a:alpha val="58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4" name="Marcador de fecha 3">
            <a:extLst>
              <a:ext uri="{FF2B5EF4-FFF2-40B4-BE49-F238E27FC236}">
                <a16:creationId xmlns:a16="http://schemas.microsoft.com/office/drawing/2014/main" id="{7FB5CB5F-AE9B-4C02-B16F-C462CAFC1963}"/>
              </a:ext>
            </a:extLst>
          </p:cNvPr>
          <p:cNvSpPr>
            <a:spLocks noGrp="1"/>
          </p:cNvSpPr>
          <p:nvPr>
            <p:ph type="dt" sz="half" idx="10"/>
          </p:nvPr>
        </p:nvSpPr>
        <p:spPr/>
        <p:txBody>
          <a:bodyPr rtlCol="0"/>
          <a:lstStyle>
            <a:lvl1pPr>
              <a:defRPr>
                <a:solidFill>
                  <a:schemeClr val="bg1"/>
                </a:solidFill>
              </a:defRPr>
            </a:lvl1pPr>
          </a:lstStyle>
          <a:p>
            <a:pPr rtl="0"/>
            <a:fld id="{09E58DE0-2D5A-4C5D-BB9F-60B17AEDD2D8}" type="datetimeFigureOut">
              <a:rPr lang="en-US" smtClean="0"/>
              <a:pPr rtl="0"/>
              <a:t>7/8/2026</a:t>
            </a:fld>
            <a:endParaRPr lang="en-US"/>
          </a:p>
        </p:txBody>
      </p:sp>
      <p:sp>
        <p:nvSpPr>
          <p:cNvPr id="5" name="Marcador de pie de página 4">
            <a:extLst>
              <a:ext uri="{FF2B5EF4-FFF2-40B4-BE49-F238E27FC236}">
                <a16:creationId xmlns:a16="http://schemas.microsoft.com/office/drawing/2014/main" id="{4114B1CC-830B-4695-B174-D9E9100A86F7}"/>
              </a:ext>
            </a:extLst>
          </p:cNvPr>
          <p:cNvSpPr>
            <a:spLocks noGrp="1"/>
          </p:cNvSpPr>
          <p:nvPr>
            <p:ph type="ftr" sz="quarter" idx="11"/>
          </p:nvPr>
        </p:nvSpPr>
        <p:spPr/>
        <p:txBody>
          <a:bodyPr rtlCol="0"/>
          <a:lstStyle>
            <a:lvl1pPr>
              <a:defRPr>
                <a:solidFill>
                  <a:schemeClr val="bg1"/>
                </a:solidFill>
              </a:defRPr>
            </a:lvl1pPr>
          </a:lstStyle>
          <a:p>
            <a:pPr rtl="0"/>
            <a:endParaRPr lang="en-US"/>
          </a:p>
        </p:txBody>
      </p:sp>
      <p:sp>
        <p:nvSpPr>
          <p:cNvPr id="6" name="Marcador de número de diapositiva 5">
            <a:extLst>
              <a:ext uri="{FF2B5EF4-FFF2-40B4-BE49-F238E27FC236}">
                <a16:creationId xmlns:a16="http://schemas.microsoft.com/office/drawing/2014/main" id="{03DCD43F-E516-4123-A6D8-DB72C3CC50B2}"/>
              </a:ext>
            </a:extLst>
          </p:cNvPr>
          <p:cNvSpPr>
            <a:spLocks noGrp="1"/>
          </p:cNvSpPr>
          <p:nvPr>
            <p:ph type="sldNum" sz="quarter" idx="12"/>
          </p:nvPr>
        </p:nvSpPr>
        <p:spPr/>
        <p:txBody>
          <a:bodyPr rtlCol="0"/>
          <a:lstStyle>
            <a:lvl1pPr>
              <a:defRPr>
                <a:solidFill>
                  <a:schemeClr val="bg1"/>
                </a:solidFill>
              </a:defRPr>
            </a:lvl1pPr>
          </a:lstStyle>
          <a:p>
            <a:pPr rtl="0"/>
            <a:fld id="{B37E107C-2248-4498-B52C-AA96C672919A}" type="slidenum">
              <a:rPr lang="en-US" smtClean="0"/>
              <a:pPr rtl="0"/>
              <a:t>‹Nº›</a:t>
            </a:fld>
            <a:endParaRPr lang="en-US"/>
          </a:p>
        </p:txBody>
      </p:sp>
      <p:sp>
        <p:nvSpPr>
          <p:cNvPr id="3" name="Subtítulo 2">
            <a:extLst>
              <a:ext uri="{FF2B5EF4-FFF2-40B4-BE49-F238E27FC236}">
                <a16:creationId xmlns:a16="http://schemas.microsoft.com/office/drawing/2014/main" id="{E7A4A1F1-374F-4FC8-89F7-83065EA4F5DD}"/>
              </a:ext>
            </a:extLst>
          </p:cNvPr>
          <p:cNvSpPr>
            <a:spLocks noGrp="1"/>
          </p:cNvSpPr>
          <p:nvPr>
            <p:ph type="subTitle" idx="1"/>
          </p:nvPr>
        </p:nvSpPr>
        <p:spPr>
          <a:xfrm>
            <a:off x="647700" y="5075227"/>
            <a:ext cx="10896600" cy="906472"/>
          </a:xfrm>
        </p:spPr>
        <p:txBody>
          <a:bodyPr rtlCol="0">
            <a:normAutofit/>
          </a:bodyPr>
          <a:lstStyle>
            <a:lvl1pPr marL="0" indent="0" algn="r">
              <a:lnSpc>
                <a:spcPct val="110000"/>
              </a:lnSpc>
              <a:buNone/>
              <a:defRPr lang="en-US" sz="2000" kern="1200" dirty="0">
                <a:solidFill>
                  <a:srgbClr val="FFFFFF"/>
                </a:solidFill>
                <a:effectLst>
                  <a:outerShdw blurRad="38100" dist="38100" dir="2700000" algn="tl">
                    <a:srgbClr val="000000">
                      <a:alpha val="43137"/>
                    </a:srgbClr>
                  </a:outerShdw>
                </a:effectLst>
                <a:latin typeface="+mn-lt"/>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s"/>
              <a:t>Haga clic para editar el estilo de subtítulo del patrón</a:t>
            </a:r>
          </a:p>
        </p:txBody>
      </p:sp>
      <p:sp>
        <p:nvSpPr>
          <p:cNvPr id="2" name="Título 1">
            <a:extLst>
              <a:ext uri="{FF2B5EF4-FFF2-40B4-BE49-F238E27FC236}">
                <a16:creationId xmlns:a16="http://schemas.microsoft.com/office/drawing/2014/main" id="{2B80C4F9-5EE7-47B7-B965-368EB53A4352}"/>
              </a:ext>
            </a:extLst>
          </p:cNvPr>
          <p:cNvSpPr>
            <a:spLocks noGrp="1"/>
          </p:cNvSpPr>
          <p:nvPr>
            <p:ph type="ctrTitle"/>
          </p:nvPr>
        </p:nvSpPr>
        <p:spPr>
          <a:xfrm>
            <a:off x="7249886" y="914399"/>
            <a:ext cx="4294414" cy="3848100"/>
          </a:xfrm>
        </p:spPr>
        <p:txBody>
          <a:bodyPr rtlCol="0" anchor="t">
            <a:normAutofit/>
          </a:bodyPr>
          <a:lstStyle>
            <a:lvl1pPr algn="r">
              <a:defRPr sz="4000">
                <a:solidFill>
                  <a:schemeClr val="bg1"/>
                </a:solidFill>
                <a:highlight>
                  <a:srgbClr val="000000"/>
                </a:highlight>
              </a:defRPr>
            </a:lvl1pPr>
          </a:lstStyle>
          <a:p>
            <a:pPr rtl="0"/>
            <a:r>
              <a:rPr lang="es"/>
              <a:t>Haga clic para modificar el estilo de título del patrón</a:t>
            </a:r>
            <a:endParaRPr lang="en-US"/>
          </a:p>
        </p:txBody>
      </p:sp>
    </p:spTree>
    <p:extLst>
      <p:ext uri="{BB962C8B-B14F-4D97-AF65-F5344CB8AC3E}">
        <p14:creationId xmlns:p14="http://schemas.microsoft.com/office/powerpoint/2010/main" val="165797580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Diseño de foto y título 4">
    <p:spTree>
      <p:nvGrpSpPr>
        <p:cNvPr id="1" name=""/>
        <p:cNvGrpSpPr/>
        <p:nvPr/>
      </p:nvGrpSpPr>
      <p:grpSpPr>
        <a:xfrm>
          <a:off x="0" y="0"/>
          <a:ext cx="0" cy="0"/>
          <a:chOff x="0" y="0"/>
          <a:chExt cx="0" cy="0"/>
        </a:xfrm>
      </p:grpSpPr>
      <p:sp>
        <p:nvSpPr>
          <p:cNvPr id="8" name="Marcador de posición de imagen 7">
            <a:extLst>
              <a:ext uri="{FF2B5EF4-FFF2-40B4-BE49-F238E27FC236}">
                <a16:creationId xmlns:a16="http://schemas.microsoft.com/office/drawing/2014/main" id="{B17532AB-308D-E1FD-4B70-2832C11407EC}"/>
              </a:ext>
            </a:extLst>
          </p:cNvPr>
          <p:cNvSpPr>
            <a:spLocks noGrp="1"/>
          </p:cNvSpPr>
          <p:nvPr>
            <p:ph type="pic" sz="quarter" idx="13"/>
          </p:nvPr>
        </p:nvSpPr>
        <p:spPr>
          <a:xfrm>
            <a:off x="1" y="0"/>
            <a:ext cx="12192000" cy="6858000"/>
          </a:xfrm>
          <a:blipFill dpi="0" rotWithShape="1">
            <a:blip r:embed="rId2">
              <a:alphaModFix amt="70000"/>
              <a:extLst>
                <a:ext uri="{28A0092B-C50C-407E-A947-70E740481C1C}">
                  <a14:useLocalDpi xmlns:a14="http://schemas.microsoft.com/office/drawing/2010/main" val="0"/>
                </a:ext>
              </a:extLst>
            </a:blip>
            <a:srcRect/>
            <a:stretch>
              <a:fillRect/>
            </a:stretch>
          </a:blipFill>
        </p:spPr>
        <p:txBody>
          <a:bodyPr vert="horz" lIns="91440" tIns="45720" rIns="91440" bIns="45720" rtlCol="0">
            <a:normAutofit/>
          </a:bodyPr>
          <a:lstStyle>
            <a:lvl1pPr>
              <a:defRPr lang="en-US"/>
            </a:lvl1pPr>
          </a:lstStyle>
          <a:p>
            <a:pPr lvl="0" rtl="0"/>
            <a:r>
              <a:rPr lang="es"/>
              <a:t>Haga clic en el icono para agregar una imagen</a:t>
            </a:r>
          </a:p>
        </p:txBody>
      </p:sp>
      <p:sp>
        <p:nvSpPr>
          <p:cNvPr id="7" name="Rectángulo 6">
            <a:extLst>
              <a:ext uri="{FF2B5EF4-FFF2-40B4-BE49-F238E27FC236}">
                <a16:creationId xmlns:a16="http://schemas.microsoft.com/office/drawing/2014/main" id="{EFFAF045-F012-E336-2D91-EF967058BABB}"/>
              </a:ext>
              <a:ext uri="{C183D7F6-B498-43B3-948B-1728B52AA6E4}">
                <adec:decorative xmlns:adec="http://schemas.microsoft.com/office/drawing/2017/decorative" val="1"/>
              </a:ext>
            </a:extLst>
          </p:cNvPr>
          <p:cNvSpPr/>
          <p:nvPr userDrawn="1"/>
        </p:nvSpPr>
        <p:spPr>
          <a:xfrm rot="5400000">
            <a:off x="-235040" y="235039"/>
            <a:ext cx="6858000" cy="6387921"/>
          </a:xfrm>
          <a:prstGeom prst="rect">
            <a:avLst/>
          </a:prstGeom>
          <a:gradFill>
            <a:gsLst>
              <a:gs pos="0">
                <a:srgbClr val="000000">
                  <a:alpha val="0"/>
                </a:srgbClr>
              </a:gs>
              <a:gs pos="100000">
                <a:srgbClr val="000000">
                  <a:alpha val="58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9" name="Rectángulo 8">
            <a:extLst>
              <a:ext uri="{FF2B5EF4-FFF2-40B4-BE49-F238E27FC236}">
                <a16:creationId xmlns:a16="http://schemas.microsoft.com/office/drawing/2014/main" id="{2B662294-75FD-D5A3-D433-0C0329830065}"/>
              </a:ext>
              <a:ext uri="{C183D7F6-B498-43B3-948B-1728B52AA6E4}">
                <adec:decorative xmlns:adec="http://schemas.microsoft.com/office/drawing/2017/decorative" val="1"/>
              </a:ext>
            </a:extLst>
          </p:cNvPr>
          <p:cNvSpPr/>
          <p:nvPr/>
        </p:nvSpPr>
        <p:spPr>
          <a:xfrm rot="5400000">
            <a:off x="-235040" y="235039"/>
            <a:ext cx="6858000" cy="6387921"/>
          </a:xfrm>
          <a:prstGeom prst="rect">
            <a:avLst/>
          </a:prstGeom>
          <a:gradFill>
            <a:gsLst>
              <a:gs pos="0">
                <a:srgbClr val="000000">
                  <a:alpha val="0"/>
                </a:srgbClr>
              </a:gs>
              <a:gs pos="100000">
                <a:srgbClr val="000000">
                  <a:alpha val="58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4" name="Marcador de fecha 3">
            <a:extLst>
              <a:ext uri="{FF2B5EF4-FFF2-40B4-BE49-F238E27FC236}">
                <a16:creationId xmlns:a16="http://schemas.microsoft.com/office/drawing/2014/main" id="{7FB5CB5F-AE9B-4C02-B16F-C462CAFC1963}"/>
              </a:ext>
            </a:extLst>
          </p:cNvPr>
          <p:cNvSpPr>
            <a:spLocks noGrp="1"/>
          </p:cNvSpPr>
          <p:nvPr>
            <p:ph type="dt" sz="half" idx="10"/>
          </p:nvPr>
        </p:nvSpPr>
        <p:spPr/>
        <p:txBody>
          <a:bodyPr rtlCol="0"/>
          <a:lstStyle>
            <a:lvl1pPr>
              <a:defRPr>
                <a:solidFill>
                  <a:schemeClr val="bg1"/>
                </a:solidFill>
              </a:defRPr>
            </a:lvl1pPr>
          </a:lstStyle>
          <a:p>
            <a:pPr rtl="0"/>
            <a:fld id="{09E58DE0-2D5A-4C5D-BB9F-60B17AEDD2D8}" type="datetimeFigureOut">
              <a:rPr lang="en-US" smtClean="0"/>
              <a:pPr rtl="0"/>
              <a:t>7/8/2026</a:t>
            </a:fld>
            <a:endParaRPr lang="en-US"/>
          </a:p>
        </p:txBody>
      </p:sp>
      <p:sp>
        <p:nvSpPr>
          <p:cNvPr id="5" name="Marcador de pie de página 4">
            <a:extLst>
              <a:ext uri="{FF2B5EF4-FFF2-40B4-BE49-F238E27FC236}">
                <a16:creationId xmlns:a16="http://schemas.microsoft.com/office/drawing/2014/main" id="{4114B1CC-830B-4695-B174-D9E9100A86F7}"/>
              </a:ext>
            </a:extLst>
          </p:cNvPr>
          <p:cNvSpPr>
            <a:spLocks noGrp="1"/>
          </p:cNvSpPr>
          <p:nvPr>
            <p:ph type="ftr" sz="quarter" idx="11"/>
          </p:nvPr>
        </p:nvSpPr>
        <p:spPr/>
        <p:txBody>
          <a:bodyPr rtlCol="0"/>
          <a:lstStyle>
            <a:lvl1pPr>
              <a:defRPr>
                <a:solidFill>
                  <a:schemeClr val="bg1"/>
                </a:solidFill>
              </a:defRPr>
            </a:lvl1pPr>
          </a:lstStyle>
          <a:p>
            <a:pPr rtl="0"/>
            <a:endParaRPr lang="en-US"/>
          </a:p>
        </p:txBody>
      </p:sp>
      <p:sp>
        <p:nvSpPr>
          <p:cNvPr id="6" name="Marcador de número de diapositiva 5">
            <a:extLst>
              <a:ext uri="{FF2B5EF4-FFF2-40B4-BE49-F238E27FC236}">
                <a16:creationId xmlns:a16="http://schemas.microsoft.com/office/drawing/2014/main" id="{03DCD43F-E516-4123-A6D8-DB72C3CC50B2}"/>
              </a:ext>
            </a:extLst>
          </p:cNvPr>
          <p:cNvSpPr>
            <a:spLocks noGrp="1"/>
          </p:cNvSpPr>
          <p:nvPr>
            <p:ph type="sldNum" sz="quarter" idx="12"/>
          </p:nvPr>
        </p:nvSpPr>
        <p:spPr/>
        <p:txBody>
          <a:bodyPr rtlCol="0"/>
          <a:lstStyle>
            <a:lvl1pPr>
              <a:defRPr>
                <a:solidFill>
                  <a:schemeClr val="bg1"/>
                </a:solidFill>
              </a:defRPr>
            </a:lvl1pPr>
          </a:lstStyle>
          <a:p>
            <a:pPr rtl="0"/>
            <a:fld id="{B37E107C-2248-4498-B52C-AA96C672919A}" type="slidenum">
              <a:rPr lang="en-US" smtClean="0"/>
              <a:pPr rtl="0"/>
              <a:t>‹Nº›</a:t>
            </a:fld>
            <a:endParaRPr lang="en-US"/>
          </a:p>
        </p:txBody>
      </p:sp>
      <p:sp>
        <p:nvSpPr>
          <p:cNvPr id="3" name="Subtítulo 2">
            <a:extLst>
              <a:ext uri="{FF2B5EF4-FFF2-40B4-BE49-F238E27FC236}">
                <a16:creationId xmlns:a16="http://schemas.microsoft.com/office/drawing/2014/main" id="{E7A4A1F1-374F-4FC8-89F7-83065EA4F5DD}"/>
              </a:ext>
            </a:extLst>
          </p:cNvPr>
          <p:cNvSpPr>
            <a:spLocks noGrp="1"/>
          </p:cNvSpPr>
          <p:nvPr>
            <p:ph type="subTitle" idx="1"/>
          </p:nvPr>
        </p:nvSpPr>
        <p:spPr>
          <a:xfrm>
            <a:off x="647700" y="485771"/>
            <a:ext cx="7233806" cy="571501"/>
          </a:xfrm>
        </p:spPr>
        <p:txBody>
          <a:bodyPr rtlCol="0">
            <a:normAutofit/>
          </a:bodyPr>
          <a:lstStyle>
            <a:lvl1pPr marL="0" indent="0" algn="l">
              <a:lnSpc>
                <a:spcPct val="110000"/>
              </a:lnSpc>
              <a:buNone/>
              <a:defRPr lang="en-US" sz="2000" kern="1200" dirty="0">
                <a:solidFill>
                  <a:srgbClr val="FFFFFF"/>
                </a:solidFill>
                <a:effectLst>
                  <a:outerShdw blurRad="38100" dist="38100" dir="2700000" algn="tl">
                    <a:srgbClr val="000000">
                      <a:alpha val="43137"/>
                    </a:srgbClr>
                  </a:outerShdw>
                </a:effectLst>
                <a:latin typeface="+mn-lt"/>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s"/>
              <a:t>Haga clic para editar el estilo de subtítulo del patrón</a:t>
            </a:r>
          </a:p>
        </p:txBody>
      </p:sp>
      <p:sp>
        <p:nvSpPr>
          <p:cNvPr id="2" name="Título 1">
            <a:extLst>
              <a:ext uri="{FF2B5EF4-FFF2-40B4-BE49-F238E27FC236}">
                <a16:creationId xmlns:a16="http://schemas.microsoft.com/office/drawing/2014/main" id="{2B80C4F9-5EE7-47B7-B965-368EB53A4352}"/>
              </a:ext>
            </a:extLst>
          </p:cNvPr>
          <p:cNvSpPr>
            <a:spLocks noGrp="1"/>
          </p:cNvSpPr>
          <p:nvPr>
            <p:ph type="ctrTitle"/>
          </p:nvPr>
        </p:nvSpPr>
        <p:spPr>
          <a:xfrm>
            <a:off x="647700" y="1181100"/>
            <a:ext cx="5448299" cy="2620192"/>
          </a:xfrm>
        </p:spPr>
        <p:txBody>
          <a:bodyPr rtlCol="0" anchor="t">
            <a:normAutofit/>
          </a:bodyPr>
          <a:lstStyle>
            <a:lvl1pPr algn="l">
              <a:defRPr sz="4000">
                <a:solidFill>
                  <a:schemeClr val="bg1"/>
                </a:solidFill>
                <a:highlight>
                  <a:srgbClr val="000000"/>
                </a:highlight>
              </a:defRPr>
            </a:lvl1pPr>
          </a:lstStyle>
          <a:p>
            <a:pPr rtl="0"/>
            <a:r>
              <a:rPr lang="es"/>
              <a:t>Haga clic para modificar el estilo de título del patrón</a:t>
            </a:r>
            <a:endParaRPr lang="en-US"/>
          </a:p>
        </p:txBody>
      </p:sp>
    </p:spTree>
    <p:extLst>
      <p:ext uri="{BB962C8B-B14F-4D97-AF65-F5344CB8AC3E}">
        <p14:creationId xmlns:p14="http://schemas.microsoft.com/office/powerpoint/2010/main" val="323791901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Diseño de dos fotos">
    <p:spTree>
      <p:nvGrpSpPr>
        <p:cNvPr id="1" name=""/>
        <p:cNvGrpSpPr/>
        <p:nvPr/>
      </p:nvGrpSpPr>
      <p:grpSpPr>
        <a:xfrm>
          <a:off x="0" y="0"/>
          <a:ext cx="0" cy="0"/>
          <a:chOff x="0" y="0"/>
          <a:chExt cx="0" cy="0"/>
        </a:xfrm>
      </p:grpSpPr>
      <p:sp>
        <p:nvSpPr>
          <p:cNvPr id="13" name="Marcador de posición de imagen 11">
            <a:extLst>
              <a:ext uri="{FF2B5EF4-FFF2-40B4-BE49-F238E27FC236}">
                <a16:creationId xmlns:a16="http://schemas.microsoft.com/office/drawing/2014/main" id="{9311866F-BD47-9E17-9B22-D9F491F1E3F7}"/>
              </a:ext>
            </a:extLst>
          </p:cNvPr>
          <p:cNvSpPr>
            <a:spLocks noGrp="1"/>
          </p:cNvSpPr>
          <p:nvPr>
            <p:ph type="pic" sz="quarter" idx="14"/>
          </p:nvPr>
        </p:nvSpPr>
        <p:spPr>
          <a:xfrm>
            <a:off x="-9693" y="919163"/>
            <a:ext cx="2030627" cy="3848100"/>
          </a:xfrm>
          <a:blipFill>
            <a:blip r:embed="rId2">
              <a:alphaModFix amt="70000"/>
              <a:extLst>
                <a:ext uri="{28A0092B-C50C-407E-A947-70E740481C1C}">
                  <a14:useLocalDpi xmlns:a14="http://schemas.microsoft.com/office/drawing/2010/main" val="0"/>
                </a:ext>
              </a:extLst>
            </a:blip>
            <a:stretch>
              <a:fillRect/>
            </a:stretch>
          </a:blipFill>
        </p:spPr>
        <p:txBody>
          <a:bodyPr vert="horz" lIns="91440" tIns="0" rIns="0" bIns="0" rtlCol="0">
            <a:noAutofit/>
          </a:bodyPr>
          <a:lstStyle>
            <a:lvl1pPr>
              <a:defRPr lang="en-US" sz="2400" b="0" i="0"/>
            </a:lvl1pPr>
          </a:lstStyle>
          <a:p>
            <a:pPr marL="0" lvl="0" indent="0" rtl="0">
              <a:lnSpc>
                <a:spcPct val="150000"/>
              </a:lnSpc>
              <a:buFontTx/>
              <a:buNone/>
            </a:pPr>
            <a:r>
              <a:rPr lang="es"/>
              <a:t>Haga clic en el icono para agregar una imagen</a:t>
            </a:r>
          </a:p>
        </p:txBody>
      </p:sp>
      <p:sp>
        <p:nvSpPr>
          <p:cNvPr id="12" name="Marcador de posición de imagen 11">
            <a:extLst>
              <a:ext uri="{FF2B5EF4-FFF2-40B4-BE49-F238E27FC236}">
                <a16:creationId xmlns:a16="http://schemas.microsoft.com/office/drawing/2014/main" id="{8CBFB767-CAF2-628B-7675-91B983B225CB}"/>
              </a:ext>
            </a:extLst>
          </p:cNvPr>
          <p:cNvSpPr>
            <a:spLocks noGrp="1"/>
          </p:cNvSpPr>
          <p:nvPr>
            <p:ph type="pic" sz="quarter" idx="13"/>
          </p:nvPr>
        </p:nvSpPr>
        <p:spPr>
          <a:xfrm>
            <a:off x="2065639" y="914401"/>
            <a:ext cx="4030361" cy="3848100"/>
          </a:xfrm>
          <a:blipFill>
            <a:blip r:embed="rId3">
              <a:alphaModFix amt="70000"/>
              <a:extLst>
                <a:ext uri="{28A0092B-C50C-407E-A947-70E740481C1C}">
                  <a14:useLocalDpi xmlns:a14="http://schemas.microsoft.com/office/drawing/2010/main" val="0"/>
                </a:ext>
              </a:extLst>
            </a:blip>
            <a:stretch>
              <a:fillRect/>
            </a:stretch>
          </a:blipFill>
        </p:spPr>
        <p:txBody>
          <a:bodyPr vert="horz" lIns="91440" tIns="0" rIns="0" bIns="0" rtlCol="0">
            <a:noAutofit/>
          </a:bodyPr>
          <a:lstStyle>
            <a:lvl1pPr>
              <a:defRPr lang="en-US" sz="2400" b="0" i="0"/>
            </a:lvl1pPr>
          </a:lstStyle>
          <a:p>
            <a:pPr marL="0" lvl="0" indent="0" rtl="0">
              <a:lnSpc>
                <a:spcPct val="150000"/>
              </a:lnSpc>
              <a:buFontTx/>
              <a:buNone/>
            </a:pPr>
            <a:r>
              <a:rPr lang="es"/>
              <a:t>Haga clic en el icono para agregar una imagen</a:t>
            </a:r>
          </a:p>
        </p:txBody>
      </p:sp>
      <p:sp>
        <p:nvSpPr>
          <p:cNvPr id="4" name="Marcador de fecha 3">
            <a:extLst>
              <a:ext uri="{FF2B5EF4-FFF2-40B4-BE49-F238E27FC236}">
                <a16:creationId xmlns:a16="http://schemas.microsoft.com/office/drawing/2014/main" id="{7727357F-46A1-493A-A5E4-1D7FAE5B9960}"/>
              </a:ext>
            </a:extLst>
          </p:cNvPr>
          <p:cNvSpPr>
            <a:spLocks noGrp="1"/>
          </p:cNvSpPr>
          <p:nvPr>
            <p:ph type="dt" sz="half" idx="10"/>
          </p:nvPr>
        </p:nvSpPr>
        <p:spPr/>
        <p:txBody>
          <a:bodyPr rtlCol="0"/>
          <a:lstStyle/>
          <a:p>
            <a:pPr rtl="0"/>
            <a:fld id="{09E58DE0-2D5A-4C5D-BB9F-60B17AEDD2D8}" type="datetimeFigureOut">
              <a:rPr lang="en-US" smtClean="0"/>
              <a:t>7/8/2026</a:t>
            </a:fld>
            <a:endParaRPr lang="en-US"/>
          </a:p>
        </p:txBody>
      </p:sp>
      <p:sp>
        <p:nvSpPr>
          <p:cNvPr id="5" name="Marcador de pie de página 4">
            <a:extLst>
              <a:ext uri="{FF2B5EF4-FFF2-40B4-BE49-F238E27FC236}">
                <a16:creationId xmlns:a16="http://schemas.microsoft.com/office/drawing/2014/main" id="{C57277BC-26F9-4B14-A2DC-C7575C5A6393}"/>
              </a:ext>
            </a:extLst>
          </p:cNvPr>
          <p:cNvSpPr>
            <a:spLocks noGrp="1"/>
          </p:cNvSpPr>
          <p:nvPr>
            <p:ph type="ftr" sz="quarter" idx="11"/>
          </p:nvPr>
        </p:nvSpPr>
        <p:spPr/>
        <p:txBody>
          <a:bodyPr rtlCol="0"/>
          <a:lstStyle/>
          <a:p>
            <a:pPr rtl="0"/>
            <a:endParaRPr lang="en-US"/>
          </a:p>
        </p:txBody>
      </p:sp>
      <p:sp>
        <p:nvSpPr>
          <p:cNvPr id="6" name="Marcador de número de diapositiva 5">
            <a:extLst>
              <a:ext uri="{FF2B5EF4-FFF2-40B4-BE49-F238E27FC236}">
                <a16:creationId xmlns:a16="http://schemas.microsoft.com/office/drawing/2014/main" id="{107BC3FF-EE25-45FB-A7A8-AAA522F70748}"/>
              </a:ext>
            </a:extLst>
          </p:cNvPr>
          <p:cNvSpPr>
            <a:spLocks noGrp="1"/>
          </p:cNvSpPr>
          <p:nvPr>
            <p:ph type="sldNum" sz="quarter" idx="12"/>
          </p:nvPr>
        </p:nvSpPr>
        <p:spPr/>
        <p:txBody>
          <a:bodyPr rtlCol="0"/>
          <a:lstStyle/>
          <a:p>
            <a:pPr rtl="0"/>
            <a:fld id="{B37E107C-2248-4498-B52C-AA96C672919A}" type="slidenum">
              <a:rPr lang="en-US" smtClean="0"/>
              <a:t>‹Nº›</a:t>
            </a:fld>
            <a:endParaRPr lang="en-US"/>
          </a:p>
        </p:txBody>
      </p:sp>
      <p:sp>
        <p:nvSpPr>
          <p:cNvPr id="3" name="Marcador de contenido 2">
            <a:extLst>
              <a:ext uri="{FF2B5EF4-FFF2-40B4-BE49-F238E27FC236}">
                <a16:creationId xmlns:a16="http://schemas.microsoft.com/office/drawing/2014/main" id="{88C81FA8-039D-4BAF-8AAB-7B6616AFEEC6}"/>
              </a:ext>
            </a:extLst>
          </p:cNvPr>
          <p:cNvSpPr>
            <a:spLocks noGrp="1"/>
          </p:cNvSpPr>
          <p:nvPr>
            <p:ph idx="1"/>
          </p:nvPr>
        </p:nvSpPr>
        <p:spPr>
          <a:xfrm>
            <a:off x="7119641" y="2861187"/>
            <a:ext cx="4146585" cy="3349114"/>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2" name="Título 1">
            <a:extLst>
              <a:ext uri="{FF2B5EF4-FFF2-40B4-BE49-F238E27FC236}">
                <a16:creationId xmlns:a16="http://schemas.microsoft.com/office/drawing/2014/main" id="{9B0FF197-4D72-4945-8068-57D52018E6C9}"/>
              </a:ext>
            </a:extLst>
          </p:cNvPr>
          <p:cNvSpPr>
            <a:spLocks noGrp="1"/>
          </p:cNvSpPr>
          <p:nvPr>
            <p:ph type="title"/>
          </p:nvPr>
        </p:nvSpPr>
        <p:spPr>
          <a:xfrm>
            <a:off x="5433934" y="1158241"/>
            <a:ext cx="6105693" cy="1203958"/>
          </a:xfrm>
        </p:spPr>
        <p:txBody>
          <a:bodyPr rtlCol="0" anchor="b">
            <a:noAutofit/>
          </a:bodyPr>
          <a:lstStyle>
            <a:lvl1pPr>
              <a:defRPr sz="4000">
                <a:solidFill>
                  <a:schemeClr val="bg1"/>
                </a:solidFill>
                <a:highlight>
                  <a:srgbClr val="000000"/>
                </a:highlight>
              </a:defRPr>
            </a:lvl1pPr>
          </a:lstStyle>
          <a:p>
            <a:pPr rtl="0"/>
            <a:r>
              <a:rPr lang="es"/>
              <a:t>Haga clic para modificar el estilo de título del patrón</a:t>
            </a:r>
            <a:endParaRPr lang="en-US"/>
          </a:p>
        </p:txBody>
      </p:sp>
    </p:spTree>
    <p:extLst>
      <p:ext uri="{BB962C8B-B14F-4D97-AF65-F5344CB8AC3E}">
        <p14:creationId xmlns:p14="http://schemas.microsoft.com/office/powerpoint/2010/main" val="353805858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Diseño de dos fotos 3">
    <p:spTree>
      <p:nvGrpSpPr>
        <p:cNvPr id="1" name=""/>
        <p:cNvGrpSpPr/>
        <p:nvPr/>
      </p:nvGrpSpPr>
      <p:grpSpPr>
        <a:xfrm>
          <a:off x="0" y="0"/>
          <a:ext cx="0" cy="0"/>
          <a:chOff x="0" y="0"/>
          <a:chExt cx="0" cy="0"/>
        </a:xfrm>
      </p:grpSpPr>
      <p:sp>
        <p:nvSpPr>
          <p:cNvPr id="14" name="Marcador de posición de imagen 13">
            <a:extLst>
              <a:ext uri="{FF2B5EF4-FFF2-40B4-BE49-F238E27FC236}">
                <a16:creationId xmlns:a16="http://schemas.microsoft.com/office/drawing/2014/main" id="{C862F182-2E5E-6FE9-60FC-DE6FE1129C8D}"/>
              </a:ext>
            </a:extLst>
          </p:cNvPr>
          <p:cNvSpPr>
            <a:spLocks noGrp="1"/>
          </p:cNvSpPr>
          <p:nvPr>
            <p:ph type="pic" sz="quarter" idx="13"/>
          </p:nvPr>
        </p:nvSpPr>
        <p:spPr>
          <a:xfrm>
            <a:off x="0" y="914400"/>
            <a:ext cx="2457450" cy="2312988"/>
          </a:xfrm>
          <a:blipFill>
            <a:blip r:embed="rId2">
              <a:alphaModFix amt="70000"/>
              <a:extLst>
                <a:ext uri="{28A0092B-C50C-407E-A947-70E740481C1C}">
                  <a14:useLocalDpi xmlns:a14="http://schemas.microsoft.com/office/drawing/2010/main" val="0"/>
                </a:ext>
              </a:extLst>
            </a:blip>
            <a:stretch>
              <a:fillRect/>
            </a:stretch>
          </a:blipFill>
        </p:spPr>
        <p:txBody>
          <a:bodyPr vert="horz" lIns="91440" tIns="0" rIns="0" bIns="0" rtlCol="0">
            <a:noAutofit/>
          </a:bodyPr>
          <a:lstStyle>
            <a:lvl1pPr>
              <a:defRPr lang="en-US" sz="2400" b="0" i="0"/>
            </a:lvl1pPr>
          </a:lstStyle>
          <a:p>
            <a:pPr marL="0" lvl="0" indent="0" rtl="0">
              <a:lnSpc>
                <a:spcPct val="150000"/>
              </a:lnSpc>
              <a:buFontTx/>
              <a:buNone/>
            </a:pPr>
            <a:r>
              <a:rPr lang="es"/>
              <a:t>Haga clic en el icono para agregar una imagen</a:t>
            </a:r>
          </a:p>
        </p:txBody>
      </p:sp>
      <p:sp>
        <p:nvSpPr>
          <p:cNvPr id="15" name="Marcador de posición de imagen 13">
            <a:extLst>
              <a:ext uri="{FF2B5EF4-FFF2-40B4-BE49-F238E27FC236}">
                <a16:creationId xmlns:a16="http://schemas.microsoft.com/office/drawing/2014/main" id="{7A4CD5C1-08C3-FFD4-3750-5118BD595B58}"/>
              </a:ext>
            </a:extLst>
          </p:cNvPr>
          <p:cNvSpPr>
            <a:spLocks noGrp="1"/>
          </p:cNvSpPr>
          <p:nvPr>
            <p:ph type="pic" sz="quarter" idx="14"/>
          </p:nvPr>
        </p:nvSpPr>
        <p:spPr>
          <a:xfrm>
            <a:off x="2493378" y="914400"/>
            <a:ext cx="2431912" cy="2312988"/>
          </a:xfrm>
          <a:blipFill>
            <a:blip r:embed="rId2">
              <a:alphaModFix amt="70000"/>
              <a:extLst>
                <a:ext uri="{28A0092B-C50C-407E-A947-70E740481C1C}">
                  <a14:useLocalDpi xmlns:a14="http://schemas.microsoft.com/office/drawing/2010/main" val="0"/>
                </a:ext>
              </a:extLst>
            </a:blip>
            <a:stretch>
              <a:fillRect/>
            </a:stretch>
          </a:blipFill>
        </p:spPr>
        <p:txBody>
          <a:bodyPr vert="horz" lIns="91440" tIns="0" rIns="0" bIns="0" rtlCol="0">
            <a:noAutofit/>
          </a:bodyPr>
          <a:lstStyle>
            <a:lvl1pPr>
              <a:defRPr lang="en-US" sz="2400" b="0" i="0"/>
            </a:lvl1pPr>
          </a:lstStyle>
          <a:p>
            <a:pPr marL="0" lvl="0" indent="0" rtl="0">
              <a:lnSpc>
                <a:spcPct val="150000"/>
              </a:lnSpc>
              <a:buFontTx/>
              <a:buNone/>
            </a:pPr>
            <a:r>
              <a:rPr lang="es"/>
              <a:t>Haga clic en el icono para agregar una imagen</a:t>
            </a:r>
          </a:p>
        </p:txBody>
      </p:sp>
      <p:sp>
        <p:nvSpPr>
          <p:cNvPr id="4" name="Marcador de fecha 3">
            <a:extLst>
              <a:ext uri="{FF2B5EF4-FFF2-40B4-BE49-F238E27FC236}">
                <a16:creationId xmlns:a16="http://schemas.microsoft.com/office/drawing/2014/main" id="{7727357F-46A1-493A-A5E4-1D7FAE5B9960}"/>
              </a:ext>
            </a:extLst>
          </p:cNvPr>
          <p:cNvSpPr>
            <a:spLocks noGrp="1"/>
          </p:cNvSpPr>
          <p:nvPr>
            <p:ph type="dt" sz="half" idx="10"/>
          </p:nvPr>
        </p:nvSpPr>
        <p:spPr/>
        <p:txBody>
          <a:bodyPr rtlCol="0"/>
          <a:lstStyle/>
          <a:p>
            <a:pPr rtl="0"/>
            <a:fld id="{09E58DE0-2D5A-4C5D-BB9F-60B17AEDD2D8}" type="datetimeFigureOut">
              <a:rPr lang="en-US" smtClean="0"/>
              <a:t>7/8/2026</a:t>
            </a:fld>
            <a:endParaRPr lang="en-US"/>
          </a:p>
        </p:txBody>
      </p:sp>
      <p:sp>
        <p:nvSpPr>
          <p:cNvPr id="5" name="Marcador de pie de página 4">
            <a:extLst>
              <a:ext uri="{FF2B5EF4-FFF2-40B4-BE49-F238E27FC236}">
                <a16:creationId xmlns:a16="http://schemas.microsoft.com/office/drawing/2014/main" id="{C57277BC-26F9-4B14-A2DC-C7575C5A6393}"/>
              </a:ext>
            </a:extLst>
          </p:cNvPr>
          <p:cNvSpPr>
            <a:spLocks noGrp="1"/>
          </p:cNvSpPr>
          <p:nvPr>
            <p:ph type="ftr" sz="quarter" idx="11"/>
          </p:nvPr>
        </p:nvSpPr>
        <p:spPr/>
        <p:txBody>
          <a:bodyPr rtlCol="0"/>
          <a:lstStyle/>
          <a:p>
            <a:pPr rtl="0"/>
            <a:endParaRPr lang="en-US"/>
          </a:p>
        </p:txBody>
      </p:sp>
      <p:sp>
        <p:nvSpPr>
          <p:cNvPr id="6" name="Marcador de número de diapositiva 5">
            <a:extLst>
              <a:ext uri="{FF2B5EF4-FFF2-40B4-BE49-F238E27FC236}">
                <a16:creationId xmlns:a16="http://schemas.microsoft.com/office/drawing/2014/main" id="{107BC3FF-EE25-45FB-A7A8-AAA522F70748}"/>
              </a:ext>
            </a:extLst>
          </p:cNvPr>
          <p:cNvSpPr>
            <a:spLocks noGrp="1"/>
          </p:cNvSpPr>
          <p:nvPr>
            <p:ph type="sldNum" sz="quarter" idx="12"/>
          </p:nvPr>
        </p:nvSpPr>
        <p:spPr/>
        <p:txBody>
          <a:bodyPr rtlCol="0"/>
          <a:lstStyle/>
          <a:p>
            <a:pPr rtl="0"/>
            <a:fld id="{B37E107C-2248-4498-B52C-AA96C672919A}" type="slidenum">
              <a:rPr lang="en-US" smtClean="0"/>
              <a:t>‹Nº›</a:t>
            </a:fld>
            <a:endParaRPr lang="en-US"/>
          </a:p>
        </p:txBody>
      </p:sp>
      <p:sp>
        <p:nvSpPr>
          <p:cNvPr id="3" name="Marcador de contenido 2">
            <a:extLst>
              <a:ext uri="{FF2B5EF4-FFF2-40B4-BE49-F238E27FC236}">
                <a16:creationId xmlns:a16="http://schemas.microsoft.com/office/drawing/2014/main" id="{88C81FA8-039D-4BAF-8AAB-7B6616AFEEC6}"/>
              </a:ext>
            </a:extLst>
          </p:cNvPr>
          <p:cNvSpPr>
            <a:spLocks noGrp="1"/>
          </p:cNvSpPr>
          <p:nvPr>
            <p:ph idx="1"/>
          </p:nvPr>
        </p:nvSpPr>
        <p:spPr>
          <a:xfrm>
            <a:off x="6095999" y="803563"/>
            <a:ext cx="5181601" cy="5406737"/>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2" name="Título 1">
            <a:extLst>
              <a:ext uri="{FF2B5EF4-FFF2-40B4-BE49-F238E27FC236}">
                <a16:creationId xmlns:a16="http://schemas.microsoft.com/office/drawing/2014/main" id="{9B0FF197-4D72-4945-8068-57D52018E6C9}"/>
              </a:ext>
            </a:extLst>
          </p:cNvPr>
          <p:cNvSpPr>
            <a:spLocks noGrp="1"/>
          </p:cNvSpPr>
          <p:nvPr>
            <p:ph type="title"/>
          </p:nvPr>
        </p:nvSpPr>
        <p:spPr>
          <a:xfrm>
            <a:off x="652372" y="2840182"/>
            <a:ext cx="4466884" cy="1773381"/>
          </a:xfrm>
        </p:spPr>
        <p:txBody>
          <a:bodyPr rtlCol="0">
            <a:noAutofit/>
          </a:bodyPr>
          <a:lstStyle>
            <a:lvl1pPr algn="r">
              <a:defRPr sz="4000">
                <a:solidFill>
                  <a:schemeClr val="bg1"/>
                </a:solidFill>
                <a:highlight>
                  <a:srgbClr val="000000"/>
                </a:highlight>
              </a:defRPr>
            </a:lvl1pPr>
          </a:lstStyle>
          <a:p>
            <a:pPr rtl="0"/>
            <a:r>
              <a:rPr lang="es"/>
              <a:t>Haga clic para modificar el estilo de título del patrón</a:t>
            </a:r>
            <a:endParaRPr lang="en-US"/>
          </a:p>
        </p:txBody>
      </p:sp>
    </p:spTree>
    <p:extLst>
      <p:ext uri="{BB962C8B-B14F-4D97-AF65-F5344CB8AC3E}">
        <p14:creationId xmlns:p14="http://schemas.microsoft.com/office/powerpoint/2010/main" val="941381403"/>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Diseño de dos fotos 2">
    <p:spTree>
      <p:nvGrpSpPr>
        <p:cNvPr id="1" name=""/>
        <p:cNvGrpSpPr/>
        <p:nvPr/>
      </p:nvGrpSpPr>
      <p:grpSpPr>
        <a:xfrm>
          <a:off x="0" y="0"/>
          <a:ext cx="0" cy="0"/>
          <a:chOff x="0" y="0"/>
          <a:chExt cx="0" cy="0"/>
        </a:xfrm>
      </p:grpSpPr>
      <p:sp>
        <p:nvSpPr>
          <p:cNvPr id="12" name="Marcador de posición de imagen 11">
            <a:extLst>
              <a:ext uri="{FF2B5EF4-FFF2-40B4-BE49-F238E27FC236}">
                <a16:creationId xmlns:a16="http://schemas.microsoft.com/office/drawing/2014/main" id="{8CBFB767-CAF2-628B-7675-91B983B225CB}"/>
              </a:ext>
            </a:extLst>
          </p:cNvPr>
          <p:cNvSpPr>
            <a:spLocks noGrp="1"/>
          </p:cNvSpPr>
          <p:nvPr>
            <p:ph type="pic" sz="quarter" idx="13"/>
          </p:nvPr>
        </p:nvSpPr>
        <p:spPr>
          <a:xfrm>
            <a:off x="1" y="-5027"/>
            <a:ext cx="6096000" cy="4733471"/>
          </a:xfrm>
          <a:blipFill>
            <a:blip r:embed="rId2">
              <a:alphaModFix amt="70000"/>
              <a:extLst>
                <a:ext uri="{28A0092B-C50C-407E-A947-70E740481C1C}">
                  <a14:useLocalDpi xmlns:a14="http://schemas.microsoft.com/office/drawing/2010/main" val="0"/>
                </a:ext>
              </a:extLst>
            </a:blip>
            <a:stretch>
              <a:fillRect/>
            </a:stretch>
          </a:blipFill>
        </p:spPr>
        <p:txBody>
          <a:bodyPr vert="horz" lIns="91440" tIns="0" rIns="0" bIns="0" rtlCol="0">
            <a:noAutofit/>
          </a:bodyPr>
          <a:lstStyle>
            <a:lvl1pPr>
              <a:defRPr lang="en-US" sz="2400" b="0" i="0"/>
            </a:lvl1pPr>
          </a:lstStyle>
          <a:p>
            <a:pPr marL="0" lvl="0" indent="0" rtl="0">
              <a:lnSpc>
                <a:spcPct val="150000"/>
              </a:lnSpc>
              <a:buFontTx/>
              <a:buNone/>
            </a:pPr>
            <a:r>
              <a:rPr lang="es"/>
              <a:t>Haga clic en el icono para agregar una imagen</a:t>
            </a:r>
          </a:p>
        </p:txBody>
      </p:sp>
      <p:sp>
        <p:nvSpPr>
          <p:cNvPr id="13" name="Marcador de posición de imagen 11">
            <a:extLst>
              <a:ext uri="{FF2B5EF4-FFF2-40B4-BE49-F238E27FC236}">
                <a16:creationId xmlns:a16="http://schemas.microsoft.com/office/drawing/2014/main" id="{9311866F-BD47-9E17-9B22-D9F491F1E3F7}"/>
              </a:ext>
            </a:extLst>
          </p:cNvPr>
          <p:cNvSpPr>
            <a:spLocks noGrp="1"/>
          </p:cNvSpPr>
          <p:nvPr>
            <p:ph type="pic" sz="quarter" idx="14"/>
          </p:nvPr>
        </p:nvSpPr>
        <p:spPr>
          <a:xfrm>
            <a:off x="-9693" y="4797346"/>
            <a:ext cx="6105693" cy="2060653"/>
          </a:xfrm>
          <a:blipFill dpi="0" rotWithShape="1">
            <a:blip r:embed="rId3">
              <a:alphaModFix amt="70000"/>
              <a:extLst>
                <a:ext uri="{28A0092B-C50C-407E-A947-70E740481C1C}">
                  <a14:useLocalDpi xmlns:a14="http://schemas.microsoft.com/office/drawing/2010/main" val="0"/>
                </a:ext>
              </a:extLst>
            </a:blip>
            <a:srcRect/>
            <a:stretch>
              <a:fillRect/>
            </a:stretch>
          </a:blipFill>
        </p:spPr>
        <p:txBody>
          <a:bodyPr rtlCol="0"/>
          <a:lstStyle/>
          <a:p>
            <a:pPr rtl="0"/>
            <a:r>
              <a:rPr lang="es"/>
              <a:t>Haga clic en el icono para agregar una imagen</a:t>
            </a:r>
          </a:p>
        </p:txBody>
      </p:sp>
      <p:sp>
        <p:nvSpPr>
          <p:cNvPr id="4" name="Marcador de fecha 3">
            <a:extLst>
              <a:ext uri="{FF2B5EF4-FFF2-40B4-BE49-F238E27FC236}">
                <a16:creationId xmlns:a16="http://schemas.microsoft.com/office/drawing/2014/main" id="{7727357F-46A1-493A-A5E4-1D7FAE5B9960}"/>
              </a:ext>
            </a:extLst>
          </p:cNvPr>
          <p:cNvSpPr>
            <a:spLocks noGrp="1"/>
          </p:cNvSpPr>
          <p:nvPr>
            <p:ph type="dt" sz="half" idx="10"/>
          </p:nvPr>
        </p:nvSpPr>
        <p:spPr/>
        <p:txBody>
          <a:bodyPr rtlCol="0"/>
          <a:lstStyle/>
          <a:p>
            <a:pPr rtl="0"/>
            <a:fld id="{09E58DE0-2D5A-4C5D-BB9F-60B17AEDD2D8}" type="datetimeFigureOut">
              <a:rPr lang="en-US" smtClean="0"/>
              <a:t>7/8/2026</a:t>
            </a:fld>
            <a:endParaRPr lang="en-US"/>
          </a:p>
        </p:txBody>
      </p:sp>
      <p:sp>
        <p:nvSpPr>
          <p:cNvPr id="5" name="Marcador de pie de página 4">
            <a:extLst>
              <a:ext uri="{FF2B5EF4-FFF2-40B4-BE49-F238E27FC236}">
                <a16:creationId xmlns:a16="http://schemas.microsoft.com/office/drawing/2014/main" id="{C57277BC-26F9-4B14-A2DC-C7575C5A6393}"/>
              </a:ext>
            </a:extLst>
          </p:cNvPr>
          <p:cNvSpPr>
            <a:spLocks noGrp="1"/>
          </p:cNvSpPr>
          <p:nvPr>
            <p:ph type="ftr" sz="quarter" idx="11"/>
          </p:nvPr>
        </p:nvSpPr>
        <p:spPr/>
        <p:txBody>
          <a:bodyPr rtlCol="0"/>
          <a:lstStyle/>
          <a:p>
            <a:pPr rtl="0"/>
            <a:endParaRPr lang="en-US"/>
          </a:p>
        </p:txBody>
      </p:sp>
      <p:sp>
        <p:nvSpPr>
          <p:cNvPr id="6" name="Marcador de número de diapositiva 5">
            <a:extLst>
              <a:ext uri="{FF2B5EF4-FFF2-40B4-BE49-F238E27FC236}">
                <a16:creationId xmlns:a16="http://schemas.microsoft.com/office/drawing/2014/main" id="{107BC3FF-EE25-45FB-A7A8-AAA522F70748}"/>
              </a:ext>
            </a:extLst>
          </p:cNvPr>
          <p:cNvSpPr>
            <a:spLocks noGrp="1"/>
          </p:cNvSpPr>
          <p:nvPr>
            <p:ph type="sldNum" sz="quarter" idx="12"/>
          </p:nvPr>
        </p:nvSpPr>
        <p:spPr/>
        <p:txBody>
          <a:bodyPr rtlCol="0"/>
          <a:lstStyle/>
          <a:p>
            <a:pPr rtl="0"/>
            <a:fld id="{B37E107C-2248-4498-B52C-AA96C672919A}" type="slidenum">
              <a:rPr lang="en-US" smtClean="0"/>
              <a:t>‹Nº›</a:t>
            </a:fld>
            <a:endParaRPr lang="en-US"/>
          </a:p>
        </p:txBody>
      </p:sp>
      <p:sp>
        <p:nvSpPr>
          <p:cNvPr id="3" name="Marcador de contenido 2">
            <a:extLst>
              <a:ext uri="{FF2B5EF4-FFF2-40B4-BE49-F238E27FC236}">
                <a16:creationId xmlns:a16="http://schemas.microsoft.com/office/drawing/2014/main" id="{88C81FA8-039D-4BAF-8AAB-7B6616AFEEC6}"/>
              </a:ext>
            </a:extLst>
          </p:cNvPr>
          <p:cNvSpPr>
            <a:spLocks noGrp="1"/>
          </p:cNvSpPr>
          <p:nvPr>
            <p:ph idx="1"/>
          </p:nvPr>
        </p:nvSpPr>
        <p:spPr>
          <a:xfrm>
            <a:off x="7119641" y="914399"/>
            <a:ext cx="4146585" cy="5029201"/>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2" name="Título 1">
            <a:extLst>
              <a:ext uri="{FF2B5EF4-FFF2-40B4-BE49-F238E27FC236}">
                <a16:creationId xmlns:a16="http://schemas.microsoft.com/office/drawing/2014/main" id="{9B0FF197-4D72-4945-8068-57D52018E6C9}"/>
              </a:ext>
            </a:extLst>
          </p:cNvPr>
          <p:cNvSpPr>
            <a:spLocks noGrp="1"/>
          </p:cNvSpPr>
          <p:nvPr>
            <p:ph type="title"/>
          </p:nvPr>
        </p:nvSpPr>
        <p:spPr>
          <a:xfrm>
            <a:off x="647702" y="647698"/>
            <a:ext cx="4650012" cy="2077089"/>
          </a:xfrm>
        </p:spPr>
        <p:txBody>
          <a:bodyPr rtlCol="0" anchor="b">
            <a:noAutofit/>
          </a:bodyPr>
          <a:lstStyle>
            <a:lvl1pPr>
              <a:defRPr sz="4000">
                <a:solidFill>
                  <a:schemeClr val="bg1"/>
                </a:solidFill>
                <a:highlight>
                  <a:srgbClr val="000000"/>
                </a:highlight>
              </a:defRPr>
            </a:lvl1pPr>
          </a:lstStyle>
          <a:p>
            <a:pPr rtl="0"/>
            <a:r>
              <a:rPr lang="es"/>
              <a:t>Haga clic para modificar el estilo de título del patrón</a:t>
            </a:r>
            <a:endParaRPr lang="en-US"/>
          </a:p>
        </p:txBody>
      </p:sp>
    </p:spTree>
    <p:extLst>
      <p:ext uri="{BB962C8B-B14F-4D97-AF65-F5344CB8AC3E}">
        <p14:creationId xmlns:p14="http://schemas.microsoft.com/office/powerpoint/2010/main" val="372208410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Diseño de imagen alineada a la izquierda">
    <p:spTree>
      <p:nvGrpSpPr>
        <p:cNvPr id="1" name=""/>
        <p:cNvGrpSpPr/>
        <p:nvPr/>
      </p:nvGrpSpPr>
      <p:grpSpPr>
        <a:xfrm>
          <a:off x="0" y="0"/>
          <a:ext cx="0" cy="0"/>
          <a:chOff x="0" y="0"/>
          <a:chExt cx="0" cy="0"/>
        </a:xfrm>
      </p:grpSpPr>
      <p:sp>
        <p:nvSpPr>
          <p:cNvPr id="12" name="Marcador de posición de imagen 11">
            <a:extLst>
              <a:ext uri="{FF2B5EF4-FFF2-40B4-BE49-F238E27FC236}">
                <a16:creationId xmlns:a16="http://schemas.microsoft.com/office/drawing/2014/main" id="{8CBFB767-CAF2-628B-7675-91B983B225CB}"/>
              </a:ext>
            </a:extLst>
          </p:cNvPr>
          <p:cNvSpPr>
            <a:spLocks noGrp="1"/>
          </p:cNvSpPr>
          <p:nvPr>
            <p:ph type="pic" sz="quarter" idx="13"/>
          </p:nvPr>
        </p:nvSpPr>
        <p:spPr>
          <a:xfrm>
            <a:off x="0" y="0"/>
            <a:ext cx="10172699" cy="5067300"/>
          </a:xfrm>
          <a:blipFill dpi="0" rotWithShape="1">
            <a:blip r:embed="rId2">
              <a:alphaModFix amt="70000"/>
              <a:extLst>
                <a:ext uri="{28A0092B-C50C-407E-A947-70E740481C1C}">
                  <a14:useLocalDpi xmlns:a14="http://schemas.microsoft.com/office/drawing/2010/main" val="0"/>
                </a:ext>
              </a:extLst>
            </a:blip>
            <a:srcRect/>
            <a:stretch>
              <a:fillRect/>
            </a:stretch>
          </a:blipFill>
        </p:spPr>
        <p:txBody>
          <a:bodyPr vert="horz" lIns="91440" tIns="45720" rIns="91440" bIns="45720" rtlCol="0">
            <a:normAutofit/>
          </a:bodyPr>
          <a:lstStyle>
            <a:lvl1pPr>
              <a:defRPr lang="en-US"/>
            </a:lvl1pPr>
          </a:lstStyle>
          <a:p>
            <a:pPr lvl="0" rtl="0"/>
            <a:r>
              <a:rPr lang="es"/>
              <a:t>Haga clic en el icono para agregar una imagen</a:t>
            </a:r>
          </a:p>
        </p:txBody>
      </p:sp>
      <p:sp>
        <p:nvSpPr>
          <p:cNvPr id="4" name="Marcador de fecha 3">
            <a:extLst>
              <a:ext uri="{FF2B5EF4-FFF2-40B4-BE49-F238E27FC236}">
                <a16:creationId xmlns:a16="http://schemas.microsoft.com/office/drawing/2014/main" id="{7727357F-46A1-493A-A5E4-1D7FAE5B9960}"/>
              </a:ext>
            </a:extLst>
          </p:cNvPr>
          <p:cNvSpPr>
            <a:spLocks noGrp="1"/>
          </p:cNvSpPr>
          <p:nvPr>
            <p:ph type="dt" sz="half" idx="10"/>
          </p:nvPr>
        </p:nvSpPr>
        <p:spPr/>
        <p:txBody>
          <a:bodyPr rtlCol="0"/>
          <a:lstStyle/>
          <a:p>
            <a:pPr rtl="0"/>
            <a:fld id="{09E58DE0-2D5A-4C5D-BB9F-60B17AEDD2D8}" type="datetimeFigureOut">
              <a:rPr lang="en-US" smtClean="0"/>
              <a:t>7/8/2026</a:t>
            </a:fld>
            <a:endParaRPr lang="en-US"/>
          </a:p>
        </p:txBody>
      </p:sp>
      <p:sp>
        <p:nvSpPr>
          <p:cNvPr id="5" name="Marcador de pie de página 4">
            <a:extLst>
              <a:ext uri="{FF2B5EF4-FFF2-40B4-BE49-F238E27FC236}">
                <a16:creationId xmlns:a16="http://schemas.microsoft.com/office/drawing/2014/main" id="{C57277BC-26F9-4B14-A2DC-C7575C5A6393}"/>
              </a:ext>
            </a:extLst>
          </p:cNvPr>
          <p:cNvSpPr>
            <a:spLocks noGrp="1"/>
          </p:cNvSpPr>
          <p:nvPr>
            <p:ph type="ftr" sz="quarter" idx="11"/>
          </p:nvPr>
        </p:nvSpPr>
        <p:spPr/>
        <p:txBody>
          <a:bodyPr rtlCol="0"/>
          <a:lstStyle/>
          <a:p>
            <a:pPr rtl="0"/>
            <a:endParaRPr lang="en-US"/>
          </a:p>
        </p:txBody>
      </p:sp>
      <p:sp>
        <p:nvSpPr>
          <p:cNvPr id="6" name="Marcador de número de diapositiva 5">
            <a:extLst>
              <a:ext uri="{FF2B5EF4-FFF2-40B4-BE49-F238E27FC236}">
                <a16:creationId xmlns:a16="http://schemas.microsoft.com/office/drawing/2014/main" id="{107BC3FF-EE25-45FB-A7A8-AAA522F70748}"/>
              </a:ext>
            </a:extLst>
          </p:cNvPr>
          <p:cNvSpPr>
            <a:spLocks noGrp="1"/>
          </p:cNvSpPr>
          <p:nvPr>
            <p:ph type="sldNum" sz="quarter" idx="12"/>
          </p:nvPr>
        </p:nvSpPr>
        <p:spPr/>
        <p:txBody>
          <a:bodyPr rtlCol="0"/>
          <a:lstStyle/>
          <a:p>
            <a:pPr rtl="0"/>
            <a:fld id="{B37E107C-2248-4498-B52C-AA96C672919A}" type="slidenum">
              <a:rPr lang="en-US" smtClean="0"/>
              <a:t>‹Nº›</a:t>
            </a:fld>
            <a:endParaRPr lang="en-US"/>
          </a:p>
        </p:txBody>
      </p:sp>
      <p:sp>
        <p:nvSpPr>
          <p:cNvPr id="3" name="Marcador de contenido 2">
            <a:extLst>
              <a:ext uri="{FF2B5EF4-FFF2-40B4-BE49-F238E27FC236}">
                <a16:creationId xmlns:a16="http://schemas.microsoft.com/office/drawing/2014/main" id="{88C81FA8-039D-4BAF-8AAB-7B6616AFEEC6}"/>
              </a:ext>
            </a:extLst>
          </p:cNvPr>
          <p:cNvSpPr>
            <a:spLocks noGrp="1"/>
          </p:cNvSpPr>
          <p:nvPr>
            <p:ph idx="1"/>
          </p:nvPr>
        </p:nvSpPr>
        <p:spPr>
          <a:xfrm>
            <a:off x="1981201" y="5560042"/>
            <a:ext cx="8271878" cy="542344"/>
          </a:xfrm>
        </p:spPr>
        <p:txBody>
          <a:bodyPr rtlCol="0"/>
          <a:lstStyle>
            <a:lvl1pPr marL="0" indent="0" algn="r">
              <a:buNone/>
              <a:defRPr lang="en-US" sz="2000" kern="1200" dirty="0">
                <a:solidFill>
                  <a:srgbClr val="FFFFFF"/>
                </a:solidFill>
                <a:effectLst>
                  <a:outerShdw blurRad="38100" dist="38100" dir="2700000" algn="tl">
                    <a:srgbClr val="000000">
                      <a:alpha val="43137"/>
                    </a:srgbClr>
                  </a:outerShdw>
                </a:effectLst>
                <a:latin typeface="+mn-lt"/>
                <a:ea typeface="+mn-ea"/>
                <a:cs typeface="+mn-cs"/>
              </a:defRPr>
            </a:lvl1pPr>
            <a:lvl2pPr algn="r">
              <a:defRPr/>
            </a:lvl2pPr>
            <a:lvl3pPr algn="r">
              <a:defRPr/>
            </a:lvl3pPr>
            <a:lvl4pPr algn="r">
              <a:defRPr/>
            </a:lvl4pPr>
            <a:lvl5pPr algn="r">
              <a:defRPr/>
            </a:lvl5pPr>
          </a:lstStyle>
          <a:p>
            <a:pPr lvl="0" rtl="0"/>
            <a:r>
              <a:rPr lang="es"/>
              <a:t>Haga clic para modificar los estilos de texto del patrón</a:t>
            </a:r>
          </a:p>
        </p:txBody>
      </p:sp>
      <p:sp>
        <p:nvSpPr>
          <p:cNvPr id="2" name="Título 1">
            <a:extLst>
              <a:ext uri="{FF2B5EF4-FFF2-40B4-BE49-F238E27FC236}">
                <a16:creationId xmlns:a16="http://schemas.microsoft.com/office/drawing/2014/main" id="{9B0FF197-4D72-4945-8068-57D52018E6C9}"/>
              </a:ext>
            </a:extLst>
          </p:cNvPr>
          <p:cNvSpPr>
            <a:spLocks noGrp="1"/>
          </p:cNvSpPr>
          <p:nvPr>
            <p:ph type="title"/>
          </p:nvPr>
        </p:nvSpPr>
        <p:spPr>
          <a:xfrm>
            <a:off x="6096000" y="914399"/>
            <a:ext cx="5448300" cy="3117553"/>
          </a:xfrm>
        </p:spPr>
        <p:txBody>
          <a:bodyPr rtlCol="0" anchor="t">
            <a:normAutofit/>
          </a:bodyPr>
          <a:lstStyle>
            <a:lvl1pPr algn="r">
              <a:defRPr sz="4000">
                <a:solidFill>
                  <a:schemeClr val="bg1"/>
                </a:solidFill>
                <a:highlight>
                  <a:srgbClr val="000000"/>
                </a:highlight>
              </a:defRPr>
            </a:lvl1pPr>
          </a:lstStyle>
          <a:p>
            <a:pPr rtl="0"/>
            <a:r>
              <a:rPr lang="es"/>
              <a:t>Haga clic para modificar el estilo de título del patrón</a:t>
            </a:r>
            <a:endParaRPr lang="en-US"/>
          </a:p>
        </p:txBody>
      </p:sp>
    </p:spTree>
    <p:extLst>
      <p:ext uri="{BB962C8B-B14F-4D97-AF65-F5344CB8AC3E}">
        <p14:creationId xmlns:p14="http://schemas.microsoft.com/office/powerpoint/2010/main" val="80097453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Diseño de foto alineada a la izquierda 2">
    <p:spTree>
      <p:nvGrpSpPr>
        <p:cNvPr id="1" name=""/>
        <p:cNvGrpSpPr/>
        <p:nvPr/>
      </p:nvGrpSpPr>
      <p:grpSpPr>
        <a:xfrm>
          <a:off x="0" y="0"/>
          <a:ext cx="0" cy="0"/>
          <a:chOff x="0" y="0"/>
          <a:chExt cx="0" cy="0"/>
        </a:xfrm>
      </p:grpSpPr>
      <p:sp>
        <p:nvSpPr>
          <p:cNvPr id="12" name="Marcador de posición de imagen 11">
            <a:extLst>
              <a:ext uri="{FF2B5EF4-FFF2-40B4-BE49-F238E27FC236}">
                <a16:creationId xmlns:a16="http://schemas.microsoft.com/office/drawing/2014/main" id="{8CBFB767-CAF2-628B-7675-91B983B225CB}"/>
              </a:ext>
            </a:extLst>
          </p:cNvPr>
          <p:cNvSpPr>
            <a:spLocks noGrp="1"/>
          </p:cNvSpPr>
          <p:nvPr>
            <p:ph type="pic" sz="quarter" idx="13"/>
          </p:nvPr>
        </p:nvSpPr>
        <p:spPr>
          <a:xfrm>
            <a:off x="0" y="0"/>
            <a:ext cx="4076700" cy="4193427"/>
          </a:xfrm>
          <a:blipFill>
            <a:blip r:embed="rId2">
              <a:alphaModFix amt="70000"/>
              <a:extLst>
                <a:ext uri="{28A0092B-C50C-407E-A947-70E740481C1C}">
                  <a14:useLocalDpi xmlns:a14="http://schemas.microsoft.com/office/drawing/2010/main" val="0"/>
                </a:ext>
              </a:extLst>
            </a:blip>
            <a:stretch>
              <a:fillRect/>
            </a:stretch>
          </a:blipFill>
        </p:spPr>
        <p:txBody>
          <a:bodyPr vert="horz" lIns="91440" tIns="0" rIns="0" bIns="0" rtlCol="0">
            <a:noAutofit/>
          </a:bodyPr>
          <a:lstStyle>
            <a:lvl1pPr>
              <a:defRPr lang="en-US" sz="2400" b="0" i="0"/>
            </a:lvl1pPr>
          </a:lstStyle>
          <a:p>
            <a:pPr marL="0" lvl="0" indent="0" rtl="0">
              <a:lnSpc>
                <a:spcPct val="150000"/>
              </a:lnSpc>
              <a:buFontTx/>
              <a:buNone/>
            </a:pPr>
            <a:r>
              <a:rPr lang="es"/>
              <a:t>Haga clic en el icono para agregar una imagen</a:t>
            </a:r>
          </a:p>
        </p:txBody>
      </p:sp>
      <p:sp>
        <p:nvSpPr>
          <p:cNvPr id="4" name="Marcador de fecha 3">
            <a:extLst>
              <a:ext uri="{FF2B5EF4-FFF2-40B4-BE49-F238E27FC236}">
                <a16:creationId xmlns:a16="http://schemas.microsoft.com/office/drawing/2014/main" id="{7727357F-46A1-493A-A5E4-1D7FAE5B9960}"/>
              </a:ext>
            </a:extLst>
          </p:cNvPr>
          <p:cNvSpPr>
            <a:spLocks noGrp="1"/>
          </p:cNvSpPr>
          <p:nvPr>
            <p:ph type="dt" sz="half" idx="10"/>
          </p:nvPr>
        </p:nvSpPr>
        <p:spPr/>
        <p:txBody>
          <a:bodyPr rtlCol="0"/>
          <a:lstStyle/>
          <a:p>
            <a:pPr rtl="0"/>
            <a:fld id="{09E58DE0-2D5A-4C5D-BB9F-60B17AEDD2D8}" type="datetimeFigureOut">
              <a:rPr lang="en-US" smtClean="0"/>
              <a:t>7/8/2026</a:t>
            </a:fld>
            <a:endParaRPr lang="en-US"/>
          </a:p>
        </p:txBody>
      </p:sp>
      <p:sp>
        <p:nvSpPr>
          <p:cNvPr id="5" name="Marcador de pie de página 4">
            <a:extLst>
              <a:ext uri="{FF2B5EF4-FFF2-40B4-BE49-F238E27FC236}">
                <a16:creationId xmlns:a16="http://schemas.microsoft.com/office/drawing/2014/main" id="{C57277BC-26F9-4B14-A2DC-C7575C5A6393}"/>
              </a:ext>
            </a:extLst>
          </p:cNvPr>
          <p:cNvSpPr>
            <a:spLocks noGrp="1"/>
          </p:cNvSpPr>
          <p:nvPr>
            <p:ph type="ftr" sz="quarter" idx="11"/>
          </p:nvPr>
        </p:nvSpPr>
        <p:spPr/>
        <p:txBody>
          <a:bodyPr rtlCol="0"/>
          <a:lstStyle/>
          <a:p>
            <a:pPr rtl="0"/>
            <a:endParaRPr lang="en-US"/>
          </a:p>
        </p:txBody>
      </p:sp>
      <p:sp>
        <p:nvSpPr>
          <p:cNvPr id="6" name="Marcador de número de diapositiva 5">
            <a:extLst>
              <a:ext uri="{FF2B5EF4-FFF2-40B4-BE49-F238E27FC236}">
                <a16:creationId xmlns:a16="http://schemas.microsoft.com/office/drawing/2014/main" id="{107BC3FF-EE25-45FB-A7A8-AAA522F70748}"/>
              </a:ext>
            </a:extLst>
          </p:cNvPr>
          <p:cNvSpPr>
            <a:spLocks noGrp="1"/>
          </p:cNvSpPr>
          <p:nvPr>
            <p:ph type="sldNum" sz="quarter" idx="12"/>
          </p:nvPr>
        </p:nvSpPr>
        <p:spPr/>
        <p:txBody>
          <a:bodyPr rtlCol="0"/>
          <a:lstStyle/>
          <a:p>
            <a:pPr rtl="0"/>
            <a:fld id="{B37E107C-2248-4498-B52C-AA96C672919A}" type="slidenum">
              <a:rPr lang="en-US" smtClean="0"/>
              <a:t>‹Nº›</a:t>
            </a:fld>
            <a:endParaRPr lang="en-US"/>
          </a:p>
        </p:txBody>
      </p:sp>
      <p:sp>
        <p:nvSpPr>
          <p:cNvPr id="8" name="Marcador de contenido 2">
            <a:extLst>
              <a:ext uri="{FF2B5EF4-FFF2-40B4-BE49-F238E27FC236}">
                <a16:creationId xmlns:a16="http://schemas.microsoft.com/office/drawing/2014/main" id="{A40C7A95-E12A-CD85-629E-0A9E34DCE380}"/>
              </a:ext>
            </a:extLst>
          </p:cNvPr>
          <p:cNvSpPr>
            <a:spLocks noGrp="1"/>
          </p:cNvSpPr>
          <p:nvPr>
            <p:ph idx="1"/>
          </p:nvPr>
        </p:nvSpPr>
        <p:spPr>
          <a:xfrm>
            <a:off x="5499291" y="914400"/>
            <a:ext cx="5773936" cy="5029200"/>
          </a:xfrm>
        </p:spPr>
        <p:txBody>
          <a:bodyPr rtlCol="0">
            <a:norm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2" name="Título 1">
            <a:extLst>
              <a:ext uri="{FF2B5EF4-FFF2-40B4-BE49-F238E27FC236}">
                <a16:creationId xmlns:a16="http://schemas.microsoft.com/office/drawing/2014/main" id="{9B0FF197-4D72-4945-8068-57D52018E6C9}"/>
              </a:ext>
            </a:extLst>
          </p:cNvPr>
          <p:cNvSpPr>
            <a:spLocks noGrp="1"/>
          </p:cNvSpPr>
          <p:nvPr>
            <p:ph type="title"/>
          </p:nvPr>
        </p:nvSpPr>
        <p:spPr>
          <a:xfrm>
            <a:off x="660591" y="3786474"/>
            <a:ext cx="4169890" cy="1614008"/>
          </a:xfrm>
        </p:spPr>
        <p:txBody>
          <a:bodyPr rtlCol="0" anchor="t">
            <a:noAutofit/>
          </a:bodyPr>
          <a:lstStyle>
            <a:lvl1pPr algn="r">
              <a:defRPr sz="4000">
                <a:solidFill>
                  <a:schemeClr val="bg1"/>
                </a:solidFill>
                <a:highlight>
                  <a:srgbClr val="000000"/>
                </a:highlight>
              </a:defRPr>
            </a:lvl1pPr>
          </a:lstStyle>
          <a:p>
            <a:pPr rtl="0"/>
            <a:r>
              <a:rPr lang="es"/>
              <a:t>Haga clic para modificar el estilo de título del patrón</a:t>
            </a:r>
            <a:endParaRPr lang="en-US"/>
          </a:p>
        </p:txBody>
      </p:sp>
    </p:spTree>
    <p:extLst>
      <p:ext uri="{BB962C8B-B14F-4D97-AF65-F5344CB8AC3E}">
        <p14:creationId xmlns:p14="http://schemas.microsoft.com/office/powerpoint/2010/main" val="183327222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Diseño de foto alineada a la izquierda 3">
    <p:spTree>
      <p:nvGrpSpPr>
        <p:cNvPr id="1" name=""/>
        <p:cNvGrpSpPr/>
        <p:nvPr/>
      </p:nvGrpSpPr>
      <p:grpSpPr>
        <a:xfrm>
          <a:off x="0" y="0"/>
          <a:ext cx="0" cy="0"/>
          <a:chOff x="0" y="0"/>
          <a:chExt cx="0" cy="0"/>
        </a:xfrm>
      </p:grpSpPr>
      <p:sp>
        <p:nvSpPr>
          <p:cNvPr id="12" name="Marcador de posición de imagen 11">
            <a:extLst>
              <a:ext uri="{FF2B5EF4-FFF2-40B4-BE49-F238E27FC236}">
                <a16:creationId xmlns:a16="http://schemas.microsoft.com/office/drawing/2014/main" id="{8CBFB767-CAF2-628B-7675-91B983B225CB}"/>
              </a:ext>
            </a:extLst>
          </p:cNvPr>
          <p:cNvSpPr>
            <a:spLocks noGrp="1"/>
          </p:cNvSpPr>
          <p:nvPr>
            <p:ph type="pic" sz="quarter" idx="13"/>
          </p:nvPr>
        </p:nvSpPr>
        <p:spPr>
          <a:xfrm>
            <a:off x="-1" y="0"/>
            <a:ext cx="8115299" cy="6858000"/>
          </a:xfrm>
          <a:blipFill>
            <a:blip r:embed="rId2">
              <a:alphaModFix amt="70000"/>
              <a:extLst>
                <a:ext uri="{28A0092B-C50C-407E-A947-70E740481C1C}">
                  <a14:useLocalDpi xmlns:a14="http://schemas.microsoft.com/office/drawing/2010/main" val="0"/>
                </a:ext>
              </a:extLst>
            </a:blip>
            <a:stretch>
              <a:fillRect/>
            </a:stretch>
          </a:blipFill>
        </p:spPr>
        <p:txBody>
          <a:bodyPr vert="horz" lIns="91440" tIns="0" rIns="0" bIns="0" rtlCol="0">
            <a:noAutofit/>
          </a:bodyPr>
          <a:lstStyle>
            <a:lvl1pPr>
              <a:defRPr lang="en-US" sz="2400" b="0" i="0"/>
            </a:lvl1pPr>
          </a:lstStyle>
          <a:p>
            <a:pPr marL="0" lvl="0" indent="0" rtl="0">
              <a:lnSpc>
                <a:spcPct val="150000"/>
              </a:lnSpc>
              <a:buFontTx/>
              <a:buNone/>
            </a:pPr>
            <a:r>
              <a:rPr lang="es"/>
              <a:t>Haga clic en el icono para agregar una imagen</a:t>
            </a:r>
          </a:p>
        </p:txBody>
      </p:sp>
      <p:sp>
        <p:nvSpPr>
          <p:cNvPr id="4" name="Marcador de fecha 3">
            <a:extLst>
              <a:ext uri="{FF2B5EF4-FFF2-40B4-BE49-F238E27FC236}">
                <a16:creationId xmlns:a16="http://schemas.microsoft.com/office/drawing/2014/main" id="{7727357F-46A1-493A-A5E4-1D7FAE5B9960}"/>
              </a:ext>
            </a:extLst>
          </p:cNvPr>
          <p:cNvSpPr>
            <a:spLocks noGrp="1"/>
          </p:cNvSpPr>
          <p:nvPr>
            <p:ph type="dt" sz="half" idx="10"/>
          </p:nvPr>
        </p:nvSpPr>
        <p:spPr/>
        <p:txBody>
          <a:bodyPr rtlCol="0"/>
          <a:lstStyle/>
          <a:p>
            <a:pPr rtl="0"/>
            <a:fld id="{09E58DE0-2D5A-4C5D-BB9F-60B17AEDD2D8}" type="datetimeFigureOut">
              <a:rPr lang="en-US" smtClean="0"/>
              <a:t>7/8/2026</a:t>
            </a:fld>
            <a:endParaRPr lang="en-US"/>
          </a:p>
        </p:txBody>
      </p:sp>
      <p:sp>
        <p:nvSpPr>
          <p:cNvPr id="5" name="Marcador de pie de página 4">
            <a:extLst>
              <a:ext uri="{FF2B5EF4-FFF2-40B4-BE49-F238E27FC236}">
                <a16:creationId xmlns:a16="http://schemas.microsoft.com/office/drawing/2014/main" id="{C57277BC-26F9-4B14-A2DC-C7575C5A6393}"/>
              </a:ext>
            </a:extLst>
          </p:cNvPr>
          <p:cNvSpPr>
            <a:spLocks noGrp="1"/>
          </p:cNvSpPr>
          <p:nvPr>
            <p:ph type="ftr" sz="quarter" idx="11"/>
          </p:nvPr>
        </p:nvSpPr>
        <p:spPr/>
        <p:txBody>
          <a:bodyPr rtlCol="0"/>
          <a:lstStyle/>
          <a:p>
            <a:pPr rtl="0"/>
            <a:endParaRPr lang="en-US"/>
          </a:p>
        </p:txBody>
      </p:sp>
      <p:sp>
        <p:nvSpPr>
          <p:cNvPr id="6" name="Marcador de número de diapositiva 5">
            <a:extLst>
              <a:ext uri="{FF2B5EF4-FFF2-40B4-BE49-F238E27FC236}">
                <a16:creationId xmlns:a16="http://schemas.microsoft.com/office/drawing/2014/main" id="{107BC3FF-EE25-45FB-A7A8-AAA522F70748}"/>
              </a:ext>
            </a:extLst>
          </p:cNvPr>
          <p:cNvSpPr>
            <a:spLocks noGrp="1"/>
          </p:cNvSpPr>
          <p:nvPr>
            <p:ph type="sldNum" sz="quarter" idx="12"/>
          </p:nvPr>
        </p:nvSpPr>
        <p:spPr/>
        <p:txBody>
          <a:bodyPr rtlCol="0"/>
          <a:lstStyle/>
          <a:p>
            <a:pPr rtl="0"/>
            <a:fld id="{B37E107C-2248-4498-B52C-AA96C672919A}" type="slidenum">
              <a:rPr lang="en-US" smtClean="0"/>
              <a:t>‹Nº›</a:t>
            </a:fld>
            <a:endParaRPr lang="en-US"/>
          </a:p>
        </p:txBody>
      </p:sp>
      <p:sp>
        <p:nvSpPr>
          <p:cNvPr id="8" name="Marcador de contenido 2">
            <a:extLst>
              <a:ext uri="{FF2B5EF4-FFF2-40B4-BE49-F238E27FC236}">
                <a16:creationId xmlns:a16="http://schemas.microsoft.com/office/drawing/2014/main" id="{A40C7A95-E12A-CD85-629E-0A9E34DCE380}"/>
              </a:ext>
            </a:extLst>
          </p:cNvPr>
          <p:cNvSpPr>
            <a:spLocks noGrp="1"/>
          </p:cNvSpPr>
          <p:nvPr>
            <p:ph idx="1"/>
          </p:nvPr>
        </p:nvSpPr>
        <p:spPr>
          <a:xfrm>
            <a:off x="8854931" y="647699"/>
            <a:ext cx="2689367" cy="5562599"/>
          </a:xfrm>
        </p:spPr>
        <p:txBody>
          <a:bodyPr rtlCol="0">
            <a:normAutofit/>
          </a:bodyPr>
          <a:lstStyle>
            <a:lvl1pPr marL="342900" indent="-342900">
              <a:buFont typeface="Arial" panose="020B0604020202020204" pitchFamily="34" charset="0"/>
              <a:buChar char="•"/>
              <a:defRPr/>
            </a:lvl1pPr>
            <a:lvl2pPr marL="514350" indent="-285750">
              <a:buFont typeface="Arial" panose="020B0604020202020204" pitchFamily="34" charset="0"/>
              <a:buChar char="•"/>
              <a:defRPr/>
            </a:lvl2pPr>
            <a:lvl3pPr marL="742950" indent="-285750">
              <a:buFont typeface="Arial" panose="020B0604020202020204" pitchFamily="34" charset="0"/>
              <a:buChar char="•"/>
              <a:defRPr/>
            </a:lvl3pPr>
            <a:lvl4pPr marL="971550" indent="-285750">
              <a:buFont typeface="Arial" panose="020B0604020202020204" pitchFamily="34" charset="0"/>
              <a:buChar char="•"/>
              <a:defRPr/>
            </a:lvl4pPr>
            <a:lvl5pPr marL="1085850" indent="-171450">
              <a:buFont typeface="Arial" panose="020B0604020202020204" pitchFamily="34" charset="0"/>
              <a:buChar char="•"/>
              <a:defRPr/>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2" name="Título 1">
            <a:extLst>
              <a:ext uri="{FF2B5EF4-FFF2-40B4-BE49-F238E27FC236}">
                <a16:creationId xmlns:a16="http://schemas.microsoft.com/office/drawing/2014/main" id="{9B0FF197-4D72-4945-8068-57D52018E6C9}"/>
              </a:ext>
            </a:extLst>
          </p:cNvPr>
          <p:cNvSpPr>
            <a:spLocks noGrp="1"/>
          </p:cNvSpPr>
          <p:nvPr>
            <p:ph type="title"/>
          </p:nvPr>
        </p:nvSpPr>
        <p:spPr>
          <a:xfrm>
            <a:off x="647701" y="647700"/>
            <a:ext cx="4225166" cy="2420756"/>
          </a:xfrm>
        </p:spPr>
        <p:txBody>
          <a:bodyPr rtlCol="0" anchor="t">
            <a:normAutofit/>
          </a:bodyPr>
          <a:lstStyle>
            <a:lvl1pPr algn="l">
              <a:defRPr sz="4000">
                <a:solidFill>
                  <a:schemeClr val="bg1"/>
                </a:solidFill>
                <a:highlight>
                  <a:srgbClr val="000000"/>
                </a:highlight>
              </a:defRPr>
            </a:lvl1pPr>
          </a:lstStyle>
          <a:p>
            <a:pPr rtl="0"/>
            <a:r>
              <a:rPr lang="es"/>
              <a:t>Haga clic para modificar el estilo de título del patrón</a:t>
            </a:r>
            <a:endParaRPr lang="en-US"/>
          </a:p>
        </p:txBody>
      </p:sp>
    </p:spTree>
    <p:extLst>
      <p:ext uri="{BB962C8B-B14F-4D97-AF65-F5344CB8AC3E}">
        <p14:creationId xmlns:p14="http://schemas.microsoft.com/office/powerpoint/2010/main" val="234114153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Diseño de imagen alineada a la derecha">
    <p:spTree>
      <p:nvGrpSpPr>
        <p:cNvPr id="1" name=""/>
        <p:cNvGrpSpPr/>
        <p:nvPr/>
      </p:nvGrpSpPr>
      <p:grpSpPr>
        <a:xfrm>
          <a:off x="0" y="0"/>
          <a:ext cx="0" cy="0"/>
          <a:chOff x="0" y="0"/>
          <a:chExt cx="0" cy="0"/>
        </a:xfrm>
      </p:grpSpPr>
      <p:sp>
        <p:nvSpPr>
          <p:cNvPr id="12" name="Marcador de posición de imagen 11">
            <a:extLst>
              <a:ext uri="{FF2B5EF4-FFF2-40B4-BE49-F238E27FC236}">
                <a16:creationId xmlns:a16="http://schemas.microsoft.com/office/drawing/2014/main" id="{8CBFB767-CAF2-628B-7675-91B983B225CB}"/>
              </a:ext>
            </a:extLst>
          </p:cNvPr>
          <p:cNvSpPr>
            <a:spLocks noGrp="1"/>
          </p:cNvSpPr>
          <p:nvPr>
            <p:ph type="pic" sz="quarter" idx="13"/>
          </p:nvPr>
        </p:nvSpPr>
        <p:spPr>
          <a:xfrm>
            <a:off x="1981200" y="0"/>
            <a:ext cx="10210798" cy="5067300"/>
          </a:xfrm>
          <a:blipFill dpi="0" rotWithShape="1">
            <a:blip r:embed="rId2">
              <a:alphaModFix amt="70000"/>
              <a:extLst>
                <a:ext uri="{28A0092B-C50C-407E-A947-70E740481C1C}">
                  <a14:useLocalDpi xmlns:a14="http://schemas.microsoft.com/office/drawing/2010/main" val="0"/>
                </a:ext>
              </a:extLst>
            </a:blip>
            <a:srcRect/>
            <a:stretch>
              <a:fillRect/>
            </a:stretch>
          </a:blipFill>
        </p:spPr>
        <p:txBody>
          <a:bodyPr rtlCol="0"/>
          <a:lstStyle/>
          <a:p>
            <a:pPr rtl="0"/>
            <a:r>
              <a:rPr lang="es"/>
              <a:t>Haga clic en el icono para agregar una imagen</a:t>
            </a:r>
          </a:p>
        </p:txBody>
      </p:sp>
      <p:sp>
        <p:nvSpPr>
          <p:cNvPr id="4" name="Marcador de fecha 3">
            <a:extLst>
              <a:ext uri="{FF2B5EF4-FFF2-40B4-BE49-F238E27FC236}">
                <a16:creationId xmlns:a16="http://schemas.microsoft.com/office/drawing/2014/main" id="{7727357F-46A1-493A-A5E4-1D7FAE5B9960}"/>
              </a:ext>
            </a:extLst>
          </p:cNvPr>
          <p:cNvSpPr>
            <a:spLocks noGrp="1"/>
          </p:cNvSpPr>
          <p:nvPr>
            <p:ph type="dt" sz="half" idx="10"/>
          </p:nvPr>
        </p:nvSpPr>
        <p:spPr/>
        <p:txBody>
          <a:bodyPr rtlCol="0"/>
          <a:lstStyle/>
          <a:p>
            <a:pPr rtl="0"/>
            <a:fld id="{09E58DE0-2D5A-4C5D-BB9F-60B17AEDD2D8}" type="datetimeFigureOut">
              <a:rPr lang="en-US" smtClean="0"/>
              <a:t>7/8/2026</a:t>
            </a:fld>
            <a:endParaRPr lang="en-US"/>
          </a:p>
        </p:txBody>
      </p:sp>
      <p:sp>
        <p:nvSpPr>
          <p:cNvPr id="5" name="Marcador de pie de página 4">
            <a:extLst>
              <a:ext uri="{FF2B5EF4-FFF2-40B4-BE49-F238E27FC236}">
                <a16:creationId xmlns:a16="http://schemas.microsoft.com/office/drawing/2014/main" id="{C57277BC-26F9-4B14-A2DC-C7575C5A6393}"/>
              </a:ext>
            </a:extLst>
          </p:cNvPr>
          <p:cNvSpPr>
            <a:spLocks noGrp="1"/>
          </p:cNvSpPr>
          <p:nvPr>
            <p:ph type="ftr" sz="quarter" idx="11"/>
          </p:nvPr>
        </p:nvSpPr>
        <p:spPr/>
        <p:txBody>
          <a:bodyPr rtlCol="0"/>
          <a:lstStyle/>
          <a:p>
            <a:pPr rtl="0"/>
            <a:endParaRPr lang="en-US"/>
          </a:p>
        </p:txBody>
      </p:sp>
      <p:sp>
        <p:nvSpPr>
          <p:cNvPr id="6" name="Marcador de número de diapositiva 5">
            <a:extLst>
              <a:ext uri="{FF2B5EF4-FFF2-40B4-BE49-F238E27FC236}">
                <a16:creationId xmlns:a16="http://schemas.microsoft.com/office/drawing/2014/main" id="{107BC3FF-EE25-45FB-A7A8-AAA522F70748}"/>
              </a:ext>
            </a:extLst>
          </p:cNvPr>
          <p:cNvSpPr>
            <a:spLocks noGrp="1"/>
          </p:cNvSpPr>
          <p:nvPr>
            <p:ph type="sldNum" sz="quarter" idx="12"/>
          </p:nvPr>
        </p:nvSpPr>
        <p:spPr/>
        <p:txBody>
          <a:bodyPr rtlCol="0"/>
          <a:lstStyle/>
          <a:p>
            <a:pPr rtl="0"/>
            <a:fld id="{B37E107C-2248-4498-B52C-AA96C672919A}" type="slidenum">
              <a:rPr lang="en-US" smtClean="0"/>
              <a:t>‹Nº›</a:t>
            </a:fld>
            <a:endParaRPr lang="en-US"/>
          </a:p>
        </p:txBody>
      </p:sp>
      <p:sp>
        <p:nvSpPr>
          <p:cNvPr id="3" name="Marcador de contenido 2">
            <a:extLst>
              <a:ext uri="{FF2B5EF4-FFF2-40B4-BE49-F238E27FC236}">
                <a16:creationId xmlns:a16="http://schemas.microsoft.com/office/drawing/2014/main" id="{88C81FA8-039D-4BAF-8AAB-7B6616AFEEC6}"/>
              </a:ext>
            </a:extLst>
          </p:cNvPr>
          <p:cNvSpPr>
            <a:spLocks noGrp="1"/>
          </p:cNvSpPr>
          <p:nvPr>
            <p:ph idx="1"/>
          </p:nvPr>
        </p:nvSpPr>
        <p:spPr>
          <a:xfrm>
            <a:off x="1893695" y="5560042"/>
            <a:ext cx="8279006" cy="650256"/>
          </a:xfrm>
        </p:spPr>
        <p:txBody>
          <a:bodyPr rtlCol="0"/>
          <a:lstStyle>
            <a:lvl1pPr marL="0" indent="0" algn="l">
              <a:buNone/>
              <a:defRPr lang="en-US" sz="2000" kern="1200" dirty="0">
                <a:solidFill>
                  <a:srgbClr val="FFFFFF"/>
                </a:solidFill>
                <a:effectLst>
                  <a:outerShdw blurRad="38100" dist="38100" dir="2700000" algn="tl">
                    <a:srgbClr val="000000">
                      <a:alpha val="43137"/>
                    </a:srgbClr>
                  </a:outerShdw>
                </a:effectLst>
                <a:latin typeface="+mn-lt"/>
                <a:ea typeface="+mn-ea"/>
                <a:cs typeface="+mn-cs"/>
              </a:defRPr>
            </a:lvl1pPr>
            <a:lvl2pPr algn="r">
              <a:defRPr/>
            </a:lvl2pPr>
            <a:lvl3pPr algn="r">
              <a:defRPr/>
            </a:lvl3pPr>
            <a:lvl4pPr algn="r">
              <a:defRPr/>
            </a:lvl4pPr>
            <a:lvl5pPr algn="r">
              <a:defRPr/>
            </a:lvl5pPr>
          </a:lstStyle>
          <a:p>
            <a:pPr lvl="0" rtl="0"/>
            <a:r>
              <a:rPr lang="es"/>
              <a:t>Haga clic para modificar los estilos de texto del patrón</a:t>
            </a:r>
          </a:p>
        </p:txBody>
      </p:sp>
      <p:sp>
        <p:nvSpPr>
          <p:cNvPr id="2" name="Título 1">
            <a:extLst>
              <a:ext uri="{FF2B5EF4-FFF2-40B4-BE49-F238E27FC236}">
                <a16:creationId xmlns:a16="http://schemas.microsoft.com/office/drawing/2014/main" id="{9B0FF197-4D72-4945-8068-57D52018E6C9}"/>
              </a:ext>
            </a:extLst>
          </p:cNvPr>
          <p:cNvSpPr>
            <a:spLocks noGrp="1"/>
          </p:cNvSpPr>
          <p:nvPr>
            <p:ph type="title"/>
          </p:nvPr>
        </p:nvSpPr>
        <p:spPr>
          <a:xfrm>
            <a:off x="914400" y="647701"/>
            <a:ext cx="5181600" cy="2595563"/>
          </a:xfrm>
        </p:spPr>
        <p:txBody>
          <a:bodyPr rtlCol="0" anchor="t">
            <a:normAutofit/>
          </a:bodyPr>
          <a:lstStyle>
            <a:lvl1pPr algn="l">
              <a:defRPr sz="4000">
                <a:solidFill>
                  <a:schemeClr val="bg1"/>
                </a:solidFill>
                <a:highlight>
                  <a:srgbClr val="000000"/>
                </a:highlight>
              </a:defRPr>
            </a:lvl1pPr>
          </a:lstStyle>
          <a:p>
            <a:pPr rtl="0"/>
            <a:r>
              <a:rPr lang="es"/>
              <a:t>Haga clic para modificar el estilo de título del patrón</a:t>
            </a:r>
            <a:endParaRPr lang="en-US"/>
          </a:p>
        </p:txBody>
      </p:sp>
    </p:spTree>
    <p:extLst>
      <p:ext uri="{BB962C8B-B14F-4D97-AF65-F5344CB8AC3E}">
        <p14:creationId xmlns:p14="http://schemas.microsoft.com/office/powerpoint/2010/main" val="678855876"/>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Diseño de foto alineada a la parte superior 1">
    <p:spTree>
      <p:nvGrpSpPr>
        <p:cNvPr id="1" name=""/>
        <p:cNvGrpSpPr/>
        <p:nvPr/>
      </p:nvGrpSpPr>
      <p:grpSpPr>
        <a:xfrm>
          <a:off x="0" y="0"/>
          <a:ext cx="0" cy="0"/>
          <a:chOff x="0" y="0"/>
          <a:chExt cx="0" cy="0"/>
        </a:xfrm>
      </p:grpSpPr>
      <p:sp>
        <p:nvSpPr>
          <p:cNvPr id="12" name="Marcador de posición de imagen 11">
            <a:extLst>
              <a:ext uri="{FF2B5EF4-FFF2-40B4-BE49-F238E27FC236}">
                <a16:creationId xmlns:a16="http://schemas.microsoft.com/office/drawing/2014/main" id="{8CBFB767-CAF2-628B-7675-91B983B225CB}"/>
              </a:ext>
            </a:extLst>
          </p:cNvPr>
          <p:cNvSpPr>
            <a:spLocks noGrp="1"/>
          </p:cNvSpPr>
          <p:nvPr>
            <p:ph type="pic" sz="quarter" idx="13"/>
          </p:nvPr>
        </p:nvSpPr>
        <p:spPr>
          <a:xfrm>
            <a:off x="0" y="0"/>
            <a:ext cx="12192000" cy="4193427"/>
          </a:xfrm>
          <a:blipFill dpi="0" rotWithShape="1">
            <a:blip r:embed="rId2">
              <a:alphaModFix amt="70000"/>
              <a:extLst>
                <a:ext uri="{28A0092B-C50C-407E-A947-70E740481C1C}">
                  <a14:useLocalDpi xmlns:a14="http://schemas.microsoft.com/office/drawing/2010/main" val="0"/>
                </a:ext>
              </a:extLst>
            </a:blip>
            <a:srcRect/>
            <a:stretch>
              <a:fillRect/>
            </a:stretch>
          </a:blipFill>
        </p:spPr>
        <p:txBody>
          <a:bodyPr rtlCol="0"/>
          <a:lstStyle/>
          <a:p>
            <a:pPr rtl="0"/>
            <a:r>
              <a:rPr lang="es"/>
              <a:t>Haga clic en el icono para agregar una imagen</a:t>
            </a:r>
          </a:p>
        </p:txBody>
      </p:sp>
      <p:sp>
        <p:nvSpPr>
          <p:cNvPr id="4" name="Marcador de fecha 3">
            <a:extLst>
              <a:ext uri="{FF2B5EF4-FFF2-40B4-BE49-F238E27FC236}">
                <a16:creationId xmlns:a16="http://schemas.microsoft.com/office/drawing/2014/main" id="{7727357F-46A1-493A-A5E4-1D7FAE5B9960}"/>
              </a:ext>
            </a:extLst>
          </p:cNvPr>
          <p:cNvSpPr>
            <a:spLocks noGrp="1"/>
          </p:cNvSpPr>
          <p:nvPr>
            <p:ph type="dt" sz="half" idx="10"/>
          </p:nvPr>
        </p:nvSpPr>
        <p:spPr/>
        <p:txBody>
          <a:bodyPr rtlCol="0"/>
          <a:lstStyle/>
          <a:p>
            <a:pPr rtl="0"/>
            <a:fld id="{09E58DE0-2D5A-4C5D-BB9F-60B17AEDD2D8}" type="datetimeFigureOut">
              <a:rPr lang="en-US" smtClean="0"/>
              <a:t>7/8/2026</a:t>
            </a:fld>
            <a:endParaRPr lang="en-US"/>
          </a:p>
        </p:txBody>
      </p:sp>
      <p:sp>
        <p:nvSpPr>
          <p:cNvPr id="5" name="Marcador de pie de página 4">
            <a:extLst>
              <a:ext uri="{FF2B5EF4-FFF2-40B4-BE49-F238E27FC236}">
                <a16:creationId xmlns:a16="http://schemas.microsoft.com/office/drawing/2014/main" id="{C57277BC-26F9-4B14-A2DC-C7575C5A6393}"/>
              </a:ext>
            </a:extLst>
          </p:cNvPr>
          <p:cNvSpPr>
            <a:spLocks noGrp="1"/>
          </p:cNvSpPr>
          <p:nvPr>
            <p:ph type="ftr" sz="quarter" idx="11"/>
          </p:nvPr>
        </p:nvSpPr>
        <p:spPr/>
        <p:txBody>
          <a:bodyPr rtlCol="0"/>
          <a:lstStyle/>
          <a:p>
            <a:pPr rtl="0"/>
            <a:endParaRPr lang="en-US"/>
          </a:p>
        </p:txBody>
      </p:sp>
      <p:sp>
        <p:nvSpPr>
          <p:cNvPr id="6" name="Marcador de número de diapositiva 5">
            <a:extLst>
              <a:ext uri="{FF2B5EF4-FFF2-40B4-BE49-F238E27FC236}">
                <a16:creationId xmlns:a16="http://schemas.microsoft.com/office/drawing/2014/main" id="{107BC3FF-EE25-45FB-A7A8-AAA522F70748}"/>
              </a:ext>
            </a:extLst>
          </p:cNvPr>
          <p:cNvSpPr>
            <a:spLocks noGrp="1"/>
          </p:cNvSpPr>
          <p:nvPr>
            <p:ph type="sldNum" sz="quarter" idx="12"/>
          </p:nvPr>
        </p:nvSpPr>
        <p:spPr/>
        <p:txBody>
          <a:bodyPr rtlCol="0"/>
          <a:lstStyle/>
          <a:p>
            <a:pPr rtl="0"/>
            <a:fld id="{B37E107C-2248-4498-B52C-AA96C672919A}" type="slidenum">
              <a:rPr lang="en-US" smtClean="0"/>
              <a:t>‹Nº›</a:t>
            </a:fld>
            <a:endParaRPr lang="en-US"/>
          </a:p>
        </p:txBody>
      </p:sp>
      <p:sp>
        <p:nvSpPr>
          <p:cNvPr id="9" name="Marcador de contenido 2">
            <a:extLst>
              <a:ext uri="{FF2B5EF4-FFF2-40B4-BE49-F238E27FC236}">
                <a16:creationId xmlns:a16="http://schemas.microsoft.com/office/drawing/2014/main" id="{DE27908E-38A7-B900-61E8-3AB5DD08621C}"/>
              </a:ext>
            </a:extLst>
          </p:cNvPr>
          <p:cNvSpPr>
            <a:spLocks noGrp="1"/>
          </p:cNvSpPr>
          <p:nvPr>
            <p:ph idx="14"/>
          </p:nvPr>
        </p:nvSpPr>
        <p:spPr>
          <a:xfrm>
            <a:off x="6096000" y="4672013"/>
            <a:ext cx="5448300" cy="1538287"/>
          </a:xfrm>
        </p:spPr>
        <p:txBody>
          <a:bodyPr rtlCol="0" anchor="t">
            <a:normAutofit fontScale="85000" lnSpcReduction="10000"/>
          </a:bodyPr>
          <a:lstStyle/>
          <a:p>
            <a:pPr marL="0" lvl="0" indent="0" algn="r" rtl="0">
              <a:buNone/>
            </a:pPr>
            <a:r>
              <a:rPr lang="es" sz="2000"/>
              <a:t>Haga clic para modificar los estilos de texto del patrón</a:t>
            </a:r>
          </a:p>
        </p:txBody>
      </p:sp>
      <p:sp>
        <p:nvSpPr>
          <p:cNvPr id="2" name="Título 1">
            <a:extLst>
              <a:ext uri="{FF2B5EF4-FFF2-40B4-BE49-F238E27FC236}">
                <a16:creationId xmlns:a16="http://schemas.microsoft.com/office/drawing/2014/main" id="{9B0FF197-4D72-4945-8068-57D52018E6C9}"/>
              </a:ext>
            </a:extLst>
          </p:cNvPr>
          <p:cNvSpPr>
            <a:spLocks noGrp="1"/>
          </p:cNvSpPr>
          <p:nvPr>
            <p:ph type="title"/>
          </p:nvPr>
        </p:nvSpPr>
        <p:spPr>
          <a:xfrm>
            <a:off x="652372" y="1712200"/>
            <a:ext cx="6019892" cy="1896956"/>
          </a:xfrm>
        </p:spPr>
        <p:txBody>
          <a:bodyPr rtlCol="0" anchor="t">
            <a:normAutofit/>
          </a:bodyPr>
          <a:lstStyle>
            <a:lvl1pPr algn="l">
              <a:defRPr sz="4000">
                <a:solidFill>
                  <a:schemeClr val="bg1"/>
                </a:solidFill>
                <a:highlight>
                  <a:srgbClr val="000000"/>
                </a:highlight>
              </a:defRPr>
            </a:lvl1pPr>
          </a:lstStyle>
          <a:p>
            <a:pPr rtl="0"/>
            <a:r>
              <a:rPr lang="es"/>
              <a:t>Haga clic para modificar el estilo de título del patrón</a:t>
            </a:r>
            <a:endParaRPr lang="en-US"/>
          </a:p>
        </p:txBody>
      </p:sp>
    </p:spTree>
    <p:extLst>
      <p:ext uri="{BB962C8B-B14F-4D97-AF65-F5344CB8AC3E}">
        <p14:creationId xmlns:p14="http://schemas.microsoft.com/office/powerpoint/2010/main" val="448340720"/>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Diseño de tres fotos">
    <p:spTree>
      <p:nvGrpSpPr>
        <p:cNvPr id="1" name=""/>
        <p:cNvGrpSpPr/>
        <p:nvPr/>
      </p:nvGrpSpPr>
      <p:grpSpPr>
        <a:xfrm>
          <a:off x="0" y="0"/>
          <a:ext cx="0" cy="0"/>
          <a:chOff x="0" y="0"/>
          <a:chExt cx="0" cy="0"/>
        </a:xfrm>
      </p:grpSpPr>
      <p:sp>
        <p:nvSpPr>
          <p:cNvPr id="14" name="Marcador de posición de imagen 13">
            <a:extLst>
              <a:ext uri="{FF2B5EF4-FFF2-40B4-BE49-F238E27FC236}">
                <a16:creationId xmlns:a16="http://schemas.microsoft.com/office/drawing/2014/main" id="{C862F182-2E5E-6FE9-60FC-DE6FE1129C8D}"/>
              </a:ext>
            </a:extLst>
          </p:cNvPr>
          <p:cNvSpPr>
            <a:spLocks noGrp="1"/>
          </p:cNvSpPr>
          <p:nvPr>
            <p:ph type="pic" sz="quarter" idx="13"/>
          </p:nvPr>
        </p:nvSpPr>
        <p:spPr>
          <a:xfrm>
            <a:off x="0" y="-14068"/>
            <a:ext cx="1981199" cy="2369154"/>
          </a:xfrm>
          <a:blipFill dpi="0" rotWithShape="1">
            <a:blip r:embed="rId2">
              <a:alphaModFix amt="70000"/>
              <a:extLst>
                <a:ext uri="{28A0092B-C50C-407E-A947-70E740481C1C}">
                  <a14:useLocalDpi xmlns:a14="http://schemas.microsoft.com/office/drawing/2010/main" val="0"/>
                </a:ext>
              </a:extLst>
            </a:blip>
            <a:srcRect/>
            <a:stretch>
              <a:fillRect/>
            </a:stretch>
          </a:blipFill>
        </p:spPr>
        <p:txBody>
          <a:bodyPr vert="horz" lIns="91440" tIns="45720" rIns="91440" bIns="45720" rtlCol="0">
            <a:normAutofit/>
          </a:bodyPr>
          <a:lstStyle>
            <a:lvl1pPr>
              <a:defRPr lang="en-US"/>
            </a:lvl1pPr>
          </a:lstStyle>
          <a:p>
            <a:pPr lvl="0" rtl="0"/>
            <a:r>
              <a:rPr lang="es"/>
              <a:t>Haga clic en el icono para agregar una imagen</a:t>
            </a:r>
          </a:p>
        </p:txBody>
      </p:sp>
      <p:sp>
        <p:nvSpPr>
          <p:cNvPr id="15" name="Marcador de posición de imagen 13">
            <a:extLst>
              <a:ext uri="{FF2B5EF4-FFF2-40B4-BE49-F238E27FC236}">
                <a16:creationId xmlns:a16="http://schemas.microsoft.com/office/drawing/2014/main" id="{7A4CD5C1-08C3-FFD4-3750-5118BD595B58}"/>
              </a:ext>
            </a:extLst>
          </p:cNvPr>
          <p:cNvSpPr>
            <a:spLocks noGrp="1"/>
          </p:cNvSpPr>
          <p:nvPr>
            <p:ph type="pic" sz="quarter" idx="14"/>
          </p:nvPr>
        </p:nvSpPr>
        <p:spPr>
          <a:xfrm>
            <a:off x="2014107" y="-14068"/>
            <a:ext cx="4081889" cy="4776568"/>
          </a:xfrm>
          <a:blipFill dpi="0" rotWithShape="1">
            <a:blip r:embed="rId2">
              <a:alphaModFix amt="70000"/>
              <a:extLst>
                <a:ext uri="{28A0092B-C50C-407E-A947-70E740481C1C}">
                  <a14:useLocalDpi xmlns:a14="http://schemas.microsoft.com/office/drawing/2010/main" val="0"/>
                </a:ext>
              </a:extLst>
            </a:blip>
            <a:srcRect/>
            <a:stretch>
              <a:fillRect/>
            </a:stretch>
          </a:blipFill>
        </p:spPr>
        <p:txBody>
          <a:bodyPr rtlCol="0"/>
          <a:lstStyle/>
          <a:p>
            <a:pPr rtl="0"/>
            <a:r>
              <a:rPr lang="es"/>
              <a:t>Haga clic en el icono para agregar una imagen</a:t>
            </a:r>
          </a:p>
        </p:txBody>
      </p:sp>
      <p:sp>
        <p:nvSpPr>
          <p:cNvPr id="21" name="Marcador de posición de imagen 13">
            <a:extLst>
              <a:ext uri="{FF2B5EF4-FFF2-40B4-BE49-F238E27FC236}">
                <a16:creationId xmlns:a16="http://schemas.microsoft.com/office/drawing/2014/main" id="{7602ECA3-A6A7-A875-18FE-E3C4A0E589CA}"/>
              </a:ext>
            </a:extLst>
          </p:cNvPr>
          <p:cNvSpPr>
            <a:spLocks noGrp="1"/>
          </p:cNvSpPr>
          <p:nvPr>
            <p:ph type="pic" sz="quarter" idx="16"/>
          </p:nvPr>
        </p:nvSpPr>
        <p:spPr>
          <a:xfrm>
            <a:off x="-5583" y="2405123"/>
            <a:ext cx="1981199" cy="2357377"/>
          </a:xfrm>
          <a:blipFill dpi="0" rotWithShape="1">
            <a:blip r:embed="rId2">
              <a:alphaModFix amt="70000"/>
              <a:extLst>
                <a:ext uri="{28A0092B-C50C-407E-A947-70E740481C1C}">
                  <a14:useLocalDpi xmlns:a14="http://schemas.microsoft.com/office/drawing/2010/main" val="0"/>
                </a:ext>
              </a:extLst>
            </a:blip>
            <a:srcRect/>
            <a:stretch>
              <a:fillRect/>
            </a:stretch>
          </a:blipFill>
        </p:spPr>
        <p:txBody>
          <a:bodyPr vert="horz" lIns="91440" tIns="45720" rIns="91440" bIns="45720" rtlCol="0">
            <a:normAutofit/>
          </a:bodyPr>
          <a:lstStyle>
            <a:lvl1pPr>
              <a:defRPr lang="en-US"/>
            </a:lvl1pPr>
          </a:lstStyle>
          <a:p>
            <a:pPr lvl="0" rtl="0"/>
            <a:r>
              <a:rPr lang="es"/>
              <a:t>Haga clic en el icono para agregar una imagen</a:t>
            </a:r>
          </a:p>
        </p:txBody>
      </p:sp>
      <p:sp>
        <p:nvSpPr>
          <p:cNvPr id="4" name="Marcador de fecha 3">
            <a:extLst>
              <a:ext uri="{FF2B5EF4-FFF2-40B4-BE49-F238E27FC236}">
                <a16:creationId xmlns:a16="http://schemas.microsoft.com/office/drawing/2014/main" id="{7727357F-46A1-493A-A5E4-1D7FAE5B9960}"/>
              </a:ext>
            </a:extLst>
          </p:cNvPr>
          <p:cNvSpPr>
            <a:spLocks noGrp="1"/>
          </p:cNvSpPr>
          <p:nvPr>
            <p:ph type="dt" sz="half" idx="10"/>
          </p:nvPr>
        </p:nvSpPr>
        <p:spPr/>
        <p:txBody>
          <a:bodyPr rtlCol="0"/>
          <a:lstStyle/>
          <a:p>
            <a:pPr rtl="0"/>
            <a:fld id="{09E58DE0-2D5A-4C5D-BB9F-60B17AEDD2D8}" type="datetimeFigureOut">
              <a:rPr lang="en-US" smtClean="0"/>
              <a:t>7/8/2026</a:t>
            </a:fld>
            <a:endParaRPr lang="en-US"/>
          </a:p>
        </p:txBody>
      </p:sp>
      <p:sp>
        <p:nvSpPr>
          <p:cNvPr id="5" name="Marcador de pie de página 4">
            <a:extLst>
              <a:ext uri="{FF2B5EF4-FFF2-40B4-BE49-F238E27FC236}">
                <a16:creationId xmlns:a16="http://schemas.microsoft.com/office/drawing/2014/main" id="{C57277BC-26F9-4B14-A2DC-C7575C5A6393}"/>
              </a:ext>
            </a:extLst>
          </p:cNvPr>
          <p:cNvSpPr>
            <a:spLocks noGrp="1"/>
          </p:cNvSpPr>
          <p:nvPr>
            <p:ph type="ftr" sz="quarter" idx="11"/>
          </p:nvPr>
        </p:nvSpPr>
        <p:spPr/>
        <p:txBody>
          <a:bodyPr rtlCol="0"/>
          <a:lstStyle/>
          <a:p>
            <a:pPr rtl="0"/>
            <a:endParaRPr lang="en-US"/>
          </a:p>
        </p:txBody>
      </p:sp>
      <p:sp>
        <p:nvSpPr>
          <p:cNvPr id="6" name="Marcador de número de diapositiva 5">
            <a:extLst>
              <a:ext uri="{FF2B5EF4-FFF2-40B4-BE49-F238E27FC236}">
                <a16:creationId xmlns:a16="http://schemas.microsoft.com/office/drawing/2014/main" id="{107BC3FF-EE25-45FB-A7A8-AAA522F70748}"/>
              </a:ext>
            </a:extLst>
          </p:cNvPr>
          <p:cNvSpPr>
            <a:spLocks noGrp="1"/>
          </p:cNvSpPr>
          <p:nvPr>
            <p:ph type="sldNum" sz="quarter" idx="12"/>
          </p:nvPr>
        </p:nvSpPr>
        <p:spPr/>
        <p:txBody>
          <a:bodyPr rtlCol="0"/>
          <a:lstStyle/>
          <a:p>
            <a:pPr rtl="0"/>
            <a:fld id="{B37E107C-2248-4498-B52C-AA96C672919A}" type="slidenum">
              <a:rPr lang="en-US" smtClean="0"/>
              <a:t>‹Nº›</a:t>
            </a:fld>
            <a:endParaRPr lang="en-US"/>
          </a:p>
        </p:txBody>
      </p:sp>
      <p:sp>
        <p:nvSpPr>
          <p:cNvPr id="3" name="Marcador de contenido 2">
            <a:extLst>
              <a:ext uri="{FF2B5EF4-FFF2-40B4-BE49-F238E27FC236}">
                <a16:creationId xmlns:a16="http://schemas.microsoft.com/office/drawing/2014/main" id="{88C81FA8-039D-4BAF-8AAB-7B6616AFEEC6}"/>
              </a:ext>
            </a:extLst>
          </p:cNvPr>
          <p:cNvSpPr>
            <a:spLocks noGrp="1"/>
          </p:cNvSpPr>
          <p:nvPr>
            <p:ph idx="1"/>
          </p:nvPr>
        </p:nvSpPr>
        <p:spPr>
          <a:xfrm>
            <a:off x="7119642" y="2874837"/>
            <a:ext cx="4157958" cy="3068763"/>
          </a:xfrm>
        </p:spPr>
        <p:txBody>
          <a:bodyPr rtlCol="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2" name="Título 1">
            <a:extLst>
              <a:ext uri="{FF2B5EF4-FFF2-40B4-BE49-F238E27FC236}">
                <a16:creationId xmlns:a16="http://schemas.microsoft.com/office/drawing/2014/main" id="{9B0FF197-4D72-4945-8068-57D52018E6C9}"/>
              </a:ext>
            </a:extLst>
          </p:cNvPr>
          <p:cNvSpPr>
            <a:spLocks noGrp="1"/>
          </p:cNvSpPr>
          <p:nvPr>
            <p:ph type="title"/>
          </p:nvPr>
        </p:nvSpPr>
        <p:spPr>
          <a:xfrm>
            <a:off x="5298675" y="664670"/>
            <a:ext cx="5978925" cy="1700765"/>
          </a:xfrm>
        </p:spPr>
        <p:txBody>
          <a:bodyPr rtlCol="0">
            <a:normAutofit/>
          </a:bodyPr>
          <a:lstStyle>
            <a:lvl1pPr algn="l">
              <a:defRPr sz="4000">
                <a:solidFill>
                  <a:schemeClr val="bg1"/>
                </a:solidFill>
                <a:highlight>
                  <a:srgbClr val="000000"/>
                </a:highlight>
              </a:defRPr>
            </a:lvl1pPr>
          </a:lstStyle>
          <a:p>
            <a:pPr rtl="0"/>
            <a:r>
              <a:rPr lang="es"/>
              <a:t>Haga clic para modificar el estilo de título del patrón</a:t>
            </a:r>
            <a:endParaRPr lang="en-US"/>
          </a:p>
        </p:txBody>
      </p:sp>
    </p:spTree>
    <p:extLst>
      <p:ext uri="{BB962C8B-B14F-4D97-AF65-F5344CB8AC3E}">
        <p14:creationId xmlns:p14="http://schemas.microsoft.com/office/powerpoint/2010/main" val="1672993426"/>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Diseño de tres fotos 2">
    <p:spTree>
      <p:nvGrpSpPr>
        <p:cNvPr id="1" name=""/>
        <p:cNvGrpSpPr/>
        <p:nvPr/>
      </p:nvGrpSpPr>
      <p:grpSpPr>
        <a:xfrm>
          <a:off x="0" y="0"/>
          <a:ext cx="0" cy="0"/>
          <a:chOff x="0" y="0"/>
          <a:chExt cx="0" cy="0"/>
        </a:xfrm>
      </p:grpSpPr>
      <p:sp>
        <p:nvSpPr>
          <p:cNvPr id="14" name="Marcador de posición de imagen 13">
            <a:extLst>
              <a:ext uri="{FF2B5EF4-FFF2-40B4-BE49-F238E27FC236}">
                <a16:creationId xmlns:a16="http://schemas.microsoft.com/office/drawing/2014/main" id="{C862F182-2E5E-6FE9-60FC-DE6FE1129C8D}"/>
              </a:ext>
            </a:extLst>
          </p:cNvPr>
          <p:cNvSpPr>
            <a:spLocks noGrp="1"/>
          </p:cNvSpPr>
          <p:nvPr>
            <p:ph type="pic" sz="quarter" idx="13"/>
          </p:nvPr>
        </p:nvSpPr>
        <p:spPr>
          <a:xfrm>
            <a:off x="4076699" y="0"/>
            <a:ext cx="2683775" cy="2836282"/>
          </a:xfrm>
          <a:blipFill>
            <a:blip r:embed="rId2">
              <a:alphaModFix amt="70000"/>
              <a:extLst>
                <a:ext uri="{28A0092B-C50C-407E-A947-70E740481C1C}">
                  <a14:useLocalDpi xmlns:a14="http://schemas.microsoft.com/office/drawing/2010/main" val="0"/>
                </a:ext>
              </a:extLst>
            </a:blip>
            <a:stretch>
              <a:fillRect/>
            </a:stretch>
          </a:blipFill>
        </p:spPr>
        <p:txBody>
          <a:bodyPr vert="horz" lIns="91440" tIns="0" rIns="0" bIns="0" rtlCol="0">
            <a:noAutofit/>
          </a:bodyPr>
          <a:lstStyle>
            <a:lvl1pPr>
              <a:defRPr lang="en-US" sz="2400" b="0" i="0"/>
            </a:lvl1pPr>
          </a:lstStyle>
          <a:p>
            <a:pPr marL="0" lvl="0" indent="0" rtl="0">
              <a:lnSpc>
                <a:spcPct val="150000"/>
              </a:lnSpc>
              <a:buFontTx/>
              <a:buNone/>
            </a:pPr>
            <a:r>
              <a:rPr lang="es"/>
              <a:t>Haga clic en el icono para agregar una imagen</a:t>
            </a:r>
          </a:p>
        </p:txBody>
      </p:sp>
      <p:sp>
        <p:nvSpPr>
          <p:cNvPr id="15" name="Marcador de posición de imagen 13">
            <a:extLst>
              <a:ext uri="{FF2B5EF4-FFF2-40B4-BE49-F238E27FC236}">
                <a16:creationId xmlns:a16="http://schemas.microsoft.com/office/drawing/2014/main" id="{7A4CD5C1-08C3-FFD4-3750-5118BD595B58}"/>
              </a:ext>
            </a:extLst>
          </p:cNvPr>
          <p:cNvSpPr>
            <a:spLocks noGrp="1"/>
          </p:cNvSpPr>
          <p:nvPr>
            <p:ph type="pic" sz="quarter" idx="14"/>
          </p:nvPr>
        </p:nvSpPr>
        <p:spPr>
          <a:xfrm>
            <a:off x="6793074" y="0"/>
            <a:ext cx="2683775" cy="2836282"/>
          </a:xfrm>
          <a:blipFill>
            <a:blip r:embed="rId2">
              <a:alphaModFix amt="70000"/>
              <a:extLst>
                <a:ext uri="{28A0092B-C50C-407E-A947-70E740481C1C}">
                  <a14:useLocalDpi xmlns:a14="http://schemas.microsoft.com/office/drawing/2010/main" val="0"/>
                </a:ext>
              </a:extLst>
            </a:blip>
            <a:stretch>
              <a:fillRect/>
            </a:stretch>
          </a:blipFill>
        </p:spPr>
        <p:txBody>
          <a:bodyPr vert="horz" lIns="91440" tIns="0" rIns="0" bIns="0" rtlCol="0">
            <a:noAutofit/>
          </a:bodyPr>
          <a:lstStyle>
            <a:lvl1pPr>
              <a:defRPr lang="en-US" sz="2400" b="0" i="0"/>
            </a:lvl1pPr>
          </a:lstStyle>
          <a:p>
            <a:pPr marL="0" lvl="0" indent="0" rtl="0">
              <a:lnSpc>
                <a:spcPct val="150000"/>
              </a:lnSpc>
              <a:buFontTx/>
              <a:buNone/>
            </a:pPr>
            <a:r>
              <a:rPr lang="es"/>
              <a:t>Haga clic en el icono para agregar una imagen</a:t>
            </a:r>
          </a:p>
        </p:txBody>
      </p:sp>
      <p:sp>
        <p:nvSpPr>
          <p:cNvPr id="12" name="Marcador de posición de imagen 13">
            <a:extLst>
              <a:ext uri="{FF2B5EF4-FFF2-40B4-BE49-F238E27FC236}">
                <a16:creationId xmlns:a16="http://schemas.microsoft.com/office/drawing/2014/main" id="{846440B9-87D8-A71E-771E-6771EF88B865}"/>
              </a:ext>
            </a:extLst>
          </p:cNvPr>
          <p:cNvSpPr>
            <a:spLocks noGrp="1"/>
          </p:cNvSpPr>
          <p:nvPr>
            <p:ph type="pic" sz="quarter" idx="16"/>
          </p:nvPr>
        </p:nvSpPr>
        <p:spPr>
          <a:xfrm>
            <a:off x="9506949" y="0"/>
            <a:ext cx="2685051" cy="2836282"/>
          </a:xfrm>
          <a:blipFill>
            <a:blip r:embed="rId2">
              <a:alphaModFix amt="70000"/>
              <a:extLst>
                <a:ext uri="{28A0092B-C50C-407E-A947-70E740481C1C}">
                  <a14:useLocalDpi xmlns:a14="http://schemas.microsoft.com/office/drawing/2010/main" val="0"/>
                </a:ext>
              </a:extLst>
            </a:blip>
            <a:stretch>
              <a:fillRect/>
            </a:stretch>
          </a:blipFill>
        </p:spPr>
        <p:txBody>
          <a:bodyPr vert="horz" lIns="91440" tIns="0" rIns="0" bIns="0" rtlCol="0">
            <a:noAutofit/>
          </a:bodyPr>
          <a:lstStyle>
            <a:lvl1pPr>
              <a:defRPr lang="en-US" sz="2400" b="0" i="0"/>
            </a:lvl1pPr>
          </a:lstStyle>
          <a:p>
            <a:pPr marL="0" lvl="0" indent="0" rtl="0">
              <a:lnSpc>
                <a:spcPct val="150000"/>
              </a:lnSpc>
              <a:buFontTx/>
              <a:buNone/>
            </a:pPr>
            <a:r>
              <a:rPr lang="es"/>
              <a:t>Haga clic en el icono para agregar una imagen</a:t>
            </a:r>
          </a:p>
        </p:txBody>
      </p:sp>
      <p:sp>
        <p:nvSpPr>
          <p:cNvPr id="4" name="Marcador de fecha 3">
            <a:extLst>
              <a:ext uri="{FF2B5EF4-FFF2-40B4-BE49-F238E27FC236}">
                <a16:creationId xmlns:a16="http://schemas.microsoft.com/office/drawing/2014/main" id="{7727357F-46A1-493A-A5E4-1D7FAE5B9960}"/>
              </a:ext>
            </a:extLst>
          </p:cNvPr>
          <p:cNvSpPr>
            <a:spLocks noGrp="1"/>
          </p:cNvSpPr>
          <p:nvPr>
            <p:ph type="dt" sz="half" idx="10"/>
          </p:nvPr>
        </p:nvSpPr>
        <p:spPr/>
        <p:txBody>
          <a:bodyPr rtlCol="0"/>
          <a:lstStyle/>
          <a:p>
            <a:pPr rtl="0"/>
            <a:fld id="{09E58DE0-2D5A-4C5D-BB9F-60B17AEDD2D8}" type="datetimeFigureOut">
              <a:rPr lang="en-US" smtClean="0"/>
              <a:t>7/8/2026</a:t>
            </a:fld>
            <a:endParaRPr lang="en-US"/>
          </a:p>
        </p:txBody>
      </p:sp>
      <p:sp>
        <p:nvSpPr>
          <p:cNvPr id="5" name="Marcador de pie de página 4">
            <a:extLst>
              <a:ext uri="{FF2B5EF4-FFF2-40B4-BE49-F238E27FC236}">
                <a16:creationId xmlns:a16="http://schemas.microsoft.com/office/drawing/2014/main" id="{C57277BC-26F9-4B14-A2DC-C7575C5A6393}"/>
              </a:ext>
            </a:extLst>
          </p:cNvPr>
          <p:cNvSpPr>
            <a:spLocks noGrp="1"/>
          </p:cNvSpPr>
          <p:nvPr>
            <p:ph type="ftr" sz="quarter" idx="11"/>
          </p:nvPr>
        </p:nvSpPr>
        <p:spPr/>
        <p:txBody>
          <a:bodyPr rtlCol="0"/>
          <a:lstStyle/>
          <a:p>
            <a:pPr rtl="0"/>
            <a:endParaRPr lang="en-US"/>
          </a:p>
        </p:txBody>
      </p:sp>
      <p:sp>
        <p:nvSpPr>
          <p:cNvPr id="6" name="Marcador de número de diapositiva 5">
            <a:extLst>
              <a:ext uri="{FF2B5EF4-FFF2-40B4-BE49-F238E27FC236}">
                <a16:creationId xmlns:a16="http://schemas.microsoft.com/office/drawing/2014/main" id="{107BC3FF-EE25-45FB-A7A8-AAA522F70748}"/>
              </a:ext>
            </a:extLst>
          </p:cNvPr>
          <p:cNvSpPr>
            <a:spLocks noGrp="1"/>
          </p:cNvSpPr>
          <p:nvPr>
            <p:ph type="sldNum" sz="quarter" idx="12"/>
          </p:nvPr>
        </p:nvSpPr>
        <p:spPr/>
        <p:txBody>
          <a:bodyPr rtlCol="0"/>
          <a:lstStyle/>
          <a:p>
            <a:pPr rtl="0"/>
            <a:fld id="{B37E107C-2248-4498-B52C-AA96C672919A}" type="slidenum">
              <a:rPr lang="en-US" smtClean="0"/>
              <a:t>‹Nº›</a:t>
            </a:fld>
            <a:endParaRPr lang="en-US"/>
          </a:p>
        </p:txBody>
      </p:sp>
      <p:sp>
        <p:nvSpPr>
          <p:cNvPr id="3" name="Marcador de contenido 2">
            <a:extLst>
              <a:ext uri="{FF2B5EF4-FFF2-40B4-BE49-F238E27FC236}">
                <a16:creationId xmlns:a16="http://schemas.microsoft.com/office/drawing/2014/main" id="{88C81FA8-039D-4BAF-8AAB-7B6616AFEEC6}"/>
              </a:ext>
            </a:extLst>
          </p:cNvPr>
          <p:cNvSpPr>
            <a:spLocks noGrp="1"/>
          </p:cNvSpPr>
          <p:nvPr>
            <p:ph idx="1"/>
          </p:nvPr>
        </p:nvSpPr>
        <p:spPr>
          <a:xfrm>
            <a:off x="4076699" y="3429000"/>
            <a:ext cx="6079577" cy="2781300"/>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2" name="Título 1">
            <a:extLst>
              <a:ext uri="{FF2B5EF4-FFF2-40B4-BE49-F238E27FC236}">
                <a16:creationId xmlns:a16="http://schemas.microsoft.com/office/drawing/2014/main" id="{9B0FF197-4D72-4945-8068-57D52018E6C9}"/>
              </a:ext>
            </a:extLst>
          </p:cNvPr>
          <p:cNvSpPr>
            <a:spLocks noGrp="1"/>
          </p:cNvSpPr>
          <p:nvPr>
            <p:ph type="title"/>
          </p:nvPr>
        </p:nvSpPr>
        <p:spPr>
          <a:xfrm>
            <a:off x="652371" y="647700"/>
            <a:ext cx="4839928" cy="1880755"/>
          </a:xfrm>
        </p:spPr>
        <p:txBody>
          <a:bodyPr rtlCol="0">
            <a:noAutofit/>
          </a:bodyPr>
          <a:lstStyle>
            <a:lvl1pPr algn="l">
              <a:defRPr sz="4000">
                <a:solidFill>
                  <a:schemeClr val="bg1"/>
                </a:solidFill>
                <a:highlight>
                  <a:srgbClr val="000000"/>
                </a:highlight>
              </a:defRPr>
            </a:lvl1pPr>
          </a:lstStyle>
          <a:p>
            <a:pPr rtl="0"/>
            <a:r>
              <a:rPr lang="es"/>
              <a:t>Haga clic para modificar el estilo de título del patrón</a:t>
            </a:r>
            <a:endParaRPr lang="en-US"/>
          </a:p>
        </p:txBody>
      </p:sp>
    </p:spTree>
    <p:extLst>
      <p:ext uri="{BB962C8B-B14F-4D97-AF65-F5344CB8AC3E}">
        <p14:creationId xmlns:p14="http://schemas.microsoft.com/office/powerpoint/2010/main" val="1121859996"/>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Diseño de tres fotos 3">
    <p:bg>
      <p:bgPr>
        <a:solidFill>
          <a:schemeClr val="bg1"/>
        </a:solidFill>
        <a:effectLst/>
      </p:bgPr>
    </p:bg>
    <p:spTree>
      <p:nvGrpSpPr>
        <p:cNvPr id="1" name=""/>
        <p:cNvGrpSpPr/>
        <p:nvPr/>
      </p:nvGrpSpPr>
      <p:grpSpPr>
        <a:xfrm>
          <a:off x="0" y="0"/>
          <a:ext cx="0" cy="0"/>
          <a:chOff x="0" y="0"/>
          <a:chExt cx="0" cy="0"/>
        </a:xfrm>
      </p:grpSpPr>
      <p:sp>
        <p:nvSpPr>
          <p:cNvPr id="15" name="Marcador de posición de imagen 12">
            <a:extLst>
              <a:ext uri="{FF2B5EF4-FFF2-40B4-BE49-F238E27FC236}">
                <a16:creationId xmlns:a16="http://schemas.microsoft.com/office/drawing/2014/main" id="{2373D9BC-90A4-4F94-BD50-9CCB055EE805}"/>
              </a:ext>
            </a:extLst>
          </p:cNvPr>
          <p:cNvSpPr>
            <a:spLocks noGrp="1"/>
          </p:cNvSpPr>
          <p:nvPr>
            <p:ph type="pic" sz="quarter" idx="16"/>
          </p:nvPr>
        </p:nvSpPr>
        <p:spPr>
          <a:xfrm>
            <a:off x="8188622" y="3459747"/>
            <a:ext cx="4003378" cy="3398253"/>
          </a:xfrm>
          <a:blipFill>
            <a:blip r:embed="rId2">
              <a:alphaModFix amt="70000"/>
              <a:extLst>
                <a:ext uri="{28A0092B-C50C-407E-A947-70E740481C1C}">
                  <a14:useLocalDpi xmlns:a14="http://schemas.microsoft.com/office/drawing/2010/main" val="0"/>
                </a:ext>
              </a:extLst>
            </a:blip>
            <a:stretch>
              <a:fillRect/>
            </a:stretch>
          </a:blipFill>
        </p:spPr>
        <p:txBody>
          <a:bodyPr vert="horz" lIns="91440" tIns="0" rIns="0" bIns="0" rtlCol="0">
            <a:noAutofit/>
          </a:bodyPr>
          <a:lstStyle>
            <a:lvl1pPr>
              <a:defRPr lang="en-US" sz="2400" b="0" i="0"/>
            </a:lvl1pPr>
          </a:lstStyle>
          <a:p>
            <a:pPr marL="0" lvl="0" indent="0" rtl="0">
              <a:lnSpc>
                <a:spcPct val="150000"/>
              </a:lnSpc>
              <a:buFontTx/>
              <a:buNone/>
            </a:pPr>
            <a:r>
              <a:rPr lang="es"/>
              <a:t>Haga clic en el icono para agregar una imagen</a:t>
            </a:r>
          </a:p>
        </p:txBody>
      </p:sp>
      <p:sp>
        <p:nvSpPr>
          <p:cNvPr id="14" name="Marcador de posición de imagen 12">
            <a:extLst>
              <a:ext uri="{FF2B5EF4-FFF2-40B4-BE49-F238E27FC236}">
                <a16:creationId xmlns:a16="http://schemas.microsoft.com/office/drawing/2014/main" id="{1C768CD2-5235-9975-0B69-EDC3C9DA66EF}"/>
              </a:ext>
            </a:extLst>
          </p:cNvPr>
          <p:cNvSpPr>
            <a:spLocks noGrp="1"/>
          </p:cNvSpPr>
          <p:nvPr>
            <p:ph type="pic" sz="quarter" idx="15"/>
          </p:nvPr>
        </p:nvSpPr>
        <p:spPr>
          <a:xfrm>
            <a:off x="8188622" y="0"/>
            <a:ext cx="4003378" cy="3398253"/>
          </a:xfrm>
          <a:blipFill>
            <a:blip r:embed="rId2">
              <a:alphaModFix amt="70000"/>
              <a:extLst>
                <a:ext uri="{28A0092B-C50C-407E-A947-70E740481C1C}">
                  <a14:useLocalDpi xmlns:a14="http://schemas.microsoft.com/office/drawing/2010/main" val="0"/>
                </a:ext>
              </a:extLst>
            </a:blip>
            <a:stretch>
              <a:fillRect/>
            </a:stretch>
          </a:blipFill>
        </p:spPr>
        <p:txBody>
          <a:bodyPr vert="horz" lIns="91440" tIns="0" rIns="0" bIns="0" rtlCol="0">
            <a:noAutofit/>
          </a:bodyPr>
          <a:lstStyle>
            <a:lvl1pPr>
              <a:defRPr lang="en-US" sz="2400" b="0" i="0"/>
            </a:lvl1pPr>
          </a:lstStyle>
          <a:p>
            <a:pPr marL="0" lvl="0" indent="0" rtl="0">
              <a:lnSpc>
                <a:spcPct val="150000"/>
              </a:lnSpc>
              <a:buFontTx/>
              <a:buNone/>
            </a:pPr>
            <a:r>
              <a:rPr lang="es"/>
              <a:t>Haga clic en el icono para agregar una imagen</a:t>
            </a:r>
          </a:p>
        </p:txBody>
      </p:sp>
      <p:sp>
        <p:nvSpPr>
          <p:cNvPr id="13" name="Marcador de posición de imagen 12">
            <a:extLst>
              <a:ext uri="{FF2B5EF4-FFF2-40B4-BE49-F238E27FC236}">
                <a16:creationId xmlns:a16="http://schemas.microsoft.com/office/drawing/2014/main" id="{E665258A-9629-D734-D3AE-AF4576FA5532}"/>
              </a:ext>
            </a:extLst>
          </p:cNvPr>
          <p:cNvSpPr>
            <a:spLocks noGrp="1"/>
          </p:cNvSpPr>
          <p:nvPr>
            <p:ph type="pic" sz="quarter" idx="14"/>
          </p:nvPr>
        </p:nvSpPr>
        <p:spPr>
          <a:xfrm>
            <a:off x="0" y="-8201"/>
            <a:ext cx="8126413" cy="6866201"/>
          </a:xfrm>
          <a:blipFill>
            <a:blip r:embed="rId2">
              <a:alphaModFix amt="70000"/>
              <a:extLst>
                <a:ext uri="{28A0092B-C50C-407E-A947-70E740481C1C}">
                  <a14:useLocalDpi xmlns:a14="http://schemas.microsoft.com/office/drawing/2010/main" val="0"/>
                </a:ext>
              </a:extLst>
            </a:blip>
            <a:stretch>
              <a:fillRect/>
            </a:stretch>
          </a:blipFill>
        </p:spPr>
        <p:txBody>
          <a:bodyPr vert="horz" lIns="91440" tIns="0" rIns="0" bIns="0" rtlCol="0">
            <a:noAutofit/>
          </a:bodyPr>
          <a:lstStyle>
            <a:lvl1pPr>
              <a:defRPr lang="en-US" sz="2400" b="0" i="0" dirty="0"/>
            </a:lvl1pPr>
          </a:lstStyle>
          <a:p>
            <a:pPr marL="0" lvl="0" indent="0" rtl="0">
              <a:lnSpc>
                <a:spcPct val="150000"/>
              </a:lnSpc>
              <a:buFontTx/>
              <a:buNone/>
            </a:pPr>
            <a:r>
              <a:rPr lang="es"/>
              <a:t>Haga clic en el icono para agregar una imagen</a:t>
            </a:r>
            <a:endParaRPr lang="en-US"/>
          </a:p>
        </p:txBody>
      </p:sp>
      <p:sp>
        <p:nvSpPr>
          <p:cNvPr id="4" name="Marcador de fecha 3">
            <a:extLst>
              <a:ext uri="{FF2B5EF4-FFF2-40B4-BE49-F238E27FC236}">
                <a16:creationId xmlns:a16="http://schemas.microsoft.com/office/drawing/2014/main" id="{7727357F-46A1-493A-A5E4-1D7FAE5B9960}"/>
              </a:ext>
            </a:extLst>
          </p:cNvPr>
          <p:cNvSpPr>
            <a:spLocks noGrp="1"/>
          </p:cNvSpPr>
          <p:nvPr>
            <p:ph type="dt" sz="half" idx="10"/>
          </p:nvPr>
        </p:nvSpPr>
        <p:spPr/>
        <p:txBody>
          <a:bodyPr rtlCol="0"/>
          <a:lstStyle>
            <a:lvl1pPr>
              <a:defRPr>
                <a:solidFill>
                  <a:schemeClr val="bg1"/>
                </a:solidFill>
              </a:defRPr>
            </a:lvl1pPr>
          </a:lstStyle>
          <a:p>
            <a:pPr rtl="0"/>
            <a:fld id="{09E58DE0-2D5A-4C5D-BB9F-60B17AEDD2D8}" type="datetimeFigureOut">
              <a:rPr lang="en-US" smtClean="0"/>
              <a:pPr rtl="0"/>
              <a:t>7/8/2026</a:t>
            </a:fld>
            <a:endParaRPr lang="en-US"/>
          </a:p>
        </p:txBody>
      </p:sp>
      <p:sp>
        <p:nvSpPr>
          <p:cNvPr id="5" name="Marcador de pie de página 4">
            <a:extLst>
              <a:ext uri="{FF2B5EF4-FFF2-40B4-BE49-F238E27FC236}">
                <a16:creationId xmlns:a16="http://schemas.microsoft.com/office/drawing/2014/main" id="{C57277BC-26F9-4B14-A2DC-C7575C5A6393}"/>
              </a:ext>
            </a:extLst>
          </p:cNvPr>
          <p:cNvSpPr>
            <a:spLocks noGrp="1"/>
          </p:cNvSpPr>
          <p:nvPr>
            <p:ph type="ftr" sz="quarter" idx="11"/>
          </p:nvPr>
        </p:nvSpPr>
        <p:spPr/>
        <p:txBody>
          <a:bodyPr rtlCol="0"/>
          <a:lstStyle>
            <a:lvl1pPr>
              <a:defRPr>
                <a:solidFill>
                  <a:schemeClr val="bg1"/>
                </a:solidFill>
              </a:defRPr>
            </a:lvl1pPr>
          </a:lstStyle>
          <a:p>
            <a:pPr rtl="0"/>
            <a:endParaRPr lang="en-US"/>
          </a:p>
        </p:txBody>
      </p:sp>
      <p:sp>
        <p:nvSpPr>
          <p:cNvPr id="6" name="Marcador de número de diapositiva 5">
            <a:extLst>
              <a:ext uri="{FF2B5EF4-FFF2-40B4-BE49-F238E27FC236}">
                <a16:creationId xmlns:a16="http://schemas.microsoft.com/office/drawing/2014/main" id="{107BC3FF-EE25-45FB-A7A8-AAA522F70748}"/>
              </a:ext>
            </a:extLst>
          </p:cNvPr>
          <p:cNvSpPr>
            <a:spLocks noGrp="1"/>
          </p:cNvSpPr>
          <p:nvPr>
            <p:ph type="sldNum" sz="quarter" idx="12"/>
          </p:nvPr>
        </p:nvSpPr>
        <p:spPr/>
        <p:txBody>
          <a:bodyPr rtlCol="0"/>
          <a:lstStyle>
            <a:lvl1pPr>
              <a:defRPr>
                <a:solidFill>
                  <a:schemeClr val="bg1"/>
                </a:solidFill>
              </a:defRPr>
            </a:lvl1pPr>
          </a:lstStyle>
          <a:p>
            <a:pPr rtl="0"/>
            <a:fld id="{B37E107C-2248-4498-B52C-AA96C672919A}" type="slidenum">
              <a:rPr lang="en-US" smtClean="0"/>
              <a:pPr rtl="0"/>
              <a:t>‹Nº›</a:t>
            </a:fld>
            <a:endParaRPr lang="en-US"/>
          </a:p>
        </p:txBody>
      </p:sp>
      <p:sp>
        <p:nvSpPr>
          <p:cNvPr id="3" name="Marcador de contenido 2">
            <a:extLst>
              <a:ext uri="{FF2B5EF4-FFF2-40B4-BE49-F238E27FC236}">
                <a16:creationId xmlns:a16="http://schemas.microsoft.com/office/drawing/2014/main" id="{88C81FA8-039D-4BAF-8AAB-7B6616AFEEC6}"/>
              </a:ext>
            </a:extLst>
          </p:cNvPr>
          <p:cNvSpPr>
            <a:spLocks noGrp="1"/>
          </p:cNvSpPr>
          <p:nvPr>
            <p:ph idx="1"/>
          </p:nvPr>
        </p:nvSpPr>
        <p:spPr>
          <a:xfrm>
            <a:off x="652371" y="5075225"/>
            <a:ext cx="3424329" cy="926020"/>
          </a:xfrm>
        </p:spPr>
        <p:txBody>
          <a:bodyPr rtlCol="0"/>
          <a:lstStyle>
            <a:lvl1pPr marL="0" indent="0">
              <a:buNone/>
              <a:defRPr lang="en-US" sz="2000" kern="1200" dirty="0">
                <a:solidFill>
                  <a:srgbClr val="FFFFFF"/>
                </a:solidFill>
                <a:effectLst>
                  <a:outerShdw blurRad="38100" dist="38100" dir="2700000" algn="tl">
                    <a:srgbClr val="000000">
                      <a:alpha val="43137"/>
                    </a:srgbClr>
                  </a:outerShdw>
                </a:effectLst>
                <a:latin typeface="+mn-lt"/>
                <a:ea typeface="+mn-ea"/>
                <a:cs typeface="+mn-cs"/>
              </a:defRPr>
            </a:lvl1pPr>
            <a:lvl2pPr marL="228600" indent="0">
              <a:buNone/>
              <a:defRPr lang="en-US" sz="2000" kern="1200" dirty="0">
                <a:solidFill>
                  <a:srgbClr val="FFFFFF"/>
                </a:solidFill>
                <a:effectLst>
                  <a:outerShdw blurRad="38100" dist="38100" dir="2700000" algn="tl">
                    <a:srgbClr val="000000">
                      <a:alpha val="43137"/>
                    </a:srgbClr>
                  </a:outerShdw>
                </a:effectLst>
                <a:latin typeface="+mn-lt"/>
                <a:ea typeface="+mn-ea"/>
                <a:cs typeface="+mn-cs"/>
              </a:defRPr>
            </a:lvl2pPr>
            <a:lvl3pPr>
              <a:defRPr>
                <a:solidFill>
                  <a:schemeClr val="bg1"/>
                </a:solidFill>
              </a:defRPr>
            </a:lvl3pPr>
            <a:lvl4pPr>
              <a:defRPr>
                <a:solidFill>
                  <a:schemeClr val="bg1"/>
                </a:solidFill>
              </a:defRPr>
            </a:lvl4pPr>
            <a:lvl5pPr>
              <a:defRPr>
                <a:solidFill>
                  <a:schemeClr val="bg1"/>
                </a:solidFill>
              </a:defRPr>
            </a:lvl5pPr>
          </a:lstStyle>
          <a:p>
            <a:pPr lvl="0" rtl="0"/>
            <a:r>
              <a:rPr lang="es"/>
              <a:t>Haga clic para modificar los estilos de texto del patrón</a:t>
            </a:r>
          </a:p>
        </p:txBody>
      </p:sp>
      <p:sp>
        <p:nvSpPr>
          <p:cNvPr id="2" name="Título 1">
            <a:extLst>
              <a:ext uri="{FF2B5EF4-FFF2-40B4-BE49-F238E27FC236}">
                <a16:creationId xmlns:a16="http://schemas.microsoft.com/office/drawing/2014/main" id="{9B0FF197-4D72-4945-8068-57D52018E6C9}"/>
              </a:ext>
            </a:extLst>
          </p:cNvPr>
          <p:cNvSpPr>
            <a:spLocks noGrp="1"/>
          </p:cNvSpPr>
          <p:nvPr>
            <p:ph type="title"/>
          </p:nvPr>
        </p:nvSpPr>
        <p:spPr>
          <a:xfrm>
            <a:off x="647700" y="1327355"/>
            <a:ext cx="4152900" cy="3435144"/>
          </a:xfrm>
        </p:spPr>
        <p:txBody>
          <a:bodyPr rtlCol="0">
            <a:normAutofit/>
          </a:bodyPr>
          <a:lstStyle>
            <a:lvl1pPr>
              <a:defRPr sz="4000">
                <a:solidFill>
                  <a:schemeClr val="bg1"/>
                </a:solidFill>
                <a:highlight>
                  <a:srgbClr val="000000"/>
                </a:highlight>
              </a:defRPr>
            </a:lvl1pPr>
          </a:lstStyle>
          <a:p>
            <a:pPr rtl="0"/>
            <a:r>
              <a:rPr lang="es"/>
              <a:t>Haga clic para modificar el estilo de título del patrón</a:t>
            </a:r>
          </a:p>
        </p:txBody>
      </p:sp>
    </p:spTree>
    <p:extLst>
      <p:ext uri="{BB962C8B-B14F-4D97-AF65-F5344CB8AC3E}">
        <p14:creationId xmlns:p14="http://schemas.microsoft.com/office/powerpoint/2010/main" val="2683622845"/>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Contenido alineado al medio">
    <p:spTree>
      <p:nvGrpSpPr>
        <p:cNvPr id="1" name=""/>
        <p:cNvGrpSpPr/>
        <p:nvPr/>
      </p:nvGrpSpPr>
      <p:grpSpPr>
        <a:xfrm>
          <a:off x="0" y="0"/>
          <a:ext cx="0" cy="0"/>
          <a:chOff x="0" y="0"/>
          <a:chExt cx="0" cy="0"/>
        </a:xfrm>
      </p:grpSpPr>
      <p:sp>
        <p:nvSpPr>
          <p:cNvPr id="4" name="Marcador de fecha 3">
            <a:extLst>
              <a:ext uri="{FF2B5EF4-FFF2-40B4-BE49-F238E27FC236}">
                <a16:creationId xmlns:a16="http://schemas.microsoft.com/office/drawing/2014/main" id="{7727357F-46A1-493A-A5E4-1D7FAE5B9960}"/>
              </a:ext>
            </a:extLst>
          </p:cNvPr>
          <p:cNvSpPr>
            <a:spLocks noGrp="1"/>
          </p:cNvSpPr>
          <p:nvPr>
            <p:ph type="dt" sz="half" idx="10"/>
          </p:nvPr>
        </p:nvSpPr>
        <p:spPr/>
        <p:txBody>
          <a:bodyPr rtlCol="0"/>
          <a:lstStyle/>
          <a:p>
            <a:pPr rtl="0"/>
            <a:fld id="{09E58DE0-2D5A-4C5D-BB9F-60B17AEDD2D8}" type="datetimeFigureOut">
              <a:rPr lang="en-US" smtClean="0"/>
              <a:t>7/8/2026</a:t>
            </a:fld>
            <a:endParaRPr lang="en-US"/>
          </a:p>
        </p:txBody>
      </p:sp>
      <p:sp>
        <p:nvSpPr>
          <p:cNvPr id="5" name="Marcador de pie de página 4">
            <a:extLst>
              <a:ext uri="{FF2B5EF4-FFF2-40B4-BE49-F238E27FC236}">
                <a16:creationId xmlns:a16="http://schemas.microsoft.com/office/drawing/2014/main" id="{C57277BC-26F9-4B14-A2DC-C7575C5A6393}"/>
              </a:ext>
            </a:extLst>
          </p:cNvPr>
          <p:cNvSpPr>
            <a:spLocks noGrp="1"/>
          </p:cNvSpPr>
          <p:nvPr>
            <p:ph type="ftr" sz="quarter" idx="11"/>
          </p:nvPr>
        </p:nvSpPr>
        <p:spPr/>
        <p:txBody>
          <a:bodyPr rtlCol="0"/>
          <a:lstStyle/>
          <a:p>
            <a:pPr rtl="0"/>
            <a:endParaRPr lang="en-US"/>
          </a:p>
        </p:txBody>
      </p:sp>
      <p:sp>
        <p:nvSpPr>
          <p:cNvPr id="6" name="Marcador de número de diapositiva 5">
            <a:extLst>
              <a:ext uri="{FF2B5EF4-FFF2-40B4-BE49-F238E27FC236}">
                <a16:creationId xmlns:a16="http://schemas.microsoft.com/office/drawing/2014/main" id="{107BC3FF-EE25-45FB-A7A8-AAA522F70748}"/>
              </a:ext>
            </a:extLst>
          </p:cNvPr>
          <p:cNvSpPr>
            <a:spLocks noGrp="1"/>
          </p:cNvSpPr>
          <p:nvPr>
            <p:ph type="sldNum" sz="quarter" idx="12"/>
          </p:nvPr>
        </p:nvSpPr>
        <p:spPr/>
        <p:txBody>
          <a:bodyPr rtlCol="0"/>
          <a:lstStyle/>
          <a:p>
            <a:pPr rtl="0"/>
            <a:fld id="{B37E107C-2248-4498-B52C-AA96C672919A}" type="slidenum">
              <a:rPr lang="en-US" smtClean="0"/>
              <a:t>‹Nº›</a:t>
            </a:fld>
            <a:endParaRPr lang="en-US"/>
          </a:p>
        </p:txBody>
      </p:sp>
      <p:sp>
        <p:nvSpPr>
          <p:cNvPr id="3" name="Marcador de contenido 2">
            <a:extLst>
              <a:ext uri="{FF2B5EF4-FFF2-40B4-BE49-F238E27FC236}">
                <a16:creationId xmlns:a16="http://schemas.microsoft.com/office/drawing/2014/main" id="{88C81FA8-039D-4BAF-8AAB-7B6616AFEEC6}"/>
              </a:ext>
            </a:extLst>
          </p:cNvPr>
          <p:cNvSpPr>
            <a:spLocks noGrp="1"/>
          </p:cNvSpPr>
          <p:nvPr>
            <p:ph idx="1"/>
          </p:nvPr>
        </p:nvSpPr>
        <p:spPr>
          <a:xfrm>
            <a:off x="2983705" y="3071903"/>
            <a:ext cx="6224587" cy="2871695"/>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2" name="Título 1">
            <a:extLst>
              <a:ext uri="{FF2B5EF4-FFF2-40B4-BE49-F238E27FC236}">
                <a16:creationId xmlns:a16="http://schemas.microsoft.com/office/drawing/2014/main" id="{9B0FF197-4D72-4945-8068-57D52018E6C9}"/>
              </a:ext>
            </a:extLst>
          </p:cNvPr>
          <p:cNvSpPr>
            <a:spLocks noGrp="1"/>
          </p:cNvSpPr>
          <p:nvPr>
            <p:ph type="title"/>
          </p:nvPr>
        </p:nvSpPr>
        <p:spPr>
          <a:xfrm>
            <a:off x="2983705" y="1255056"/>
            <a:ext cx="6224588" cy="1451820"/>
          </a:xfrm>
        </p:spPr>
        <p:txBody>
          <a:bodyPr rtlCol="0">
            <a:noAutofit/>
          </a:bodyPr>
          <a:lstStyle>
            <a:lvl1pPr>
              <a:defRPr sz="4000">
                <a:solidFill>
                  <a:schemeClr val="bg1"/>
                </a:solidFill>
                <a:highlight>
                  <a:srgbClr val="000000"/>
                </a:highlight>
              </a:defRPr>
            </a:lvl1pPr>
          </a:lstStyle>
          <a:p>
            <a:pPr rtl="0"/>
            <a:r>
              <a:rPr lang="es"/>
              <a:t>Haga clic para modificar el estilo de título del patrón</a:t>
            </a:r>
            <a:endParaRPr lang="en-US"/>
          </a:p>
        </p:txBody>
      </p:sp>
    </p:spTree>
    <p:extLst>
      <p:ext uri="{BB962C8B-B14F-4D97-AF65-F5344CB8AC3E}">
        <p14:creationId xmlns:p14="http://schemas.microsoft.com/office/powerpoint/2010/main" val="1333189649"/>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slideLayout" Target="../slideLayouts/slideLayout63.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theme" Target="../theme/theme1.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pPr rtl="0"/>
            <a:r>
              <a:rPr lang="es"/>
              <a:t>Haga clic para modificar el estilo de título del patrón</a:t>
            </a:r>
            <a:endParaRPr lang="en-US"/>
          </a:p>
        </p:txBody>
      </p:sp>
      <p:sp>
        <p:nvSpPr>
          <p:cNvPr id="3" name="Marcador de texto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4" name="Marcador de fecha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pPr rtl="0"/>
            <a:r>
              <a:rPr lang="en-US"/>
              <a:t>24/2/2025</a:t>
            </a:r>
          </a:p>
        </p:txBody>
      </p:sp>
      <p:sp>
        <p:nvSpPr>
          <p:cNvPr id="5" name="Marcador de pie de página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pPr rtl="0"/>
            <a:r>
              <a:rPr lang="es"/>
              <a:t>Ejemplo de Texto de pie de página</a:t>
            </a:r>
          </a:p>
        </p:txBody>
      </p:sp>
      <p:sp>
        <p:nvSpPr>
          <p:cNvPr id="6" name="Marcador de número de diapositiva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pPr rtl="0"/>
            <a:fld id="{CC057153-B650-4DEB-B370-79DDCFDCE934}" type="slidenum">
              <a:rPr lang="en-US" smtClean="0"/>
              <a:t>‹Nº›</a:t>
            </a:fld>
            <a:endParaRPr lang="en-US"/>
          </a:p>
        </p:txBody>
      </p:sp>
    </p:spTree>
    <p:extLst>
      <p:ext uri="{BB962C8B-B14F-4D97-AF65-F5344CB8AC3E}">
        <p14:creationId xmlns:p14="http://schemas.microsoft.com/office/powerpoint/2010/main" val="32592103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 id="2147483722" r:id="rId62"/>
    <p:sldLayoutId id="2147483723" r:id="rId63"/>
    <p:sldLayoutId id="2147483724" r:id="rId64"/>
    <p:sldLayoutId id="2147483725" r:id="rId65"/>
  </p:sldLayoutIdLst>
  <p:hf sldNum="0" hdr="0" ftr="0" dt="0"/>
  <p:txStyles>
    <p:titleStyle>
      <a:lvl1pPr algn="l" defTabSz="914400" rtl="0" eaLnBrk="1" latinLnBrk="0" hangingPunct="1">
        <a:lnSpc>
          <a:spcPct val="120000"/>
        </a:lnSpc>
        <a:spcBef>
          <a:spcPct val="0"/>
        </a:spcBef>
        <a:buNone/>
        <a:defRPr sz="4000" b="0" kern="1200" cap="all" spc="300"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xml"/><Relationship Id="rId1" Type="http://schemas.openxmlformats.org/officeDocument/2006/relationships/slideLayout" Target="../slideLayouts/slideLayout2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4.xml"/></Relationships>
</file>

<file path=ppt/slides/_rels/slide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4.xml"/></Relationships>
</file>

<file path=ppt/slides/_rels/slide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4.xml"/></Relationships>
</file>

<file path=ppt/slides/_rels/slide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4.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9.xml"/><Relationship Id="rId1" Type="http://schemas.openxmlformats.org/officeDocument/2006/relationships/slideLayout" Target="../slideLayouts/slideLayout10.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Mujer con auriculares">
            <a:extLst>
              <a:ext uri="{FF2B5EF4-FFF2-40B4-BE49-F238E27FC236}">
                <a16:creationId xmlns:a16="http://schemas.microsoft.com/office/drawing/2014/main" id="{4365937C-EC9F-4ACC-AB21-0F1653611F0B}"/>
              </a:ext>
            </a:extLst>
          </p:cNvPr>
          <p:cNvPicPr>
            <a:picLocks noChangeAspect="1"/>
          </p:cNvPicPr>
          <p:nvPr/>
        </p:nvPicPr>
        <p:blipFill>
          <a:blip r:embed="rId3"/>
          <a:srcRect t="21897" b="21147"/>
          <a:stretch>
            <a:fillRect/>
          </a:stretch>
        </p:blipFill>
        <p:spPr>
          <a:xfrm>
            <a:off x="-1" y="10"/>
            <a:ext cx="12192000" cy="4635122"/>
          </a:xfrm>
          <a:prstGeom prst="rect">
            <a:avLst/>
          </a:prstGeom>
        </p:spPr>
      </p:pic>
      <p:sp>
        <p:nvSpPr>
          <p:cNvPr id="2" name="Subtitle 1">
            <a:extLst>
              <a:ext uri="{FF2B5EF4-FFF2-40B4-BE49-F238E27FC236}">
                <a16:creationId xmlns:a16="http://schemas.microsoft.com/office/drawing/2014/main" id="{F72D2482-4661-E41B-7F8D-A5ECF1C934EC}"/>
              </a:ext>
            </a:extLst>
          </p:cNvPr>
          <p:cNvSpPr>
            <a:spLocks noGrp="1"/>
          </p:cNvSpPr>
          <p:nvPr>
            <p:ph sz="quarter" idx="14"/>
          </p:nvPr>
        </p:nvSpPr>
        <p:spPr>
          <a:xfrm>
            <a:off x="5349240" y="5012267"/>
            <a:ext cx="6400800" cy="1390330"/>
          </a:xfrm>
        </p:spPr>
        <p:txBody>
          <a:bodyPr>
            <a:normAutofit/>
          </a:bodyPr>
          <a:lstStyle/>
          <a:p>
            <a:r>
              <a:rPr lang="en-US"/>
              <a:t>Innovación y eficacia en la atención al cliente tecnológica</a:t>
            </a:r>
          </a:p>
        </p:txBody>
      </p:sp>
      <p:sp>
        <p:nvSpPr>
          <p:cNvPr id="3" name="Title 2">
            <a:extLst>
              <a:ext uri="{FF2B5EF4-FFF2-40B4-BE49-F238E27FC236}">
                <a16:creationId xmlns:a16="http://schemas.microsoft.com/office/drawing/2014/main" id="{D895B312-7534-2A8C-D58D-F36F041BB2B4}"/>
              </a:ext>
            </a:extLst>
          </p:cNvPr>
          <p:cNvSpPr>
            <a:spLocks noGrp="1"/>
          </p:cNvSpPr>
          <p:nvPr>
            <p:ph type="title"/>
          </p:nvPr>
        </p:nvSpPr>
        <p:spPr>
          <a:xfrm>
            <a:off x="321733" y="3939967"/>
            <a:ext cx="3739896" cy="1390330"/>
          </a:xfrm>
        </p:spPr>
        <p:txBody>
          <a:bodyPr anchor="ctr">
            <a:normAutofit/>
          </a:bodyPr>
          <a:lstStyle/>
          <a:p>
            <a:pPr>
              <a:lnSpc>
                <a:spcPct val="110000"/>
              </a:lnSpc>
            </a:pPr>
            <a:r>
              <a:rPr lang="en-US" sz="1900"/>
              <a:t>Estrategia de Mercado para Mesa de Servicio de Nueva Generación</a:t>
            </a:r>
          </a:p>
        </p:txBody>
      </p:sp>
    </p:spTree>
    <p:extLst>
      <p:ext uri="{BB962C8B-B14F-4D97-AF65-F5344CB8AC3E}">
        <p14:creationId xmlns:p14="http://schemas.microsoft.com/office/powerpoint/2010/main" val="23062273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700"/>
                                        <p:tgtEl>
                                          <p:spTgt spid="3"/>
                                        </p:tgtEl>
                                      </p:cBhvr>
                                    </p:animEffect>
                                  </p:childTnLst>
                                </p:cTn>
                              </p:par>
                              <p:par>
                                <p:cTn id="8" presetID="10" presetClass="entr" presetSubtype="0" fill="hold" grpId="0" nodeType="withEffect">
                                  <p:stCondLst>
                                    <p:cond delay="250"/>
                                  </p:stCondLst>
                                  <p:iterate>
                                    <p:tmPct val="10000"/>
                                  </p:iterate>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69CB6A4-22C7-95A8-CFD1-8819266CDD40}"/>
              </a:ext>
            </a:extLst>
          </p:cNvPr>
          <p:cNvSpPr>
            <a:spLocks noGrp="1"/>
          </p:cNvSpPr>
          <p:nvPr>
            <p:ph type="title"/>
          </p:nvPr>
        </p:nvSpPr>
        <p:spPr>
          <a:xfrm>
            <a:off x="612648" y="548640"/>
            <a:ext cx="10653578" cy="1132258"/>
          </a:xfrm>
        </p:spPr>
        <p:txBody>
          <a:bodyPr anchor="t">
            <a:normAutofit/>
          </a:bodyPr>
          <a:lstStyle/>
          <a:p>
            <a:r>
              <a:rPr lang="en-US"/>
              <a:t>Segmentación del mercado</a:t>
            </a:r>
          </a:p>
        </p:txBody>
      </p:sp>
    </p:spTree>
    <p:extLst>
      <p:ext uri="{BB962C8B-B14F-4D97-AF65-F5344CB8AC3E}">
        <p14:creationId xmlns:p14="http://schemas.microsoft.com/office/powerpoint/2010/main" val="338873292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7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49255D0-8922-45B5-BF18-D6DAF191A529}"/>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137159" y="1044465"/>
            <a:ext cx="5866854" cy="5408535"/>
          </a:xfrm>
          <a:prstGeom prst="rect">
            <a:avLst/>
          </a:prstGeom>
        </p:spPr>
        <p:txBody>
          <a:bodyPr>
            <a:normAutofit/>
          </a:bodyPr>
          <a:lstStyle/>
          <a:p>
            <a:pPr marL="0" lvl="0" indent="0">
              <a:spcBef>
                <a:spcPts val="2500"/>
              </a:spcBef>
              <a:spcAft>
                <a:spcPts val="600"/>
              </a:spcAft>
              <a:buFont typeface="Arial" panose="020B0604020202020204" pitchFamily="34" charset="0"/>
              <a:buNone/>
            </a:pPr>
            <a:r>
              <a:rPr lang="en-US" sz="1400" b="1"/>
              <a:t>Sector Banca Prioritario</a:t>
            </a:r>
          </a:p>
          <a:p>
            <a:pPr marL="0" lvl="1" indent="0">
              <a:spcBef>
                <a:spcPts val="1000"/>
              </a:spcBef>
              <a:spcAft>
                <a:spcPts val="600"/>
              </a:spcAft>
              <a:buFont typeface="Arial" panose="020B0604020202020204" pitchFamily="34" charset="0"/>
              <a:buNone/>
            </a:pPr>
            <a:r>
              <a:rPr lang="en-US" sz="1400"/>
              <a:t>Banca destaca por alta regulación, uso avanzado de IA y presión por continuidad operativa, con alta inversión en soluciones.</a:t>
            </a:r>
          </a:p>
          <a:p>
            <a:pPr marL="0" lvl="0" indent="0">
              <a:spcBef>
                <a:spcPts val="2500"/>
              </a:spcBef>
              <a:spcAft>
                <a:spcPts val="600"/>
              </a:spcAft>
              <a:buFont typeface="Arial" panose="020B0604020202020204" pitchFamily="34" charset="0"/>
              <a:buNone/>
            </a:pPr>
            <a:r>
              <a:rPr lang="en-US" sz="1400" b="1"/>
              <a:t>Oportunidades en Utilities</a:t>
            </a:r>
          </a:p>
          <a:p>
            <a:pPr marL="0" lvl="1" indent="0">
              <a:spcBef>
                <a:spcPts val="1000"/>
              </a:spcBef>
              <a:spcAft>
                <a:spcPts val="600"/>
              </a:spcAft>
              <a:buFont typeface="Arial" panose="020B0604020202020204" pitchFamily="34" charset="0"/>
              <a:buNone/>
            </a:pPr>
            <a:r>
              <a:rPr lang="en-US" sz="1400"/>
              <a:t>Utilities operan 24/7, creando oportunidades para AIOps y observabilidad predictiva para mejorar operaciones críticas.</a:t>
            </a:r>
          </a:p>
          <a:p>
            <a:pPr marL="0" lvl="0" indent="0">
              <a:spcBef>
                <a:spcPts val="2500"/>
              </a:spcBef>
              <a:spcAft>
                <a:spcPts val="600"/>
              </a:spcAft>
              <a:buFont typeface="Arial" panose="020B0604020202020204" pitchFamily="34" charset="0"/>
              <a:buNone/>
            </a:pPr>
            <a:r>
              <a:rPr lang="en-US" sz="1400" b="1"/>
              <a:t>Empresas Medianas y Deuda Técnica</a:t>
            </a:r>
          </a:p>
          <a:p>
            <a:pPr marL="0" lvl="1" indent="0">
              <a:spcBef>
                <a:spcPts val="1000"/>
              </a:spcBef>
              <a:spcAft>
                <a:spcPts val="600"/>
              </a:spcAft>
              <a:buFont typeface="Arial" panose="020B0604020202020204" pitchFamily="34" charset="0"/>
              <a:buNone/>
            </a:pPr>
            <a:r>
              <a:rPr lang="en-US" sz="1400"/>
              <a:t>Empresas medianas enfrentan alta deuda técnica y baja madurez, lo que abre oportunidades para modernización rápida.</a:t>
            </a:r>
          </a:p>
          <a:p>
            <a:pPr marL="0" lvl="0" indent="0">
              <a:spcBef>
                <a:spcPts val="2500"/>
              </a:spcBef>
              <a:spcAft>
                <a:spcPts val="600"/>
              </a:spcAft>
              <a:buFont typeface="Arial" panose="020B0604020202020204" pitchFamily="34" charset="0"/>
              <a:buNone/>
            </a:pPr>
            <a:r>
              <a:rPr lang="en-US" sz="1400" b="1"/>
              <a:t>Retos en el Sector Salud</a:t>
            </a:r>
          </a:p>
          <a:p>
            <a:pPr marL="0" lvl="1" indent="0">
              <a:spcBef>
                <a:spcPts val="1000"/>
              </a:spcBef>
              <a:spcAft>
                <a:spcPts val="600"/>
              </a:spcAft>
              <a:buFont typeface="Arial" panose="020B0604020202020204" pitchFamily="34" charset="0"/>
              <a:buNone/>
            </a:pPr>
            <a:r>
              <a:rPr lang="en-US" sz="1400"/>
              <a:t>Salud requiere cumplimiento normativo, protección de datos y continuidad, exigiendo soluciones estandarizadas y trazables.</a:t>
            </a:r>
          </a:p>
        </p:txBody>
      </p:sp>
      <p:sp>
        <p:nvSpPr>
          <p:cNvPr id="3" name="Title 2">
            <a:extLst>
              <a:ext uri="{FF2B5EF4-FFF2-40B4-BE49-F238E27FC236}">
                <a16:creationId xmlns:a16="http://schemas.microsoft.com/office/drawing/2014/main" id="{70723260-9D7A-1D4B-B301-7C3B9E49AA3F}"/>
              </a:ext>
            </a:extLst>
          </p:cNvPr>
          <p:cNvSpPr>
            <a:spLocks noGrp="1"/>
          </p:cNvSpPr>
          <p:nvPr>
            <p:ph type="title"/>
          </p:nvPr>
        </p:nvSpPr>
        <p:spPr>
          <a:xfrm>
            <a:off x="137159" y="151597"/>
            <a:ext cx="11924209" cy="715505"/>
          </a:xfrm>
        </p:spPr>
        <p:txBody>
          <a:bodyPr anchor="ctr">
            <a:normAutofit/>
          </a:bodyPr>
          <a:lstStyle/>
          <a:p>
            <a:pPr>
              <a:lnSpc>
                <a:spcPct val="110000"/>
              </a:lnSpc>
            </a:pPr>
            <a:r>
              <a:rPr lang="en-US"/>
              <a:t>Segmentos de mercado priorizados</a:t>
            </a:r>
          </a:p>
        </p:txBody>
      </p:sp>
      <p:pic>
        <p:nvPicPr>
          <p:cNvPr id="4" name="Content Placeholder 3" descr="Tecnología financiera fintech de banca electrónica en el mercado bursátil">
            <a:extLst>
              <a:ext uri="{FF2B5EF4-FFF2-40B4-BE49-F238E27FC236}">
                <a16:creationId xmlns:a16="http://schemas.microsoft.com/office/drawing/2014/main" id="{900B17F5-8EDC-4B1A-99B2-E8CDEB4BEAC7}"/>
              </a:ext>
            </a:extLst>
          </p:cNvPr>
          <p:cNvPicPr>
            <a:picLocks noGrp="1" noChangeAspect="1"/>
          </p:cNvPicPr>
          <p:nvPr>
            <p:ph idx="1"/>
          </p:nvPr>
        </p:nvPicPr>
        <p:blipFill>
          <a:blip r:embed="rId3"/>
          <a:srcRect l="14719" r="3924" b="-2"/>
          <a:stretch>
            <a:fillRect/>
          </a:stretch>
        </p:blipFill>
        <p:spPr>
          <a:xfrm>
            <a:off x="6194513" y="1044465"/>
            <a:ext cx="5866854" cy="5408535"/>
          </a:xfrm>
        </p:spPr>
      </p:pic>
    </p:spTree>
    <p:extLst>
      <p:ext uri="{BB962C8B-B14F-4D97-AF65-F5344CB8AC3E}">
        <p14:creationId xmlns:p14="http://schemas.microsoft.com/office/powerpoint/2010/main" val="58129171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1A87482-7A85-8D46-A008-68B08C834BC4}"/>
              </a:ext>
            </a:extLst>
          </p:cNvPr>
          <p:cNvSpPr>
            <a:spLocks noGrp="1"/>
          </p:cNvSpPr>
          <p:nvPr>
            <p:ph type="title"/>
          </p:nvPr>
        </p:nvSpPr>
        <p:spPr>
          <a:xfrm>
            <a:off x="612648" y="548640"/>
            <a:ext cx="10653578" cy="1132258"/>
          </a:xfrm>
        </p:spPr>
        <p:txBody>
          <a:bodyPr anchor="t">
            <a:normAutofit/>
          </a:bodyPr>
          <a:lstStyle/>
          <a:p>
            <a:r>
              <a:rPr lang="en-US"/>
              <a:t>Análisis competitivo</a:t>
            </a:r>
          </a:p>
        </p:txBody>
      </p:sp>
    </p:spTree>
    <p:extLst>
      <p:ext uri="{BB962C8B-B14F-4D97-AF65-F5344CB8AC3E}">
        <p14:creationId xmlns:p14="http://schemas.microsoft.com/office/powerpoint/2010/main" val="49418340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7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43712A0-BD2F-4639-8088-3C706E75175B}"/>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137159" y="1044465"/>
            <a:ext cx="5866854" cy="5408535"/>
          </a:xfrm>
          <a:prstGeom prst="rect">
            <a:avLst/>
          </a:prstGeom>
        </p:spPr>
        <p:txBody>
          <a:bodyPr>
            <a:normAutofit/>
          </a:bodyPr>
          <a:lstStyle/>
          <a:p>
            <a:pPr marL="0" lvl="0" indent="0">
              <a:spcBef>
                <a:spcPts val="2500"/>
              </a:spcBef>
              <a:spcAft>
                <a:spcPts val="600"/>
              </a:spcAft>
              <a:buFont typeface="Arial" panose="020B0604020202020204" pitchFamily="34" charset="0"/>
              <a:buNone/>
            </a:pPr>
            <a:r>
              <a:rPr lang="en-US" sz="1400" b="1"/>
              <a:t>Clasificación de Competidores</a:t>
            </a:r>
          </a:p>
          <a:p>
            <a:pPr marL="0" lvl="1" indent="0">
              <a:spcBef>
                <a:spcPts val="1000"/>
              </a:spcBef>
              <a:spcAft>
                <a:spcPts val="600"/>
              </a:spcAft>
              <a:buFont typeface="Arial" panose="020B0604020202020204" pitchFamily="34" charset="0"/>
              <a:buNone/>
            </a:pPr>
            <a:r>
              <a:rPr lang="en-US" sz="1400"/>
              <a:t>El mercado ITSM se divide en plataformas tecnológicas, proveedores locales, consultoras globales y propuestas diferenciadoras propias.</a:t>
            </a:r>
          </a:p>
          <a:p>
            <a:pPr marL="0" lvl="0" indent="0">
              <a:spcBef>
                <a:spcPts val="2500"/>
              </a:spcBef>
              <a:spcAft>
                <a:spcPts val="600"/>
              </a:spcAft>
              <a:buFont typeface="Arial" panose="020B0604020202020204" pitchFamily="34" charset="0"/>
              <a:buNone/>
            </a:pPr>
            <a:r>
              <a:rPr lang="en-US" sz="1400" b="1"/>
              <a:t>Fortalezas y Limitaciones</a:t>
            </a:r>
          </a:p>
          <a:p>
            <a:pPr marL="0" lvl="1" indent="0">
              <a:spcBef>
                <a:spcPts val="1000"/>
              </a:spcBef>
              <a:spcAft>
                <a:spcPts val="600"/>
              </a:spcAft>
              <a:buFont typeface="Arial" panose="020B0604020202020204" pitchFamily="34" charset="0"/>
              <a:buNone/>
            </a:pPr>
            <a:r>
              <a:rPr lang="en-US" sz="1400"/>
              <a:t>Las plataformas dominan tecnológicamente, pero no operan servicios integrales; los proveedores locales limitan innovación AI y modelo operativo.</a:t>
            </a:r>
          </a:p>
          <a:p>
            <a:pPr marL="0" lvl="0" indent="0">
              <a:spcBef>
                <a:spcPts val="2500"/>
              </a:spcBef>
              <a:spcAft>
                <a:spcPts val="600"/>
              </a:spcAft>
              <a:buFont typeface="Arial" panose="020B0604020202020204" pitchFamily="34" charset="0"/>
              <a:buNone/>
            </a:pPr>
            <a:r>
              <a:rPr lang="en-US" sz="1400" b="1"/>
              <a:t>Consultoras Globales</a:t>
            </a:r>
          </a:p>
          <a:p>
            <a:pPr marL="0" lvl="1" indent="0">
              <a:spcBef>
                <a:spcPts val="1000"/>
              </a:spcBef>
              <a:spcAft>
                <a:spcPts val="600"/>
              </a:spcAft>
              <a:buFont typeface="Arial" panose="020B0604020202020204" pitchFamily="34" charset="0"/>
              <a:buNone/>
            </a:pPr>
            <a:r>
              <a:rPr lang="en-US" sz="1400"/>
              <a:t>Consultoras globales ofrecen transformación digital completa, pero sus servicios son costosos y menos accesibles para ciertos segmentos.</a:t>
            </a:r>
          </a:p>
          <a:p>
            <a:pPr marL="0" lvl="0" indent="0">
              <a:spcBef>
                <a:spcPts val="2500"/>
              </a:spcBef>
              <a:spcAft>
                <a:spcPts val="600"/>
              </a:spcAft>
              <a:buFont typeface="Arial" panose="020B0604020202020204" pitchFamily="34" charset="0"/>
              <a:buNone/>
            </a:pPr>
            <a:r>
              <a:rPr lang="en-US" sz="1400" b="1"/>
              <a:t>Propuesta Diferenciadora</a:t>
            </a:r>
          </a:p>
          <a:p>
            <a:pPr marL="0" lvl="1" indent="0">
              <a:spcBef>
                <a:spcPts val="1000"/>
              </a:spcBef>
              <a:spcAft>
                <a:spcPts val="600"/>
              </a:spcAft>
              <a:buFont typeface="Arial" panose="020B0604020202020204" pitchFamily="34" charset="0"/>
              <a:buNone/>
            </a:pPr>
            <a:r>
              <a:rPr lang="en-US" sz="1400"/>
              <a:t>La propuesta integrada combina servicio, modelo operativo e inteligencia artificial para ser socio estratégico en evolución de servicios.</a:t>
            </a:r>
          </a:p>
        </p:txBody>
      </p:sp>
      <p:sp>
        <p:nvSpPr>
          <p:cNvPr id="3" name="Title 2">
            <a:extLst>
              <a:ext uri="{FF2B5EF4-FFF2-40B4-BE49-F238E27FC236}">
                <a16:creationId xmlns:a16="http://schemas.microsoft.com/office/drawing/2014/main" id="{A33805EF-1838-9139-BEB4-F7EBE7F16105}"/>
              </a:ext>
            </a:extLst>
          </p:cNvPr>
          <p:cNvSpPr>
            <a:spLocks noGrp="1"/>
          </p:cNvSpPr>
          <p:nvPr>
            <p:ph type="title"/>
          </p:nvPr>
        </p:nvSpPr>
        <p:spPr>
          <a:xfrm>
            <a:off x="137159" y="151597"/>
            <a:ext cx="11924209" cy="715505"/>
          </a:xfrm>
        </p:spPr>
        <p:txBody>
          <a:bodyPr anchor="ctr">
            <a:normAutofit/>
          </a:bodyPr>
          <a:lstStyle/>
          <a:p>
            <a:pPr>
              <a:lnSpc>
                <a:spcPct val="110000"/>
              </a:lnSpc>
            </a:pPr>
            <a:r>
              <a:rPr lang="en-US"/>
              <a:t>Mapa competitivo del mercado ITSM</a:t>
            </a:r>
          </a:p>
        </p:txBody>
      </p:sp>
      <p:pic>
        <p:nvPicPr>
          <p:cNvPr id="4" name="Content Placeholder 3" descr="Ciudad inteligente y red de comunicaciones inalámbricas">
            <a:extLst>
              <a:ext uri="{FF2B5EF4-FFF2-40B4-BE49-F238E27FC236}">
                <a16:creationId xmlns:a16="http://schemas.microsoft.com/office/drawing/2014/main" id="{47BA3229-D252-43D9-91F8-372C42E3F6D9}"/>
              </a:ext>
            </a:extLst>
          </p:cNvPr>
          <p:cNvPicPr>
            <a:picLocks noGrp="1" noChangeAspect="1"/>
          </p:cNvPicPr>
          <p:nvPr>
            <p:ph idx="1"/>
          </p:nvPr>
        </p:nvPicPr>
        <p:blipFill>
          <a:blip r:embed="rId3"/>
          <a:srcRect l="18185" r="9410" b="2"/>
          <a:stretch>
            <a:fillRect/>
          </a:stretch>
        </p:blipFill>
        <p:spPr>
          <a:xfrm>
            <a:off x="6194513" y="1044465"/>
            <a:ext cx="5866854" cy="5408535"/>
          </a:xfrm>
        </p:spPr>
      </p:pic>
    </p:spTree>
    <p:extLst>
      <p:ext uri="{BB962C8B-B14F-4D97-AF65-F5344CB8AC3E}">
        <p14:creationId xmlns:p14="http://schemas.microsoft.com/office/powerpoint/2010/main" val="308067457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D4B8B5D-5283-617D-512E-ECD1AE3AA03F}"/>
              </a:ext>
            </a:extLst>
          </p:cNvPr>
          <p:cNvSpPr>
            <a:spLocks noGrp="1"/>
          </p:cNvSpPr>
          <p:nvPr>
            <p:ph type="title"/>
          </p:nvPr>
        </p:nvSpPr>
        <p:spPr>
          <a:xfrm>
            <a:off x="612648" y="548640"/>
            <a:ext cx="10653578" cy="1132258"/>
          </a:xfrm>
        </p:spPr>
        <p:txBody>
          <a:bodyPr anchor="t">
            <a:normAutofit/>
          </a:bodyPr>
          <a:lstStyle/>
          <a:p>
            <a:r>
              <a:rPr lang="en-US"/>
              <a:t>Identificación de brechas</a:t>
            </a:r>
          </a:p>
        </p:txBody>
      </p:sp>
    </p:spTree>
    <p:extLst>
      <p:ext uri="{BB962C8B-B14F-4D97-AF65-F5344CB8AC3E}">
        <p14:creationId xmlns:p14="http://schemas.microsoft.com/office/powerpoint/2010/main" val="173781289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6D4F2DC-BE33-4F65-8535-DB8130E3929F}"/>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137159" y="1044465"/>
            <a:ext cx="5866854" cy="5408535"/>
          </a:xfrm>
          <a:prstGeom prst="rect">
            <a:avLst/>
          </a:prstGeom>
        </p:spPr>
        <p:txBody>
          <a:bodyPr>
            <a:normAutofit/>
          </a:bodyPr>
          <a:lstStyle/>
          <a:p>
            <a:pPr marL="0" lvl="0" indent="0">
              <a:spcBef>
                <a:spcPts val="2500"/>
              </a:spcBef>
              <a:spcAft>
                <a:spcPts val="600"/>
              </a:spcAft>
              <a:buFont typeface="Arial" panose="020B0604020202020204" pitchFamily="34" charset="0"/>
              <a:buNone/>
            </a:pPr>
            <a:r>
              <a:rPr lang="en-US" sz="1400" b="1"/>
              <a:t>Falta de Modelos de Madurez</a:t>
            </a:r>
          </a:p>
          <a:p>
            <a:pPr marL="0" lvl="1" indent="0">
              <a:spcBef>
                <a:spcPts val="1000"/>
              </a:spcBef>
              <a:spcAft>
                <a:spcPts val="600"/>
              </a:spcAft>
              <a:buFont typeface="Arial" panose="020B0604020202020204" pitchFamily="34" charset="0"/>
              <a:buNone/>
            </a:pPr>
            <a:r>
              <a:rPr lang="en-US" sz="1400"/>
              <a:t>No existen modelos claros que ayuden a los clientes a entender su estado actual y evolución en ITSM con IA.</a:t>
            </a:r>
          </a:p>
          <a:p>
            <a:pPr marL="0" lvl="0" indent="0">
              <a:spcBef>
                <a:spcPts val="2500"/>
              </a:spcBef>
              <a:spcAft>
                <a:spcPts val="600"/>
              </a:spcAft>
              <a:buFont typeface="Arial" panose="020B0604020202020204" pitchFamily="34" charset="0"/>
              <a:buNone/>
            </a:pPr>
            <a:r>
              <a:rPr lang="en-US" sz="1400" b="1"/>
              <a:t>Limitada Gobernanza de IA</a:t>
            </a:r>
          </a:p>
          <a:p>
            <a:pPr marL="0" lvl="1" indent="0">
              <a:spcBef>
                <a:spcPts val="1000"/>
              </a:spcBef>
              <a:spcAft>
                <a:spcPts val="600"/>
              </a:spcAft>
              <a:buFont typeface="Arial" panose="020B0604020202020204" pitchFamily="34" charset="0"/>
              <a:buNone/>
            </a:pPr>
            <a:r>
              <a:rPr lang="en-US" sz="1400"/>
              <a:t>La gobernanza de inteligencia artificial está poco desarrollada, creando riesgos y limitando la adopción tecnológica.</a:t>
            </a:r>
          </a:p>
          <a:p>
            <a:pPr marL="0" lvl="0" indent="0">
              <a:spcBef>
                <a:spcPts val="2500"/>
              </a:spcBef>
              <a:spcAft>
                <a:spcPts val="600"/>
              </a:spcAft>
              <a:buFont typeface="Arial" panose="020B0604020202020204" pitchFamily="34" charset="0"/>
              <a:buNone/>
            </a:pPr>
            <a:r>
              <a:rPr lang="en-US" sz="1400" b="1"/>
              <a:t>Desalineación de Modelos de Pricing</a:t>
            </a:r>
          </a:p>
          <a:p>
            <a:pPr marL="0" lvl="1" indent="0">
              <a:spcBef>
                <a:spcPts val="1000"/>
              </a:spcBef>
              <a:spcAft>
                <a:spcPts val="600"/>
              </a:spcAft>
              <a:buFont typeface="Arial" panose="020B0604020202020204" pitchFamily="34" charset="0"/>
              <a:buNone/>
            </a:pPr>
            <a:r>
              <a:rPr lang="en-US" sz="1400"/>
              <a:t>Los modelos tradicionales de pricing no se alinean con resultados de negocio, dificultando demostrar valor tangible.</a:t>
            </a:r>
          </a:p>
          <a:p>
            <a:pPr marL="0" lvl="0" indent="0">
              <a:spcBef>
                <a:spcPts val="2500"/>
              </a:spcBef>
              <a:spcAft>
                <a:spcPts val="600"/>
              </a:spcAft>
              <a:buFont typeface="Arial" panose="020B0604020202020204" pitchFamily="34" charset="0"/>
              <a:buNone/>
            </a:pPr>
            <a:r>
              <a:rPr lang="en-US" sz="1400" b="1"/>
              <a:t>Oportunidad Estratégica</a:t>
            </a:r>
          </a:p>
          <a:p>
            <a:pPr marL="0" lvl="1" indent="0">
              <a:spcBef>
                <a:spcPts val="1000"/>
              </a:spcBef>
              <a:spcAft>
                <a:spcPts val="600"/>
              </a:spcAft>
              <a:buFont typeface="Arial" panose="020B0604020202020204" pitchFamily="34" charset="0"/>
              <a:buNone/>
            </a:pPr>
            <a:r>
              <a:rPr lang="en-US" sz="1400"/>
              <a:t>Un framework operativo completo que integre madurez, gobernanza y alineación a resultados garantiza diferenciación y valor continuo.</a:t>
            </a:r>
          </a:p>
        </p:txBody>
      </p:sp>
      <p:sp>
        <p:nvSpPr>
          <p:cNvPr id="3" name="Title 2">
            <a:extLst>
              <a:ext uri="{FF2B5EF4-FFF2-40B4-BE49-F238E27FC236}">
                <a16:creationId xmlns:a16="http://schemas.microsoft.com/office/drawing/2014/main" id="{0DFFAB2A-B822-06E3-C88D-31449C9FD659}"/>
              </a:ext>
            </a:extLst>
          </p:cNvPr>
          <p:cNvSpPr>
            <a:spLocks noGrp="1"/>
          </p:cNvSpPr>
          <p:nvPr>
            <p:ph type="title"/>
          </p:nvPr>
        </p:nvSpPr>
        <p:spPr>
          <a:xfrm>
            <a:off x="137159" y="151597"/>
            <a:ext cx="11924209" cy="715505"/>
          </a:xfrm>
        </p:spPr>
        <p:txBody>
          <a:bodyPr anchor="ctr">
            <a:normAutofit/>
          </a:bodyPr>
          <a:lstStyle/>
          <a:p>
            <a:r>
              <a:rPr lang="en-US" sz="3700"/>
              <a:t>Brechas del mercado y oportunidades</a:t>
            </a:r>
          </a:p>
        </p:txBody>
      </p:sp>
      <p:pic>
        <p:nvPicPr>
          <p:cNvPr id="4" name="Content Placeholder 3" descr="Concepto de Aseguramiento de la Calidad con Iconos y Palabras Clave">
            <a:extLst>
              <a:ext uri="{FF2B5EF4-FFF2-40B4-BE49-F238E27FC236}">
                <a16:creationId xmlns:a16="http://schemas.microsoft.com/office/drawing/2014/main" id="{FF8F9810-FC62-43E6-9839-27EF1F1D8CDC}"/>
              </a:ext>
            </a:extLst>
          </p:cNvPr>
          <p:cNvPicPr>
            <a:picLocks noGrp="1" noChangeAspect="1"/>
          </p:cNvPicPr>
          <p:nvPr>
            <p:ph idx="1"/>
          </p:nvPr>
        </p:nvPicPr>
        <p:blipFill>
          <a:blip r:embed="rId3"/>
          <a:srcRect r="-1" b="7811"/>
          <a:stretch>
            <a:fillRect/>
          </a:stretch>
        </p:blipFill>
        <p:spPr>
          <a:xfrm>
            <a:off x="6194513" y="1044465"/>
            <a:ext cx="5866854" cy="5408535"/>
          </a:xfrm>
        </p:spPr>
      </p:pic>
    </p:spTree>
    <p:extLst>
      <p:ext uri="{BB962C8B-B14F-4D97-AF65-F5344CB8AC3E}">
        <p14:creationId xmlns:p14="http://schemas.microsoft.com/office/powerpoint/2010/main" val="45677199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A10643E-F621-799E-A24D-F4E71D5E7503}"/>
              </a:ext>
            </a:extLst>
          </p:cNvPr>
          <p:cNvSpPr>
            <a:spLocks noGrp="1"/>
          </p:cNvSpPr>
          <p:nvPr>
            <p:ph type="title"/>
          </p:nvPr>
        </p:nvSpPr>
        <p:spPr>
          <a:xfrm>
            <a:off x="612648" y="548640"/>
            <a:ext cx="10653578" cy="1132258"/>
          </a:xfrm>
        </p:spPr>
        <p:txBody>
          <a:bodyPr anchor="t">
            <a:normAutofit/>
          </a:bodyPr>
          <a:lstStyle/>
          <a:p>
            <a:r>
              <a:rPr lang="en-US" sz="3700"/>
              <a:t>Estrategia de entrada al mercado</a:t>
            </a:r>
          </a:p>
        </p:txBody>
      </p:sp>
    </p:spTree>
    <p:extLst>
      <p:ext uri="{BB962C8B-B14F-4D97-AF65-F5344CB8AC3E}">
        <p14:creationId xmlns:p14="http://schemas.microsoft.com/office/powerpoint/2010/main" val="348944112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55EE627-563A-1658-F59D-524FCFE4CDC7}"/>
              </a:ext>
            </a:extLst>
          </p:cNvPr>
          <p:cNvSpPr>
            <a:spLocks noGrp="1"/>
          </p:cNvSpPr>
          <p:nvPr>
            <p:ph type="title"/>
          </p:nvPr>
        </p:nvSpPr>
        <p:spPr>
          <a:xfrm>
            <a:off x="137159" y="151597"/>
            <a:ext cx="11924209" cy="715505"/>
          </a:xfrm>
        </p:spPr>
        <p:txBody>
          <a:bodyPr anchor="ctr">
            <a:normAutofit/>
          </a:bodyPr>
          <a:lstStyle/>
          <a:p>
            <a:pPr>
              <a:lnSpc>
                <a:spcPct val="110000"/>
              </a:lnSpc>
            </a:pPr>
            <a:r>
              <a:rPr lang="en-US" sz="3400"/>
              <a:t>Priorización estratégica y plan de acción</a:t>
            </a:r>
          </a:p>
        </p:txBody>
      </p:sp>
      <p:graphicFrame>
        <p:nvGraphicFramePr>
          <p:cNvPr id="4" name="Content Placeholder 3">
            <a:extLst>
              <a:ext uri="{FF2B5EF4-FFF2-40B4-BE49-F238E27FC236}">
                <a16:creationId xmlns:a16="http://schemas.microsoft.com/office/drawing/2014/main" id="{16553D9B-ED06-49C7-A07A-B114E350549C}"/>
              </a:ext>
            </a:extLst>
          </p:cNvPr>
          <p:cNvGraphicFramePr>
            <a:graphicFrameLocks noGrp="1"/>
          </p:cNvGraphicFramePr>
          <p:nvPr>
            <p:ph idx="1"/>
            <p:extLst>
              <p:ext uri="{D42A27DB-BD31-4B8C-83A1-F6EECF244321}">
                <p14:modId xmlns:p14="http://schemas.microsoft.com/office/powerpoint/2010/main" val="1429986095"/>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137159" y="1044465"/>
          <a:ext cx="11924209" cy="540853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63671128"/>
      </p:ext>
    </p:extLst>
  </p:cSld>
  <p:clrMapOvr>
    <a:masterClrMapping/>
  </p:clrMapOvr>
  <p:transition>
    <p:fade/>
  </p:transition>
</p:sld>
</file>

<file path=ppt/theme/theme1.xml><?xml version="1.0" encoding="utf-8"?>
<a:theme xmlns:a="http://schemas.openxmlformats.org/drawingml/2006/main" name="Cita">
  <a:themeElements>
    <a:clrScheme name="Custom 334">
      <a:dk1>
        <a:sysClr val="windowText" lastClr="000000"/>
      </a:dk1>
      <a:lt1>
        <a:sysClr val="window" lastClr="FFFFFF"/>
      </a:lt1>
      <a:dk2>
        <a:srgbClr val="01375D"/>
      </a:dk2>
      <a:lt2>
        <a:srgbClr val="F3F2EF"/>
      </a:lt2>
      <a:accent1>
        <a:srgbClr val="29A3D2"/>
      </a:accent1>
      <a:accent2>
        <a:srgbClr val="0669AC"/>
      </a:accent2>
      <a:accent3>
        <a:srgbClr val="37B99D"/>
      </a:accent3>
      <a:accent4>
        <a:srgbClr val="FD891C"/>
      </a:accent4>
      <a:accent5>
        <a:srgbClr val="FA531E"/>
      </a:accent5>
      <a:accent6>
        <a:srgbClr val="FF4B95"/>
      </a:accent6>
      <a:hlink>
        <a:srgbClr val="FA531E"/>
      </a:hlink>
      <a:folHlink>
        <a:srgbClr val="37B99D"/>
      </a:folHlink>
    </a:clrScheme>
    <a:fontScheme name="Custom 363">
      <a:majorFont>
        <a:latin typeface="Grandview"/>
        <a:ea typeface=""/>
        <a:cs typeface=""/>
      </a:majorFont>
      <a:minorFont>
        <a:latin typeface="Grandview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itation" id="{B214B5F9-B515-4879-B12E-A7EF32270217}" vid="{1CC1873F-E1BD-4F1E-9CB1-BFCEF1E3BF0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Custom 334">
    <a:dk1>
      <a:sysClr val="windowText" lastClr="000000"/>
    </a:dk1>
    <a:lt1>
      <a:sysClr val="window" lastClr="FFFFFF"/>
    </a:lt1>
    <a:dk2>
      <a:srgbClr val="01375D"/>
    </a:dk2>
    <a:lt2>
      <a:srgbClr val="F3F2EF"/>
    </a:lt2>
    <a:accent1>
      <a:srgbClr val="29A3D2"/>
    </a:accent1>
    <a:accent2>
      <a:srgbClr val="0669AC"/>
    </a:accent2>
    <a:accent3>
      <a:srgbClr val="37B99D"/>
    </a:accent3>
    <a:accent4>
      <a:srgbClr val="FD891C"/>
    </a:accent4>
    <a:accent5>
      <a:srgbClr val="FA531E"/>
    </a:accent5>
    <a:accent6>
      <a:srgbClr val="FF4B95"/>
    </a:accent6>
    <a:hlink>
      <a:srgbClr val="FA531E"/>
    </a:hlink>
    <a:folHlink>
      <a:srgbClr val="37B99D"/>
    </a:folHlink>
  </a:clrScheme>
</a:themeOverride>
</file>

<file path=ppt/theme/themeOverride2.xml><?xml version="1.0" encoding="utf-8"?>
<a:themeOverride xmlns:a="http://schemas.openxmlformats.org/drawingml/2006/main">
  <a:clrScheme name="Custom 334">
    <a:dk1>
      <a:sysClr val="windowText" lastClr="000000"/>
    </a:dk1>
    <a:lt1>
      <a:sysClr val="window" lastClr="FFFFFF"/>
    </a:lt1>
    <a:dk2>
      <a:srgbClr val="01375D"/>
    </a:dk2>
    <a:lt2>
      <a:srgbClr val="F3F2EF"/>
    </a:lt2>
    <a:accent1>
      <a:srgbClr val="29A3D2"/>
    </a:accent1>
    <a:accent2>
      <a:srgbClr val="0669AC"/>
    </a:accent2>
    <a:accent3>
      <a:srgbClr val="37B99D"/>
    </a:accent3>
    <a:accent4>
      <a:srgbClr val="FD891C"/>
    </a:accent4>
    <a:accent5>
      <a:srgbClr val="FA531E"/>
    </a:accent5>
    <a:accent6>
      <a:srgbClr val="FF4B95"/>
    </a:accent6>
    <a:hlink>
      <a:srgbClr val="FA531E"/>
    </a:hlink>
    <a:folHlink>
      <a:srgbClr val="37B99D"/>
    </a:folHlink>
  </a:clrScheme>
</a:themeOverride>
</file>

<file path=ppt/theme/themeOverride3.xml><?xml version="1.0" encoding="utf-8"?>
<a:themeOverride xmlns:a="http://schemas.openxmlformats.org/drawingml/2006/main">
  <a:clrScheme name="Custom 334">
    <a:dk1>
      <a:sysClr val="windowText" lastClr="000000"/>
    </a:dk1>
    <a:lt1>
      <a:sysClr val="window" lastClr="FFFFFF"/>
    </a:lt1>
    <a:dk2>
      <a:srgbClr val="01375D"/>
    </a:dk2>
    <a:lt2>
      <a:srgbClr val="F3F2EF"/>
    </a:lt2>
    <a:accent1>
      <a:srgbClr val="29A3D2"/>
    </a:accent1>
    <a:accent2>
      <a:srgbClr val="0669AC"/>
    </a:accent2>
    <a:accent3>
      <a:srgbClr val="37B99D"/>
    </a:accent3>
    <a:accent4>
      <a:srgbClr val="FD891C"/>
    </a:accent4>
    <a:accent5>
      <a:srgbClr val="FA531E"/>
    </a:accent5>
    <a:accent6>
      <a:srgbClr val="FF4B95"/>
    </a:accent6>
    <a:hlink>
      <a:srgbClr val="FA531E"/>
    </a:hlink>
    <a:folHlink>
      <a:srgbClr val="37B99D"/>
    </a:folHlink>
  </a:clrScheme>
</a:themeOverride>
</file>

<file path=docProps/app.xml><?xml version="1.0" encoding="utf-8"?>
<Properties xmlns="http://schemas.openxmlformats.org/officeDocument/2006/extended-properties" xmlns:vt="http://schemas.openxmlformats.org/officeDocument/2006/docPropsVTypes">
  <Application>Microsoft Office PowerPoint</Application>
  <PresentationFormat>Panorámica</PresentationFormat>
  <Slides>9</Slides>
  <Notes>9</Notes>
  <HiddenSlides>0</HiddenSlides>
  <ScaleCrop>false</ScaleCrop>
  <HeadingPairs>
    <vt:vector size="4" baseType="variant">
      <vt:variant>
        <vt:lpstr>Tema</vt:lpstr>
      </vt:variant>
      <vt:variant>
        <vt:i4>1</vt:i4>
      </vt:variant>
      <vt:variant>
        <vt:lpstr>Títulos de diapositiva</vt:lpstr>
      </vt:variant>
      <vt:variant>
        <vt:i4>9</vt:i4>
      </vt:variant>
    </vt:vector>
  </HeadingPairs>
  <TitlesOfParts>
    <vt:vector size="10" baseType="lpstr">
      <vt:lpstr>Cita</vt:lpstr>
      <vt:lpstr>Estrategia de Mercado para Mesa de Servicio de Nueva Generación</vt:lpstr>
      <vt:lpstr>Segmentación del mercado</vt:lpstr>
      <vt:lpstr>Segmentos de mercado priorizados</vt:lpstr>
      <vt:lpstr>Análisis competitivo</vt:lpstr>
      <vt:lpstr>Mapa competitivo del mercado ITSM</vt:lpstr>
      <vt:lpstr>Identificación de brechas</vt:lpstr>
      <vt:lpstr>Brechas del mercado y oportunidades</vt:lpstr>
      <vt:lpstr>Estrategia de entrada al mercado</vt:lpstr>
      <vt:lpstr>Priorización estratégica y plan de acción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nzsuarez@personalsoft.com</dc:creator>
  <cp:lastModifiedBy>nzsuarez@personalsoft.com</cp:lastModifiedBy>
  <cp:revision>3</cp:revision>
  <dcterms:modified xsi:type="dcterms:W3CDTF">2026-07-08T19:33:21Z</dcterms:modified>
</cp:coreProperties>
</file>