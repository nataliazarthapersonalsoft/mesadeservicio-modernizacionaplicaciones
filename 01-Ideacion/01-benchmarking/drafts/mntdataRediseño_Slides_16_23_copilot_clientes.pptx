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_80000000_6DCCFC6D.xml" ContentType="application/vnd.openxmlformats-officedocument.presentationml.slideMaster+xml"/>
  <Override PartName="/ppt/slides/slide_A01_BF5B2326.xml" ContentType="application/vnd.openxmlformats-officedocument.presentationml.slide+xml"/>
  <Override PartName="/ppt/slides/slide_A02_FCB2E064.xml" ContentType="application/vnd.openxmlformats-officedocument.presentationml.slide+xml"/>
  <Override PartName="/ppt/slides/slide_A03_443429A1.xml" ContentType="application/vnd.openxmlformats-officedocument.presentationml.slide+xml"/>
  <Override PartName="/ppt/slides/slide_A04_6BA36BA5.xml" ContentType="application/vnd.openxmlformats-officedocument.presentationml.slide+xml"/>
  <Override PartName="/ppt/slides/slide_A05_A6422913.xml" ContentType="application/vnd.openxmlformats-officedocument.presentationml.slide+xml"/>
  <Override PartName="/ppt/notesMasters/notesMaster_0_7885FDD3.xml" ContentType="application/vnd.openxmlformats-officedocument.presentationml.notesMaster+xml"/>
  <Override PartName="/ppt/presProps.xml" ContentType="application/vnd.openxmlformats-officedocument.presentationml.presProps+xml"/>
  <Override PartName="/ppt/theme/theme_80000000_6DCCFC6D.xml" ContentType="application/vnd.openxmlformats-officedocument.theme+xml"/>
  <Override PartName="/ppt/tableStyles.xml" ContentType="application/vnd.openxmlformats-officedocument.presentationml.tableStyles+xml"/>
  <Override PartName="/ppt/slideLayouts/slideLayout_80000001_3FE95A9C.xml" ContentType="application/vnd.openxmlformats-officedocument.presentationml.slideLayout+xml"/>
  <Override PartName="/ppt/slideLayouts/slideLayout_80000002_4990FCDB.xml" ContentType="application/vnd.openxmlformats-officedocument.presentationml.slideLayout+xml"/>
  <Override PartName="/ppt/slideLayouts/slideLayout_80000003_C3E3AEDD.xml" ContentType="application/vnd.openxmlformats-officedocument.presentationml.slideLayout+xml"/>
  <Override PartName="/ppt/slideLayouts/slideLayout_80000004_1F54F118.xml" ContentType="application/vnd.openxmlformats-officedocument.presentationml.slideLayout+xml"/>
  <Override PartName="/ppt/slideLayouts/slideLayout_80000005_EE681C73.xml" ContentType="application/vnd.openxmlformats-officedocument.presentationml.slideLayout+xml"/>
  <Override PartName="/ppt/slideLayouts/slideLayout_80000006_26863732.xml" ContentType="application/vnd.openxmlformats-officedocument.presentationml.slideLayout+xml"/>
  <Override PartName="/ppt/slideLayouts/slideLayout_80000007_62BD7DDD.xml" ContentType="application/vnd.openxmlformats-officedocument.presentationml.slideLayout+xml"/>
  <Override PartName="/ppt/slideLayouts/slideLayout_80000008_6BD2C9F7.xml" ContentType="application/vnd.openxmlformats-officedocument.presentationml.slideLayout+xml"/>
  <Override PartName="/ppt/slideLayouts/slideLayout_80000009_9FE234E4.xml" ContentType="application/vnd.openxmlformats-officedocument.presentationml.slideLayout+xml"/>
  <Override PartName="/ppt/slideLayouts/slideLayout_8000000A_35EF63B.xml" ContentType="application/vnd.openxmlformats-officedocument.presentationml.slideLayout+xml"/>
  <Override PartName="/ppt/slideLayouts/slideLayout_8000000B_6B6C45F5.xml" ContentType="application/vnd.openxmlformats-officedocument.presentationml.slideLayout+xml"/>
  <Override PartName="/ppt/slideLayouts/slideLayout_80000018_2B363F62.xml" ContentType="application/vnd.openxmlformats-officedocument.presentationml.slideLayout+xml"/>
  <Override PartName="/ppt/slideLayouts/slideLayout_80000019_8AD6B786.xml" ContentType="application/vnd.openxmlformats-officedocument.presentationml.slideLayout+xml"/>
  <Override PartName="/ppt/slideLayouts/slideLayout_8000001A_34DD3C19.xml" ContentType="application/vnd.openxmlformats-officedocument.presentationml.slideLayout+xml"/>
  <Override PartName="/ppt/slideLayouts/slideLayout_8000001B_4682A21D.xml" ContentType="application/vnd.openxmlformats-officedocument.presentationml.slideLayout+xml"/>
  <Override PartName="/ppt/slideLayouts/slideLayout_8000001C_D6A2BBCB.xml" ContentType="application/vnd.openxmlformats-officedocument.presentationml.slideLayout+xml"/>
  <Override PartName="/ppt/slideLayouts/slideLayout_8000001D_3D3FC5C5.xml" ContentType="application/vnd.openxmlformats-officedocument.presentationml.slideLayout+xml"/>
  <Override PartName="/ppt/slideLayouts/slideLayout_8000001E_D94DC6A5.xml" ContentType="application/vnd.openxmlformats-officedocument.presentationml.slideLayout+xml"/>
  <Override PartName="/ppt/slideLayouts/slideLayout_8000001F_DCA8E8B6.xml" ContentType="application/vnd.openxmlformats-officedocument.presentationml.slideLayout+xml"/>
  <Override PartName="/ppt/slideLayouts/slideLayout_80000020_E95F57B.xml" ContentType="application/vnd.openxmlformats-officedocument.presentationml.slideLayout+xml"/>
  <Override PartName="/ppt/slideLayouts/slideLayout_80000021_11418BAF.xml" ContentType="application/vnd.openxmlformats-officedocument.presentationml.slideLayout+xml"/>
  <Override PartName="/ppt/slideLayouts/slideLayout_80000022_AB9BE3B6.xml" ContentType="application/vnd.openxmlformats-officedocument.presentationml.slideLayout+xml"/>
  <Override PartName="/ppt/slideLayouts/slideLayout_80000023_AC495A48.xml" ContentType="application/vnd.openxmlformats-officedocument.presentationml.slideLayout+xml"/>
  <Override PartName="/ppt/slideLayouts/slideLayout_80000024_D1E700EC.xml" ContentType="application/vnd.openxmlformats-officedocument.presentationml.slideLayout+xml"/>
  <Override PartName="/ppt/slideLayouts/slideLayout_80000025_1A936C4D.xml" ContentType="application/vnd.openxmlformats-officedocument.presentationml.slideLayout+xml"/>
  <Override PartName="/ppt/slideLayouts/slideLayout_80000026_64EC83B.xml" ContentType="application/vnd.openxmlformats-officedocument.presentationml.slideLayout+xml"/>
  <Override PartName="/ppt/slideLayouts/slideLayout_80000027_98F101E4.xml" ContentType="application/vnd.openxmlformats-officedocument.presentationml.slideLayout+xml"/>
  <Override PartName="/ppt/slideLayouts/slideLayout_80000028_7CA427DB.xml" ContentType="application/vnd.openxmlformats-officedocument.presentationml.slideLayout+xml"/>
  <Override PartName="/ppt/slideLayouts/slideLayout_80000029_91223A45.xml" ContentType="application/vnd.openxmlformats-officedocument.presentationml.slideLayout+xml"/>
  <Override PartName="/ppt/slideLayouts/slideLayout_8000002A_5B7E2F30.xml" ContentType="application/vnd.openxmlformats-officedocument.presentationml.slideLayout+xml"/>
  <Override PartName="/ppt/slideLayouts/slideLayout_8000002B_AA576266.xml" ContentType="application/vnd.openxmlformats-officedocument.presentationml.slideLayout+xml"/>
  <Override PartName="/ppt/slideLayouts/slideLayout_8000002C_A76D1F13.xml" ContentType="application/vnd.openxmlformats-officedocument.presentationml.slideLayout+xml"/>
  <Override PartName="/ppt/slideLayouts/slideLayout_8000002D_A505D966.xml" ContentType="application/vnd.openxmlformats-officedocument.presentationml.slideLayout+xml"/>
  <Override PartName="/ppt/slideLayouts/slideLayout_8000002E_1A636EA9.xml" ContentType="application/vnd.openxmlformats-officedocument.presentationml.slideLayout+xml"/>
  <Override PartName="/ppt/slideLayouts/slideLayout_8000002F_B27EC3AE.xml" ContentType="application/vnd.openxmlformats-officedocument.presentationml.slideLayout+xml"/>
  <Override PartName="/ppt/slideLayouts/slideLayout_80000030_5A298ED6.xml" ContentType="application/vnd.openxmlformats-officedocument.presentationml.slideLayout+xml"/>
  <Override PartName="/ppt/slideLayouts/slideLayout_80000031_928AB9BB.xml" ContentType="application/vnd.openxmlformats-officedocument.presentationml.slideLayout+xml"/>
  <Override PartName="/ppt/slideLayouts/slideLayout_80000032_FE0A8E8.xml" ContentType="application/vnd.openxmlformats-officedocument.presentationml.slideLayout+xml"/>
  <Override PartName="/ppt/slideLayouts/slideLayout_80000033_AD31E3D4.xml" ContentType="application/vnd.openxmlformats-officedocument.presentationml.slideLayout+xml"/>
  <Override PartName="/ppt/slideLayouts/slideLayout_80000034_E8A5AF01.xml" ContentType="application/vnd.openxmlformats-officedocument.presentationml.slideLayout+xml"/>
  <Override PartName="/ppt/slideLayouts/slideLayout_80000035_5189F3D4.xml" ContentType="application/vnd.openxmlformats-officedocument.presentationml.slideLayout+xml"/>
  <Override PartName="/ppt/slideLayouts/slideLayout_80000036_A47E1ECC.xml" ContentType="application/vnd.openxmlformats-officedocument.presentationml.slideLayout+xml"/>
  <Override PartName="/ppt/slideLayouts/slideLayout_80000037_500DC23.xml" ContentType="application/vnd.openxmlformats-officedocument.presentationml.slideLayout+xml"/>
  <Override PartName="/ppt/slideLayouts/slideLayout_80000038_1D8E2BF7.xml" ContentType="application/vnd.openxmlformats-officedocument.presentationml.slideLayout+xml"/>
  <Override PartName="/ppt/slideLayouts/slideLayout_80000039_A69DBF96.xml" ContentType="application/vnd.openxmlformats-officedocument.presentationml.slideLayout+xml"/>
  <Override PartName="/ppt/slideLayouts/slideLayout_8000003A_F26CECFD.xml" ContentType="application/vnd.openxmlformats-officedocument.presentationml.slideLayout+xml"/>
  <Override PartName="/ppt/slideLayouts/slideLayout_8000003B_F802EC9A.xml" ContentType="application/vnd.openxmlformats-officedocument.presentationml.slideLayout+xml"/>
  <Override PartName="/ppt/slideLayouts/slideLayout_8000003C_3F306C5.xml" ContentType="application/vnd.openxmlformats-officedocument.presentationml.slideLayout+xml"/>
  <Override PartName="/ppt/slideLayouts/slideLayout_8000003D_1F855318.xml" ContentType="application/vnd.openxmlformats-officedocument.presentationml.slideLayout+xml"/>
  <Override PartName="/ppt/slideLayouts/slideLayout_8000003E_ECFD8475.xml" ContentType="application/vnd.openxmlformats-officedocument.presentationml.slideLayout+xml"/>
  <Override PartName="/ppt/slideLayouts/slideLayout_8000003F_828F459E.xml" ContentType="application/vnd.openxmlformats-officedocument.presentationml.slideLayout+xml"/>
  <Override PartName="/ppt/slideLayouts/slideLayout_80000040_8D22BBF5.xml" ContentType="application/vnd.openxmlformats-officedocument.presentationml.slideLayout+xml"/>
  <Override PartName="/ppt/slideLayouts/slideLayout_80000041_7442C4D1.xml" ContentType="application/vnd.openxmlformats-officedocument.presentationml.slideLayout+xml"/>
  <Override PartName="/ppt/slideLayouts/slideLayout_80000042_E2F271F8.xml" ContentType="application/vnd.openxmlformats-officedocument.presentationml.slideLayout+xml"/>
  <Override PartName="/ppt/slideLayouts/slideLayout_80000043_80A3AE54.xml" ContentType="application/vnd.openxmlformats-officedocument.presentationml.slideLayout+xml"/>
  <Override PartName="/ppt/slideLayouts/slideLayout_80000044_C2AA42C9.xml" ContentType="application/vnd.openxmlformats-officedocument.presentationml.slideLayout+xml"/>
  <Override PartName="/ppt/slideLayouts/slideLayout_80000045_4FBD6340.xml" ContentType="application/vnd.openxmlformats-officedocument.presentationml.slideLayout+xml"/>
  <Override PartName="/ppt/slideLayouts/slideLayout_80000046_86418CF7.xml" ContentType="application/vnd.openxmlformats-officedocument.presentationml.slideLayout+xml"/>
  <Override PartName="/ppt/slideLayouts/slideLayout_80000047_D1B1B9B3.xml" ContentType="application/vnd.openxmlformats-officedocument.presentationml.slideLayout+xml"/>
  <Override PartName="/ppt/slideLayouts/slideLayout_80000048_8355EB9C.xml" ContentType="application/vnd.openxmlformats-officedocument.presentationml.slideLayout+xml"/>
  <Override PartName="/ppt/slideLayouts/slideLayout_80000049_E5122CA4.xml" ContentType="application/vnd.openxmlformats-officedocument.presentationml.slideLayout+xml"/>
  <Override PartName="/ppt/theme/theme_0_7885FDD3.xml" ContentType="application/vnd.openxmlformats-officedocument.theme+xml"/>
  <Override PartName="/ppt/notesSlides/notesSlide_A01_BF5B2326.xml" ContentType="application/vnd.openxmlformats-officedocument.presentationml.notesSlide+xml"/>
  <Override PartName="/ppt/notesSlides/notesSlide_A02_FCB2E064.xml" ContentType="application/vnd.openxmlformats-officedocument.presentationml.notesSlide+xml"/>
  <Override PartName="/ppt/notesSlides/notesSlide_A03_443429A1.xml" ContentType="application/vnd.openxmlformats-officedocument.presentationml.notesSlide+xml"/>
  <Override PartName="/ppt/notesSlides/notesSlide_A04_6BA36BA5.xml" ContentType="application/vnd.openxmlformats-officedocument.presentationml.notesSlide+xml"/>
  <Override PartName="/ppt/notesSlides/notesSlide_A05_A6422913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  <Relationship Id="rId2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1" r:id="rId2"/>
    <p:sldId id="2562" r:id="rId3"/>
    <p:sldId id="2563" r:id="rId4"/>
    <p:sldId id="2564" r:id="rId5"/>
    <p:sldId id="25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diseño Ejecutivo – Benchmark Proveedores Next‑Gen y Agentic AI" id="{3977B647-EBB3-4AAC-84D1-F437DFD8B5A5}">
          <p14:sldIdLst>
            <p14:sldId id="2561"/>
          </p14:sldIdLst>
        </p14:section>
        <p14:section name="Benchmark Ejecutivo de Proveedores Next‑Gen" id="{06A76CC7-403A-46B0-A1C3-90B65C6FCE66}">
          <p14:sldIdLst>
            <p14:sldId id="2562"/>
            <p14:sldId id="2563"/>
          </p14:sldIdLst>
        </p14:section>
        <p14:section name="Agentic AI: del Experimento a la Operación" id="{42D4E4FB-1D21-47DB-A6F2-51BF3463688C}">
          <p14:sldIdLst>
            <p14:sldId id="2564"/>
            <p14:sldId id="25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_A02_FCB2E064.xml"/><Relationship Id="rId7" Type="http://schemas.openxmlformats.org/officeDocument/2006/relationships/notesMaster" Target="notesMasters/notesMaster_0_7885FDD3.xml"/><Relationship Id="rId2" Type="http://schemas.openxmlformats.org/officeDocument/2006/relationships/slide" Target="slides/slide_A01_BF5B2326.xml"/><Relationship Id="rId1" Type="http://schemas.openxmlformats.org/officeDocument/2006/relationships/slideMaster" Target="slideMasters/slideMaster_80000000_6DCCFC6D.xml"/><Relationship Id="rId6" Type="http://schemas.openxmlformats.org/officeDocument/2006/relationships/slide" Target="slides/slide_A05_A6422913.xml"/><Relationship Id="rId5" Type="http://schemas.openxmlformats.org/officeDocument/2006/relationships/slide" Target="slides/slide_A04_6BA36BA5.xml"/><Relationship Id="rId10" Type="http://schemas.openxmlformats.org/officeDocument/2006/relationships/tableStyles" Target="tableStyles.xml"/><Relationship Id="rId4" Type="http://schemas.openxmlformats.org/officeDocument/2006/relationships/slide" Target="slides/slide_A03_443429A1.xml"/><Relationship Id="rId9" Type="http://schemas.openxmlformats.org/officeDocument/2006/relationships/theme" Target="theme/theme_80000000_6DCCFC6D.xml"/></Relationships>
</file>

<file path=ppt/notesMasters/_rels/notesMaster_0_7885FDD3.xml.rels><?xml version="1.0" encoding="UTF-8" standalone="yes"?>
<Relationships xmlns="http://schemas.openxmlformats.org/package/2006/relationships"><Relationship Id="rId1" Type="http://schemas.openxmlformats.org/officeDocument/2006/relationships/theme" Target="../theme/theme_0_7885FDD3.xml"/></Relationships>
</file>

<file path=ppt/notesMasters/notesMaster_0_7885FDD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9877-0D78-43B8-99DF-224B21271E38}" type="datetimeFigureOut"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EDA53-763B-42DE-84FB-B5C9A6D525AF}" type="slidenum"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4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_A01_BF5B23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_A01_BF5B2326.xml"/><Relationship Id="rId1" Type="http://schemas.openxmlformats.org/officeDocument/2006/relationships/notesMaster" Target="../notesMasters/notesMaster_0_7885FDD3.xml"/></Relationships>
</file>

<file path=ppt/notesSlides/_rels/notesSlide_A02_FCB2E0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_A02_FCB2E064.xml"/><Relationship Id="rId1" Type="http://schemas.openxmlformats.org/officeDocument/2006/relationships/notesMaster" Target="../notesMasters/notesMaster_0_7885FDD3.xml"/></Relationships>
</file>

<file path=ppt/notesSlides/_rels/notesSlide_A03_443429A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_A03_443429A1.xml"/><Relationship Id="rId1" Type="http://schemas.openxmlformats.org/officeDocument/2006/relationships/notesMaster" Target="../notesMasters/notesMaster_0_7885FDD3.xml"/></Relationships>
</file>

<file path=ppt/notesSlides/_rels/notesSlide_A04_6BA36BA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_A04_6BA36BA5.xml"/><Relationship Id="rId1" Type="http://schemas.openxmlformats.org/officeDocument/2006/relationships/notesMaster" Target="../notesMasters/notesMaster_0_7885FDD3.xml"/></Relationships>
</file>

<file path=ppt/notesSlides/_rels/notesSlide_A05_A64229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_A05_A6422913.xml"/><Relationship Id="rId1" Type="http://schemas.openxmlformats.org/officeDocument/2006/relationships/notesMaster" Target="../notesMasters/notesMaster_0_7885FDD3.xml"/></Relationships>
</file>

<file path=ppt/notesSlides/notesSlide_A01_BF5B2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contenido generado por IA puede ser incorrecto.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9713-3CF5-4C77-9E30-F274C0D64F49}" type="slidenum"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52288"/>
      </p:ext>
    </p:extLst>
  </p:cSld>
  <p:clrMapOvr>
    <a:masterClrMapping/>
  </p:clrMapOvr>
</p:notes>
</file>

<file path=ppt/notesSlides/notesSlide_A02_FCB2E0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Clasificación de proveedores por capacidades clave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9713-3CF5-4C77-9E30-F274C0D64F49}" type="slidenum"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1876"/>
      </p:ext>
    </p:extLst>
  </p:cSld>
  <p:clrMapOvr>
    <a:masterClrMapping/>
  </p:clrMapOvr>
</p:notes>
</file>

<file path=ppt/notesSlides/notesSlide_A03_443429A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Esta diapositiva presenta un benchmark ejecutivo de los principales proveedores globales de Service Desk y Managed Services, organizado por capacidades estratégicas en lugar de por una comparación lineal tradicional. El objetivo es facilitar una lectura rápida y orientada a decisión para comités directivos, mostrando claramente en qué dimensiones compite cada proveedor y dónde se concentra la diferenciación real del mercado. En la categoría de IA Agéntica se agrupan los proveedores que han avanzado más allá de chatbots o copilotos, incorporando razonamiento, memoria, orquestación de tareas y ejecución autónoma de flujos complejos. Aquí destacan actores como ServiceNow, IBM, Accenture y HCLTech, cuyo foco está en plataformas con agentes capaces de perseguir objetivos y tomar decisiones operativas bajo marcos de gobierno definidos.
La categoría de Automatización y Auto‑healing agrupa a proveedores cuya fortaleza principal está en la reducción del trabajo humano mediante remediación automática, zero‑touch operations y corrección proactiva de fallos. Empresas como TCS, Wipro, DXC y Capgemini han construido su propuesta alrededor de motores de automatización, AIOps y plataformas propias que permiten resolver incidentes antes de que el usuario los perciba. En XLA y Employee Experience se posicionan proveedores que priorizan la experiencia real del empleado sobre el simple cumplimiento de SLA, integrando métricas de sentimiento, esfuerzo y productividad. NTT DATA, Infosys y Cognizant destacan por su enfoque en Digital Workplace y modelos de experiencia medible.
Finalmente, la categoría de Servicio Gestionado reúne a los grandes integradores globales —como Accenture, Deloitte y Kyndryl— cuyo valor diferencial no es una herramienta específica, sino su capacidad de operar servicios a escala, asumir responsabilidad end‑to‑end y ofrecer modelos orientados a resultados de negocio. El mensaje clave de la diapositiva es que todos los líderes hablan de IA, pero solo algunos combinan autonomía, gobierno, conocimiento y operación gestionada. La diferenciación ya no está en la promesa tecnológica, sino en la capacidad de industrializar el servicio y convertirlo en una ventaja competitiva sostenible.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9713-3CF5-4C77-9E30-F274C0D64F49}" type="slidenum"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2931"/>
      </p:ext>
    </p:extLst>
  </p:cSld>
  <p:clrMapOvr>
    <a:masterClrMapping/>
  </p:clrMapOvr>
</p:notes>
</file>

<file path=ppt/notesSlides/notesSlide_A04_6BA36BA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Roadmap de madurez y barreras de adopción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9713-3CF5-4C77-9E30-F274C0D64F49}" type="slidenum"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49996"/>
      </p:ext>
    </p:extLst>
  </p:cSld>
  <p:clrMapOvr>
    <a:masterClrMapping/>
  </p:clrMapOvr>
</p:notes>
</file>

<file path=ppt/notesSlides/notesSlide_A05_A64229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Esta diapositiva describe de forma visual y ejecutiva la evolución real de la Agentic AI en Service Desk y operaciones de TI, mostrando el paso desde la experimentación hacia la operación autónoma. La fase inicial, situada en 2025, corresponde a la automatización cognitiva. En este punto, la mayoría de las organizaciones despliegan chatbots, copilotos, clasificación automática de tickets y gestión asistida del conocimiento. El rol de la IA es principalmente apoyar al agente humano, acelerar tareas y reducir tiempos de resolución, pero sin autonomía plena. En 2026 se entra en la fase de orquestación, donde los sistemas multi‑agente comienzan a coordinar flujos completos, habilitar swarming de expertos, priorizar trabajo y ejecutar acciones encadenadas. Aquí el humano pasa a un rol de supervisión, validando excepciones y decisiones críticas.
La fase objetivo, proyectada hacia 2027, es la operación autónoma. En este escenario, la IA no solo recomienda, sino que detecta anomalías, ejecuta auto‑remediación, aplica self‑healing y previene incidentes de forma proactiva gracias a observabilidad predictiva y AIOps avanzados. El humano interviene únicamente en casos excepcionales o de alto impacto. La diapositiva también destaca las principales barreras que están frenando la llegada a producción plena. El cambio de proveedor aparece como la mayor barrera, debido a costos de transición y dependencias operativas. La regulación y el cumplimiento normativo limitan el despliegue sin gobierno claro. A esto se suman preocupaciones de seguridad y privacidad, la complejidad técnica de los entornos híbridos y la escasez de talento especializado.
Para aterrizar el discurso, se incluyen casos reales de producción como Robinhood, Honeywell y Salesforce, que demuestran que la Agentic AI ya genera resultados medibles cuando se combina con gobierno, procesos y datos de calidad. El mensaje final es claro: 2026 no es el año de experimentar con IA, sino el punto de inflexión para pasar de pilotos aislados a operación real, medible y orientada a resultados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9713-3CF5-4C77-9E30-F274C0D64F49}" type="slidenum"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83791"/>
      </p:ext>
    </p:extLst>
  </p:cSld>
  <p:clrMapOvr>
    <a:masterClrMapping/>
  </p:clrMapOvr>
</p:notes>
</file>

<file path=ppt/slideLayouts/_rels/slideLayout_8000000A_35EF63B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0B_6B6C45F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1A_34DD3C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1B_4682A21D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1C_D6A2BBCB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1D_3D3FC5C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1E_D94DC6A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1F_DCA8E8B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2A_5B7E2F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_F37CAD22.jpeg"/><Relationship Id="rId1" Type="http://schemas.openxmlformats.org/officeDocument/2006/relationships/slideMaster" Target="../slideMasters/slideMaster_80000000_6DCCFC6D.xml"/></Relationships>
</file>

<file path=ppt/slideLayouts/_rels/slideLayout_8000002B_AA576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_DC2E333D.jpeg"/><Relationship Id="rId1" Type="http://schemas.openxmlformats.org/officeDocument/2006/relationships/slideMaster" Target="../slideMasters/slideMaster_80000000_6DCCFC6D.xml"/></Relationships>
</file>

<file path=ppt/slideLayouts/_rels/slideLayout_8000002C_A76D1F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_DC2E333D.jpeg"/><Relationship Id="rId1" Type="http://schemas.openxmlformats.org/officeDocument/2006/relationships/slideMaster" Target="../slideMasters/slideMaster_80000000_6DCCFC6D.xml"/></Relationships>
</file>

<file path=ppt/slideLayouts/_rels/slideLayout_8000002D_A505D9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_BA04E608.jpeg"/><Relationship Id="rId1" Type="http://schemas.openxmlformats.org/officeDocument/2006/relationships/slideMaster" Target="../slideMasters/slideMaster_80000000_6DCCFC6D.xml"/></Relationships>
</file>

<file path=ppt/slideLayouts/_rels/slideLayout_8000002E_1A636E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_AEE5BD32.jpeg"/><Relationship Id="rId1" Type="http://schemas.openxmlformats.org/officeDocument/2006/relationships/slideMaster" Target="../slideMasters/slideMaster_80000000_6DCCFC6D.xml"/></Relationships>
</file>

<file path=ppt/slideLayouts/_rels/slideLayout_8000002F_B27EC3AE.xml.rels><?xml version="1.0" encoding="UTF-8" standalone="yes"?>
<Relationships xmlns="http://schemas.openxmlformats.org/package/2006/relationships"><Relationship Id="rId2" Type="http://schemas.openxmlformats.org/officeDocument/2006/relationships/image" Target="../media/image_AEE5BD32.jpeg"/><Relationship Id="rId1" Type="http://schemas.openxmlformats.org/officeDocument/2006/relationships/slideMaster" Target="../slideMasters/slideMaster_80000000_6DCCFC6D.xml"/></Relationships>
</file>

<file path=ppt/slideLayouts/_rels/slideLayout_8000003A_F26CECFD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3B_F802EC9A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3C_3F306C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3D_1F855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3E_ECFD8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3F_828F459E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01_3FE95A9C.xml.rels><?xml version="1.0" encoding="UTF-8" standalone="yes"?>
<Relationships xmlns="http://schemas.openxmlformats.org/package/2006/relationships"><Relationship Id="rId2" Type="http://schemas.openxmlformats.org/officeDocument/2006/relationships/image" Target="../media/image_611DAC29.jpeg"/><Relationship Id="rId1" Type="http://schemas.openxmlformats.org/officeDocument/2006/relationships/slideMaster" Target="../slideMasters/slideMaster_80000000_6DCCFC6D.xml"/></Relationships>
</file>

<file path=ppt/slideLayouts/_rels/slideLayout_80000002_4990FCDB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03_C3E3AEDD.xml.rels><?xml version="1.0" encoding="UTF-8" standalone="yes"?>
<Relationships xmlns="http://schemas.openxmlformats.org/package/2006/relationships"><Relationship Id="rId2" Type="http://schemas.openxmlformats.org/officeDocument/2006/relationships/image" Target="../media/image_611DAC29.jpeg"/><Relationship Id="rId1" Type="http://schemas.openxmlformats.org/officeDocument/2006/relationships/slideMaster" Target="../slideMasters/slideMaster_80000000_6DCCFC6D.xml"/></Relationships>
</file>

<file path=ppt/slideLayouts/_rels/slideLayout_80000004_1F54F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_BA04E608.jpeg"/><Relationship Id="rId1" Type="http://schemas.openxmlformats.org/officeDocument/2006/relationships/slideMaster" Target="../slideMasters/slideMaster_80000000_6DCCFC6D.xml"/></Relationships>
</file>

<file path=ppt/slideLayouts/_rels/slideLayout_80000005_EE681C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_F37CAD22.jpeg"/><Relationship Id="rId1" Type="http://schemas.openxmlformats.org/officeDocument/2006/relationships/slideMaster" Target="../slideMasters/slideMaster_80000000_6DCCFC6D.xml"/></Relationships>
</file>

<file path=ppt/slideLayouts/_rels/slideLayout_80000006_268637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_611DAC29.jpeg"/><Relationship Id="rId1" Type="http://schemas.openxmlformats.org/officeDocument/2006/relationships/slideMaster" Target="../slideMasters/slideMaster_80000000_6DCCFC6D.xml"/></Relationships>
</file>

<file path=ppt/slideLayouts/_rels/slideLayout_80000007_62BD7DDD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08_6BD2C9F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09_9FE234E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18_2B363F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19_8AD6B7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_611DAC29.jpeg"/><Relationship Id="rId1" Type="http://schemas.openxmlformats.org/officeDocument/2006/relationships/slideMaster" Target="../slideMasters/slideMaster_80000000_6DCCFC6D.xml"/></Relationships>
</file>

<file path=ppt/slideLayouts/_rels/slideLayout_80000020_E95F57B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21_11418BAF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22_AB9BE3B6.xml.rels><?xml version="1.0" encoding="UTF-8" standalone="yes"?>
<Relationships xmlns="http://schemas.openxmlformats.org/package/2006/relationships"><Relationship Id="rId2" Type="http://schemas.openxmlformats.org/officeDocument/2006/relationships/image" Target="../media/image_611DAC29.jpeg"/><Relationship Id="rId1" Type="http://schemas.openxmlformats.org/officeDocument/2006/relationships/slideMaster" Target="../slideMasters/slideMaster_80000000_6DCCFC6D.xml"/></Relationships>
</file>

<file path=ppt/slideLayouts/_rels/slideLayout_80000023_AC495A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_611DAC29.jpeg"/><Relationship Id="rId1" Type="http://schemas.openxmlformats.org/officeDocument/2006/relationships/slideMaster" Target="../slideMasters/slideMaster_80000000_6DCCFC6D.xml"/></Relationships>
</file>

<file path=ppt/slideLayouts/_rels/slideLayout_80000024_D1E700EC.xml.rels><?xml version="1.0" encoding="UTF-8" standalone="yes"?>
<Relationships xmlns="http://schemas.openxmlformats.org/package/2006/relationships"><Relationship Id="rId2" Type="http://schemas.openxmlformats.org/officeDocument/2006/relationships/image" Target="../media/image_DB098612.jpeg"/><Relationship Id="rId1" Type="http://schemas.openxmlformats.org/officeDocument/2006/relationships/slideMaster" Target="../slideMasters/slideMaster_80000000_6DCCFC6D.xml"/></Relationships>
</file>

<file path=ppt/slideLayouts/_rels/slideLayout_80000025_1A936C4D.xml.rels><?xml version="1.0" encoding="UTF-8" standalone="yes"?>
<Relationships xmlns="http://schemas.openxmlformats.org/package/2006/relationships"><Relationship Id="rId2" Type="http://schemas.openxmlformats.org/officeDocument/2006/relationships/image" Target="../media/image_DB098612.jpeg"/><Relationship Id="rId1" Type="http://schemas.openxmlformats.org/officeDocument/2006/relationships/slideMaster" Target="../slideMasters/slideMaster_80000000_6DCCFC6D.xml"/></Relationships>
</file>

<file path=ppt/slideLayouts/_rels/slideLayout_80000026_64EC83B.xml.rels><?xml version="1.0" encoding="UTF-8" standalone="yes"?>
<Relationships xmlns="http://schemas.openxmlformats.org/package/2006/relationships"><Relationship Id="rId2" Type="http://schemas.openxmlformats.org/officeDocument/2006/relationships/image" Target="../media/image_DC2E333D.jpeg"/><Relationship Id="rId1" Type="http://schemas.openxmlformats.org/officeDocument/2006/relationships/slideMaster" Target="../slideMasters/slideMaster_80000000_6DCCFC6D.xml"/></Relationships>
</file>

<file path=ppt/slideLayouts/_rels/slideLayout_80000027_98F101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_611DAC29.jpeg"/><Relationship Id="rId1" Type="http://schemas.openxmlformats.org/officeDocument/2006/relationships/slideMaster" Target="../slideMasters/slideMaster_80000000_6DCCFC6D.xml"/></Relationships>
</file>

<file path=ppt/slideLayouts/_rels/slideLayout_80000028_7CA427DB.xml.rels><?xml version="1.0" encoding="UTF-8" standalone="yes"?>
<Relationships xmlns="http://schemas.openxmlformats.org/package/2006/relationships"><Relationship Id="rId2" Type="http://schemas.openxmlformats.org/officeDocument/2006/relationships/image" Target="../media/image_DC2E333D.jpeg"/><Relationship Id="rId1" Type="http://schemas.openxmlformats.org/officeDocument/2006/relationships/slideMaster" Target="../slideMasters/slideMaster_80000000_6DCCFC6D.xml"/></Relationships>
</file>

<file path=ppt/slideLayouts/_rels/slideLayout_80000029_91223A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_DC2E333D.jpeg"/><Relationship Id="rId1" Type="http://schemas.openxmlformats.org/officeDocument/2006/relationships/slideMaster" Target="../slideMasters/slideMaster_80000000_6DCCFC6D.xml"/></Relationships>
</file>

<file path=ppt/slideLayouts/_rels/slideLayout_80000030_5A298ED6.xml.rels><?xml version="1.0" encoding="UTF-8" standalone="yes"?>
<Relationships xmlns="http://schemas.openxmlformats.org/package/2006/relationships"><Relationship Id="rId2" Type="http://schemas.openxmlformats.org/officeDocument/2006/relationships/image" Target="../media/image_F37CAD22.jpeg"/><Relationship Id="rId1" Type="http://schemas.openxmlformats.org/officeDocument/2006/relationships/slideMaster" Target="../slideMasters/slideMaster_80000000_6DCCFC6D.xml"/></Relationships>
</file>

<file path=ppt/slideLayouts/_rels/slideLayout_80000031_928AB9BB.xml.rels><?xml version="1.0" encoding="UTF-8" standalone="yes"?>
<Relationships xmlns="http://schemas.openxmlformats.org/package/2006/relationships"><Relationship Id="rId2" Type="http://schemas.openxmlformats.org/officeDocument/2006/relationships/image" Target="../media/image_F37CAD22.jpeg"/><Relationship Id="rId1" Type="http://schemas.openxmlformats.org/officeDocument/2006/relationships/slideMaster" Target="../slideMasters/slideMaster_80000000_6DCCFC6D.xml"/></Relationships>
</file>

<file path=ppt/slideLayouts/_rels/slideLayout_80000032_FE0A8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_F37CAD22.jpeg"/><Relationship Id="rId1" Type="http://schemas.openxmlformats.org/officeDocument/2006/relationships/slideMaster" Target="../slideMasters/slideMaster_80000000_6DCCFC6D.xml"/></Relationships>
</file>

<file path=ppt/slideLayouts/_rels/slideLayout_80000033_AD31E3D4.xml.rels><?xml version="1.0" encoding="UTF-8" standalone="yes"?>
<Relationships xmlns="http://schemas.openxmlformats.org/package/2006/relationships"><Relationship Id="rId2" Type="http://schemas.openxmlformats.org/officeDocument/2006/relationships/image" Target="../media/image_611DAC29.jpeg"/><Relationship Id="rId1" Type="http://schemas.openxmlformats.org/officeDocument/2006/relationships/slideMaster" Target="../slideMasters/slideMaster_80000000_6DCCFC6D.xml"/></Relationships>
</file>

<file path=ppt/slideLayouts/_rels/slideLayout_80000034_E8A5AF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_F37CAD22.jpeg"/><Relationship Id="rId1" Type="http://schemas.openxmlformats.org/officeDocument/2006/relationships/slideMaster" Target="../slideMasters/slideMaster_80000000_6DCCFC6D.xml"/></Relationships>
</file>

<file path=ppt/slideLayouts/_rels/slideLayout_80000035_5189F3D4.xml.rels><?xml version="1.0" encoding="UTF-8" standalone="yes"?>
<Relationships xmlns="http://schemas.openxmlformats.org/package/2006/relationships"><Relationship Id="rId2" Type="http://schemas.openxmlformats.org/officeDocument/2006/relationships/image" Target="../media/image_DC2E333D.jpeg"/><Relationship Id="rId1" Type="http://schemas.openxmlformats.org/officeDocument/2006/relationships/slideMaster" Target="../slideMasters/slideMaster_80000000_6DCCFC6D.xml"/></Relationships>
</file>

<file path=ppt/slideLayouts/_rels/slideLayout_80000036_A47E1ECC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37_500DC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38_1D8E2BF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39_A69DBF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40_8D22BBF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41_7442C4D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42_E2F271F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43_80A3AE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44_C2AA42C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45_4FBD6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46_86418CF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47_D1B1B9B3.xml.rels><?xml version="1.0" encoding="UTF-8" standalone="yes"?>
<Relationships xmlns="http://schemas.openxmlformats.org/package/2006/relationships"><Relationship Id="rId2" Type="http://schemas.openxmlformats.org/officeDocument/2006/relationships/image" Target="../media/image_F37CAD22.jpeg"/><Relationship Id="rId1" Type="http://schemas.openxmlformats.org/officeDocument/2006/relationships/slideMaster" Target="../slideMasters/slideMaster_80000000_6DCCFC6D.xml"/></Relationships>
</file>

<file path=ppt/slideLayouts/_rels/slideLayout_80000048_8355EB9C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_rels/slideLayout_80000049_E5122CA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_80000000_6DCCFC6D.xml"/></Relationships>
</file>

<file path=ppt/slideLayouts/slideLayout_8000000A_35EF63B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cabezado de sección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rtlCol="0"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55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0B_6B6C45F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cabezado de secció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rtlCol="0"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257909"/>
      </p:ext>
    </p:extLst>
  </p:cSld>
  <p:clrMapOvr>
    <a:masterClrMapping/>
  </p:clrMapOvr>
</p:sldLayout>
</file>

<file path=ppt/slideLayouts/slideLayout_8000001A_34DD3C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8" y="1589105"/>
            <a:ext cx="5403264" cy="1622994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44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956E9D4-3B6F-5DDD-5E3B-A829B10E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8" y="3395398"/>
            <a:ext cx="5403264" cy="1837985"/>
          </a:xfrm>
        </p:spPr>
        <p:txBody>
          <a:bodyPr rtlCol="0" anchor="t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60BAB4-BB08-FD4A-678D-2FFE35A0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DBF6EF0E-4178-1F33-0BF9-2A2B4C33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1C4E92-1D0B-ABAB-54CA-016BB17A93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01A3D6-493E-2CE6-4153-5A2D3C978311}"/>
              </a:ext>
            </a:extLst>
          </p:cNvPr>
          <p:cNvCxnSpPr>
            <a:cxnSpLocks/>
          </p:cNvCxnSpPr>
          <p:nvPr/>
        </p:nvCxnSpPr>
        <p:spPr>
          <a:xfrm>
            <a:off x="2673336" y="781627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D7E29DE-22CD-1512-C9E7-51C4D8B5F337}"/>
              </a:ext>
            </a:extLst>
          </p:cNvPr>
          <p:cNvCxnSpPr>
            <a:cxnSpLocks/>
          </p:cNvCxnSpPr>
          <p:nvPr/>
        </p:nvCxnSpPr>
        <p:spPr>
          <a:xfrm>
            <a:off x="9526413" y="781627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914073"/>
      </p:ext>
    </p:extLst>
  </p:cSld>
  <p:clrMapOvr>
    <a:masterClrMapping/>
  </p:clrMapOvr>
</p:sldLayout>
</file>

<file path=ppt/slideLayouts/slideLayout_8000001B_4682A21D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1100834"/>
            <a:ext cx="8533261" cy="23148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F6B2ADB6-8B11-5463-D307-3F4916CA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893" y="3442324"/>
            <a:ext cx="3894179" cy="227488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1A9A27FE-5C62-0E4C-1D35-2B5BE6521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047450B0-6060-60C9-5AC2-20186A24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1C4E92-1D0B-ABAB-54CA-016BB17A93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966301"/>
      </p:ext>
    </p:extLst>
  </p:cSld>
  <p:clrMapOvr>
    <a:masterClrMapping/>
  </p:clrMapOvr>
</p:sldLayout>
</file>

<file path=ppt/slideLayouts/slideLayout_8000001C_D6A2BBCB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i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rtlCol="0" anchor="ctr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989131"/>
      </p:ext>
    </p:extLst>
  </p:cSld>
  <p:clrMapOvr>
    <a:masterClrMapping/>
  </p:clrMapOvr>
</p:sldLayout>
</file>

<file path=ppt/slideLayouts/slideLayout_8000001D_3D3FC5C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1264785"/>
            <a:ext cx="4479107" cy="431591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922A59EF-3E61-0654-D289-2E1D6B73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1264782"/>
            <a:ext cx="5869293" cy="4315922"/>
          </a:xfrm>
        </p:spPr>
        <p:txBody>
          <a:bodyPr rtlCol="0" anchor="ctr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1E4E1FBF-A73A-1962-4961-FD2DDB21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EB5754BB-F3CF-1B1E-E0B8-85D0578C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787587"/>
            <a:ext cx="0" cy="527031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589573"/>
      </p:ext>
    </p:extLst>
  </p:cSld>
  <p:clrMapOvr>
    <a:masterClrMapping/>
  </p:clrMapOvr>
</p:sldLayout>
</file>

<file path=ppt/slideLayouts/slideLayout_8000001E_D94DC6A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752997"/>
      </p:ext>
    </p:extLst>
  </p:cSld>
  <p:clrMapOvr>
    <a:masterClrMapping/>
  </p:clrMapOvr>
</p:sldLayout>
</file>

<file path=ppt/slideLayouts/slideLayout_8000001F_DCA8E8B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id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1034473"/>
            <a:ext cx="11420337" cy="1582221"/>
          </a:xfrm>
        </p:spPr>
        <p:txBody>
          <a:bodyPr rtlCol="0"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974109"/>
            <a:ext cx="11420336" cy="3401521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E617F9A-AF72-E9F9-FE67-264CFD0B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70522668-B624-9A0D-743B-874B6468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F09EC300-3CBF-3BA7-991F-4143EBA2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2703185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057142"/>
      </p:ext>
    </p:extLst>
  </p:cSld>
  <p:clrMapOvr>
    <a:masterClrMapping/>
  </p:clrMapOvr>
</p:sldLayout>
</file>

<file path=ppt/slideLayouts/slideLayout_8000002A_5B7E2F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996272"/>
      </p:ext>
    </p:extLst>
  </p:cSld>
  <p:clrMapOvr>
    <a:masterClrMapping/>
  </p:clrMapOvr>
</p:sldLayout>
</file>

<file path=ppt/slideLayouts/slideLayout_8000002B_AA5762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3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58B12C2E-FD87-6FEB-F35D-ABCDF00C8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656A87-5539-46DA-CF5D-F2506ECA3F8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01AB7173-DF2F-B8EA-F83D-4C7263C765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34525"/>
            <a:ext cx="490594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911" y="2180556"/>
            <a:ext cx="6435936" cy="43047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4914379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853542"/>
      </p:ext>
    </p:extLst>
  </p:cSld>
  <p:clrMapOvr>
    <a:masterClrMapping/>
  </p:clrMapOvr>
</p:sldLayout>
</file>

<file path=ppt/slideLayouts/slideLayout_8000002C_A76D1F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7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BBEAB049-8AFC-5262-0ECB-2E9CDA2066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26863A-85CF-52FA-E2B2-AF70382C69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1DF7822C-4885-9FA2-F9E5-E0B61BDDB4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6419605" cy="437535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86058" y="1834525"/>
            <a:ext cx="490594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7286058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946451"/>
      </p:ext>
    </p:extLst>
  </p:cSld>
  <p:clrMapOvr>
    <a:masterClrMapping/>
  </p:clrMapOvr>
</p:sldLayout>
</file>

<file path=ppt/slideLayouts/slideLayout_8000002D_A505D9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623974"/>
      </p:ext>
    </p:extLst>
  </p:cSld>
  <p:clrMapOvr>
    <a:masterClrMapping/>
  </p:clrMapOvr>
</p:sldLayout>
</file>

<file path=ppt/slideLayouts/slideLayout_8000002E_1A636EA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4364336"/>
            <a:ext cx="3593592" cy="16477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3985863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0" y="4321099"/>
            <a:ext cx="7136195" cy="2067424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5"/>
            <a:ext cx="2962656" cy="36576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0" y="6437375"/>
            <a:ext cx="4549414" cy="3657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3657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3985863"/>
            <a:ext cx="0" cy="287213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3985863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724009"/>
      </p:ext>
    </p:extLst>
  </p:cSld>
  <p:clrMapOvr>
    <a:masterClrMapping/>
  </p:clrMapOvr>
</p:sldLayout>
</file>

<file path=ppt/slideLayouts/slideLayout_8000002F_B27EC3AE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3593592" cy="16421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210311"/>
            <a:ext cx="4549413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717941"/>
            <a:ext cx="7073776" cy="2066544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048520"/>
            <a:ext cx="12198096" cy="380948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0"/>
            <a:ext cx="0" cy="3045465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3045465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652078"/>
      </p:ext>
    </p:extLst>
  </p:cSld>
  <p:clrMapOvr>
    <a:masterClrMapping/>
  </p:clrMapOvr>
</p:sldLayout>
</file>

<file path=ppt/slideLayouts/slideLayout_8000003A_F26CECFD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strucción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rtlCol="0"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editar la afirmación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224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_8000003B_F802EC9A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strucció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76945" y="1341912"/>
            <a:ext cx="7024439" cy="4120737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75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75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75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75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75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editar la afirmación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4164"/>
            <a:ext cx="2963692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64164"/>
            <a:ext cx="1679642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4164"/>
            <a:ext cx="546447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36ED6FE-B4BC-74F3-6CA8-3B4200CEE7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008063B-506A-41A1-A6EA-745A876C5191}"/>
              </a:ext>
            </a:extLst>
          </p:cNvPr>
          <p:cNvCxnSpPr>
            <a:cxnSpLocks/>
          </p:cNvCxnSpPr>
          <p:nvPr/>
        </p:nvCxnSpPr>
        <p:spPr>
          <a:xfrm>
            <a:off x="0" y="78162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2758C90-B148-7153-9C80-0F1076997894}"/>
              </a:ext>
            </a:extLst>
          </p:cNvPr>
          <p:cNvCxnSpPr>
            <a:cxnSpLocks/>
          </p:cNvCxnSpPr>
          <p:nvPr/>
        </p:nvCxnSpPr>
        <p:spPr>
          <a:xfrm>
            <a:off x="1693484" y="781627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5474C37-D361-EDB7-BCC5-35E1A6EC3D9B}"/>
              </a:ext>
            </a:extLst>
          </p:cNvPr>
          <p:cNvCxnSpPr>
            <a:cxnSpLocks/>
          </p:cNvCxnSpPr>
          <p:nvPr/>
        </p:nvCxnSpPr>
        <p:spPr>
          <a:xfrm>
            <a:off x="10491119" y="781627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941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_8000003C_3F306C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cción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1725" y="1940090"/>
            <a:ext cx="10392476" cy="4614714"/>
          </a:xfrm>
        </p:spPr>
        <p:txBody>
          <a:bodyPr rtlCol="0" anchor="b">
            <a:noAutofit/>
          </a:bodyPr>
          <a:lstStyle>
            <a:lvl1pPr marL="0" indent="0">
              <a:lnSpc>
                <a:spcPct val="73000"/>
              </a:lnSpc>
              <a:buNone/>
              <a:defRPr sz="96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  <a:lvl2pPr marL="228600" indent="0">
              <a:lnSpc>
                <a:spcPct val="73000"/>
              </a:lnSpc>
              <a:buNone/>
              <a:defRPr sz="88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457200" indent="0">
              <a:lnSpc>
                <a:spcPct val="73000"/>
              </a:lnSpc>
              <a:buNone/>
              <a:defRPr sz="80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685800" indent="0">
              <a:lnSpc>
                <a:spcPct val="73000"/>
              </a:lnSpc>
              <a:buNone/>
              <a:defRPr sz="72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914400" indent="0">
              <a:lnSpc>
                <a:spcPct val="73000"/>
              </a:lnSpc>
              <a:buNone/>
              <a:defRPr sz="66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editar la afirmación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EBBBFEC-32A4-8333-CEC0-6858CB1833EF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58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3D_1F8553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strucción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98" y="-1133856"/>
            <a:ext cx="10090646" cy="9144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384048"/>
            <a:ext cx="10090646" cy="4783756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s"/>
              <a:t>Haga clic para editar la afirmación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4164"/>
            <a:ext cx="2963692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1" y="6264164"/>
            <a:ext cx="2486677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4164"/>
            <a:ext cx="546447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36ED6FE-B4BC-74F3-6CA8-3B4200CEE7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831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_8000003E_ECFD84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t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rtlCol="0"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 rtlCol="0"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editar la cita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037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3F_828F459E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i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288" y="5232212"/>
            <a:ext cx="10515600" cy="749808"/>
          </a:xfrm>
        </p:spPr>
        <p:txBody>
          <a:bodyPr rtlCol="0" anchor="ctr">
            <a:normAutofit/>
          </a:bodyPr>
          <a:lstStyle>
            <a:lvl1pPr>
              <a:defRPr sz="1600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380011"/>
            <a:ext cx="9400032" cy="4164557"/>
          </a:xfrm>
        </p:spPr>
        <p:txBody>
          <a:bodyPr rtlCol="0" anchor="t">
            <a:normAutofit/>
          </a:bodyPr>
          <a:lstStyle>
            <a:lvl1pPr marL="274320" indent="-274320">
              <a:lnSpc>
                <a:spcPct val="80000"/>
              </a:lnSpc>
              <a:buNone/>
              <a:defRPr sz="6000" cap="none" baseline="0">
                <a:solidFill>
                  <a:schemeClr val="accent1"/>
                </a:solidFill>
                <a:latin typeface="+mj-lt"/>
              </a:defRPr>
            </a:lvl1pPr>
            <a:lvl2pPr marL="274320" indent="-274320">
              <a:lnSpc>
                <a:spcPct val="80000"/>
              </a:lnSpc>
              <a:buNone/>
              <a:defRPr sz="5400" cap="none" baseline="0">
                <a:solidFill>
                  <a:schemeClr val="accent1"/>
                </a:solidFill>
                <a:latin typeface="+mj-lt"/>
              </a:defRPr>
            </a:lvl2pPr>
            <a:lvl3pPr marL="274320" indent="-274320">
              <a:lnSpc>
                <a:spcPct val="80000"/>
              </a:lnSpc>
              <a:buNone/>
              <a:defRPr sz="4800" cap="none" baseline="0">
                <a:solidFill>
                  <a:schemeClr val="accent1"/>
                </a:solidFill>
                <a:latin typeface="+mj-lt"/>
              </a:defRPr>
            </a:lvl3pPr>
            <a:lvl4pPr marL="274320" indent="-274320">
              <a:lnSpc>
                <a:spcPct val="80000"/>
              </a:lnSpc>
              <a:buNone/>
              <a:defRPr sz="4400" cap="none" baseline="0">
                <a:solidFill>
                  <a:schemeClr val="accent1"/>
                </a:solidFill>
                <a:latin typeface="+mj-lt"/>
              </a:defRPr>
            </a:lvl4pPr>
            <a:lvl5pPr marL="274320" indent="-274320">
              <a:lnSpc>
                <a:spcPct val="80000"/>
              </a:lnSpc>
              <a:buNone/>
              <a:defRPr sz="4400" cap="none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editar la cita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87" y="6263640"/>
            <a:ext cx="2962656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6263640"/>
            <a:ext cx="2151180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C9507B5-45FD-E0F8-4B50-156739F3ED87}"/>
              </a:ext>
            </a:extLst>
          </p:cNvPr>
          <p:cNvCxnSpPr>
            <a:cxnSpLocks/>
          </p:cNvCxnSpPr>
          <p:nvPr/>
        </p:nvCxnSpPr>
        <p:spPr>
          <a:xfrm>
            <a:off x="0" y="48627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427550"/>
      </p:ext>
    </p:extLst>
  </p:cSld>
  <p:clrMapOvr>
    <a:masterClrMapping/>
  </p:clrMapOvr>
</p:sldLayout>
</file>

<file path=ppt/slideLayouts/slideLayout_80000001_3FE95A9C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con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25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02_4990FCDB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 rtlCol="0"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238683"/>
      </p:ext>
    </p:extLst>
  </p:cSld>
  <p:clrMapOvr>
    <a:masterClrMapping/>
  </p:clrMapOvr>
</p:sldLayout>
</file>

<file path=ppt/slideLayouts/slideLayout_80000003_C3E3AEDD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con image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49808"/>
            <a:ext cx="6236208" cy="369417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477256"/>
            <a:ext cx="6236208" cy="11155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3504" y="207982"/>
            <a:ext cx="1682496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09801" y="207982"/>
            <a:ext cx="546447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8624" y="0"/>
            <a:ext cx="4913373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7083F37-054B-54D7-2AD5-6DFFCC79603C}"/>
              </a:ext>
            </a:extLst>
          </p:cNvPr>
          <p:cNvCxnSpPr>
            <a:cxnSpLocks/>
          </p:cNvCxnSpPr>
          <p:nvPr/>
        </p:nvCxnSpPr>
        <p:spPr>
          <a:xfrm>
            <a:off x="0" y="5287974"/>
            <a:ext cx="7277621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99AB8D9-761C-35FC-CA6D-1317D71DF6BE}"/>
              </a:ext>
            </a:extLst>
          </p:cNvPr>
          <p:cNvCxnSpPr>
            <a:cxnSpLocks/>
          </p:cNvCxnSpPr>
          <p:nvPr/>
        </p:nvCxnSpPr>
        <p:spPr>
          <a:xfrm flipV="1">
            <a:off x="7277621" y="0"/>
            <a:ext cx="0" cy="6858001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478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04_1F54F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con image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660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_80000005_EE681C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con imag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10">
            <a:extLst>
              <a:ext uri="{FF2B5EF4-FFF2-40B4-BE49-F238E27FC236}">
                <a16:creationId xmlns:a16="http://schemas.microsoft.com/office/drawing/2014/main" id="{AEB3F954-B0A7-AD5D-A897-AAA57CEEA7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6858000"/>
          </a:xfrm>
          <a:custGeom>
            <a:avLst/>
            <a:gdLst>
              <a:gd name="connsiteX0" fmla="*/ 6914322 w 12198096"/>
              <a:gd name="connsiteY0" fmla="*/ 789558 h 6858000"/>
              <a:gd name="connsiteX1" fmla="*/ 6914322 w 12198096"/>
              <a:gd name="connsiteY1" fmla="*/ 6106620 h 6858000"/>
              <a:gd name="connsiteX2" fmla="*/ 11547659 w 12198096"/>
              <a:gd name="connsiteY2" fmla="*/ 6106620 h 6858000"/>
              <a:gd name="connsiteX3" fmla="*/ 11547659 w 12198096"/>
              <a:gd name="connsiteY3" fmla="*/ 789558 h 6858000"/>
              <a:gd name="connsiteX4" fmla="*/ 0 w 12198096"/>
              <a:gd name="connsiteY4" fmla="*/ 0 h 6858000"/>
              <a:gd name="connsiteX5" fmla="*/ 12198096 w 12198096"/>
              <a:gd name="connsiteY5" fmla="*/ 0 h 6858000"/>
              <a:gd name="connsiteX6" fmla="*/ 12198096 w 12198096"/>
              <a:gd name="connsiteY6" fmla="*/ 6858000 h 6858000"/>
              <a:gd name="connsiteX7" fmla="*/ 0 w 1219809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8096" h="6858000">
                <a:moveTo>
                  <a:pt x="6914322" y="789558"/>
                </a:moveTo>
                <a:lnTo>
                  <a:pt x="6914322" y="6106620"/>
                </a:lnTo>
                <a:lnTo>
                  <a:pt x="11547659" y="6106620"/>
                </a:lnTo>
                <a:lnTo>
                  <a:pt x="11547659" y="789558"/>
                </a:lnTo>
                <a:close/>
                <a:moveTo>
                  <a:pt x="0" y="0"/>
                </a:moveTo>
                <a:lnTo>
                  <a:pt x="12198096" y="0"/>
                </a:lnTo>
                <a:lnTo>
                  <a:pt x="1219809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4324" y="789558"/>
            <a:ext cx="4633337" cy="4212210"/>
          </a:xfrm>
          <a:solidFill>
            <a:schemeClr val="bg2"/>
          </a:solidFill>
          <a:ln>
            <a:solidFill>
              <a:schemeClr val="tx2"/>
            </a:solidFill>
          </a:ln>
        </p:spPr>
        <p:txBody>
          <a:bodyPr vert="horz" lIns="320040" tIns="347472" rIns="22860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4322" y="4994648"/>
            <a:ext cx="4633338" cy="1111972"/>
          </a:xfrm>
          <a:solidFill>
            <a:schemeClr val="bg2"/>
          </a:solidFill>
          <a:ln>
            <a:solidFill>
              <a:schemeClr val="tx2"/>
            </a:solidFill>
          </a:ln>
        </p:spPr>
        <p:txBody>
          <a:bodyPr vert="horz" lIns="320040" tIns="45720" rIns="27432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4323" y="207982"/>
            <a:ext cx="2687062" cy="413360"/>
          </a:xfrm>
        </p:spPr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00435"/>
      </p:ext>
    </p:extLst>
  </p:cSld>
  <p:clrMapOvr>
    <a:masterClrMapping/>
  </p:clrMapOvr>
</p:sldLayout>
</file>

<file path=ppt/slideLayouts/slideLayout_80000006_268637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con imagen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49808"/>
            <a:ext cx="5422392" cy="38221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486400"/>
            <a:ext cx="5422391" cy="97840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15840" y="207982"/>
            <a:ext cx="1280160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82383" y="207982"/>
            <a:ext cx="546447" cy="4133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5554" y="0"/>
            <a:ext cx="5156444" cy="6858000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1B20121-9211-E62C-6EDF-8301AE0A0865}"/>
              </a:ext>
            </a:extLst>
          </p:cNvPr>
          <p:cNvCxnSpPr>
            <a:cxnSpLocks/>
          </p:cNvCxnSpPr>
          <p:nvPr/>
        </p:nvCxnSpPr>
        <p:spPr>
          <a:xfrm>
            <a:off x="-4130" y="5215687"/>
            <a:ext cx="70322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BA69D92-87B2-B41F-6979-69668092108B}"/>
              </a:ext>
            </a:extLst>
          </p:cNvPr>
          <p:cNvCxnSpPr>
            <a:cxnSpLocks/>
          </p:cNvCxnSpPr>
          <p:nvPr/>
        </p:nvCxnSpPr>
        <p:spPr>
          <a:xfrm flipV="1">
            <a:off x="7028120" y="0"/>
            <a:ext cx="0" cy="685800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330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_80000007_62BD7DDD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49808"/>
            <a:ext cx="9287134" cy="34107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477256"/>
            <a:ext cx="11155680" cy="11155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D0B70F0-3BE4-FD57-7260-3612F25DFB6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585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08_6BD2C9F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976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09_9FE234E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1426464"/>
            <a:ext cx="9528048" cy="41834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779008"/>
            <a:ext cx="9528047" cy="9235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es"/>
              <a:t>Haga clic para editar el estilo de subtítulo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2168017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F6B2E7A-179E-B6D8-4F25-0673E53A95D4}"/>
              </a:ext>
            </a:extLst>
          </p:cNvPr>
          <p:cNvCxnSpPr>
            <a:cxnSpLocks/>
          </p:cNvCxnSpPr>
          <p:nvPr/>
        </p:nvCxnSpPr>
        <p:spPr>
          <a:xfrm>
            <a:off x="1" y="790415"/>
            <a:ext cx="121919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40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18_2B363F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 rtlCol="0"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rtlCol="0"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75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_80000019_8AD6B7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con imagen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 rtlCol="0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 rtlCol="0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327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_80000020_E95F57B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088" y="1249959"/>
            <a:ext cx="3578905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34E7AB67-A25E-F99D-7053-223A31AB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958" y="1249958"/>
            <a:ext cx="7022846" cy="5362955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44B773E1-C0C5-10BC-5283-0943095D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75958" y="207982"/>
            <a:ext cx="1921315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E615B6D-D0FF-BC11-9C32-FDA7B7D0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336321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08731"/>
      </p:ext>
    </p:extLst>
  </p:cSld>
  <p:clrMapOvr>
    <a:masterClrMapping/>
  </p:clrMapOvr>
</p:sldLayout>
</file>

<file path=ppt/slideLayouts/slideLayout_80000021_11418BAF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id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83140"/>
            <a:ext cx="11452341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E3CC60A8-3DE8-B0E7-1EC5-2B337CF2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8" y="1743311"/>
            <a:ext cx="11452342" cy="4916425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47EB01C-FB71-1416-6F69-B25D90D39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8E842DA4-700F-A2D4-6AB8-0BAEDF32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5BF1F3F-87E2-1270-FB4D-FD251AD7E63C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08271"/>
      </p:ext>
    </p:extLst>
  </p:cSld>
  <p:clrMapOvr>
    <a:masterClrMapping/>
  </p:clrMapOvr>
</p:sldLayout>
</file>

<file path=ppt/slideLayouts/slideLayout_80000022_AB9BE3B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120310"/>
      </p:ext>
    </p:extLst>
  </p:cSld>
  <p:clrMapOvr>
    <a:masterClrMapping/>
  </p:clrMapOvr>
</p:sldLayout>
</file>

<file path=ppt/slideLayouts/slideLayout_80000023_AC495A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649965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1"/>
            <a:ext cx="29626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64879" y="210311"/>
            <a:ext cx="1679642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47480" y="210312"/>
            <a:ext cx="546447" cy="4133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8" y="2944368"/>
            <a:ext cx="6499657" cy="3582267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621" y="0"/>
            <a:ext cx="4914379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272857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488392"/>
      </p:ext>
    </p:extLst>
  </p:cSld>
  <p:clrMapOvr>
    <a:masterClrMapping/>
  </p:clrMapOvr>
</p:sldLayout>
</file>

<file path=ppt/slideLayouts/slideLayout_80000024_D1E700EC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577196"/>
      </p:ext>
    </p:extLst>
  </p:cSld>
  <p:clrMapOvr>
    <a:masterClrMapping/>
  </p:clrMapOvr>
</p:sldLayout>
</file>

<file path=ppt/slideLayouts/slideLayout_80000025_1A936C4D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869133"/>
      </p:ext>
    </p:extLst>
  </p:cSld>
  <p:clrMapOvr>
    <a:masterClrMapping/>
  </p:clrMapOvr>
</p:sldLayout>
</file>

<file path=ppt/slideLayouts/slideLayout_80000026_64EC83B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749808"/>
            <a:ext cx="416367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7520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73675" y="210312"/>
            <a:ext cx="1058111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54543" y="210312"/>
            <a:ext cx="440969" cy="4133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61" y="2944368"/>
            <a:ext cx="4163674" cy="3582267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881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6363"/>
      </p:ext>
    </p:extLst>
  </p:cSld>
  <p:clrMapOvr>
    <a:masterClrMapping/>
  </p:clrMapOvr>
</p:sldLayout>
</file>

<file path=ppt/slideLayouts/slideLayout_80000027_98F101E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931492"/>
      </p:ext>
    </p:extLst>
  </p:cSld>
  <p:clrMapOvr>
    <a:masterClrMapping/>
  </p:clrMapOvr>
</p:sldLayout>
</file>

<file path=ppt/slideLayouts/slideLayout_80000028_7CA427DB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308" y="853949"/>
            <a:ext cx="4102574" cy="151607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7285976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0308" y="213482"/>
            <a:ext cx="2129674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0367" y="210312"/>
            <a:ext cx="1216834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453" y="210312"/>
            <a:ext cx="679998" cy="4133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308" y="2578607"/>
            <a:ext cx="4102585" cy="3950208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9E9D652-D7DE-25C0-FCD7-3031AEEB0C6C}"/>
              </a:ext>
            </a:extLst>
          </p:cNvPr>
          <p:cNvCxnSpPr>
            <a:cxnSpLocks/>
          </p:cNvCxnSpPr>
          <p:nvPr/>
        </p:nvCxnSpPr>
        <p:spPr>
          <a:xfrm>
            <a:off x="7291894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132891"/>
      </p:ext>
    </p:extLst>
  </p:cSld>
  <p:clrMapOvr>
    <a:masterClrMapping/>
  </p:clrMapOvr>
</p:sldLayout>
</file>

<file path=ppt/slideLayouts/slideLayout_80000029_91223A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939461"/>
      </p:ext>
    </p:extLst>
  </p:cSld>
  <p:clrMapOvr>
    <a:masterClrMapping/>
  </p:clrMapOvr>
</p:sldLayout>
</file>

<file path=ppt/slideLayouts/slideLayout_80000030_5A298ED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9">
            <a:extLst>
              <a:ext uri="{FF2B5EF4-FFF2-40B4-BE49-F238E27FC236}">
                <a16:creationId xmlns:a16="http://schemas.microsoft.com/office/drawing/2014/main" id="{4392B674-7AB8-8272-87B1-5B7038F7CB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6" cy="6858000"/>
          </a:xfrm>
          <a:custGeom>
            <a:avLst/>
            <a:gdLst>
              <a:gd name="connsiteX0" fmla="*/ 795631 w 12191996"/>
              <a:gd name="connsiteY0" fmla="*/ 789997 h 6858000"/>
              <a:gd name="connsiteX1" fmla="*/ 795631 w 12191996"/>
              <a:gd name="connsiteY1" fmla="*/ 6068003 h 6858000"/>
              <a:gd name="connsiteX2" fmla="*/ 4649508 w 12191996"/>
              <a:gd name="connsiteY2" fmla="*/ 6068003 h 6858000"/>
              <a:gd name="connsiteX3" fmla="*/ 4649508 w 12191996"/>
              <a:gd name="connsiteY3" fmla="*/ 789997 h 6858000"/>
              <a:gd name="connsiteX4" fmla="*/ 0 w 12191996"/>
              <a:gd name="connsiteY4" fmla="*/ 0 h 6858000"/>
              <a:gd name="connsiteX5" fmla="*/ 12191996 w 12191996"/>
              <a:gd name="connsiteY5" fmla="*/ 0 h 6858000"/>
              <a:gd name="connsiteX6" fmla="*/ 12191996 w 12191996"/>
              <a:gd name="connsiteY6" fmla="*/ 6858000 h 6858000"/>
              <a:gd name="connsiteX7" fmla="*/ 0 w 1219199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858000">
                <a:moveTo>
                  <a:pt x="795631" y="789997"/>
                </a:moveTo>
                <a:lnTo>
                  <a:pt x="795631" y="6068003"/>
                </a:lnTo>
                <a:lnTo>
                  <a:pt x="4649508" y="6068003"/>
                </a:lnTo>
                <a:lnTo>
                  <a:pt x="4649508" y="789997"/>
                </a:lnTo>
                <a:close/>
                <a:moveTo>
                  <a:pt x="0" y="0"/>
                </a:moveTo>
                <a:lnTo>
                  <a:pt x="12191996" y="0"/>
                </a:lnTo>
                <a:lnTo>
                  <a:pt x="1219199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31" y="789997"/>
            <a:ext cx="3853877" cy="5280546"/>
          </a:xfrm>
          <a:solidFill>
            <a:schemeClr val="bg2"/>
          </a:solidFill>
          <a:ln>
            <a:solidFill>
              <a:schemeClr val="tx2"/>
            </a:solidFill>
          </a:ln>
        </p:spPr>
        <p:txBody>
          <a:bodyPr vert="horz" lIns="45720" tIns="320040" rIns="91440" bIns="3840480" rtlCol="0" anchor="t">
            <a:normAutofit/>
          </a:bodyPr>
          <a:lstStyle>
            <a:lvl1pPr marL="182880"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688899" cy="411480"/>
          </a:xfrm>
        </p:spPr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29520" y="210312"/>
            <a:ext cx="1060704" cy="411480"/>
          </a:xfrm>
        </p:spPr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03061" y="210312"/>
            <a:ext cx="546447" cy="413360"/>
          </a:xfrm>
        </p:spPr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59" y="2356793"/>
            <a:ext cx="3364992" cy="3467535"/>
          </a:xfrm>
          <a:solidFill>
            <a:schemeClr val="bg2"/>
          </a:solidFill>
          <a:ln>
            <a:noFill/>
          </a:ln>
          <a:effectLst>
            <a:outerShdw dist="12700" dir="16200000" rotWithShape="0">
              <a:prstClr val="black"/>
            </a:outerShdw>
          </a:effectLst>
        </p:spPr>
        <p:txBody>
          <a:bodyPr lIns="45720" tIns="137160" rIns="45720" rtlCol="0" anchor="ctr">
            <a:normAutofit/>
          </a:bodyPr>
          <a:lstStyle>
            <a:lvl1pPr marL="0">
              <a:defRPr/>
            </a:lvl1pPr>
            <a:lvl2pPr marL="0">
              <a:defRPr/>
            </a:lvl2pPr>
            <a:lvl3pPr marL="0">
              <a:defRPr/>
            </a:lvl3pPr>
            <a:lvl4pPr marL="0">
              <a:defRPr/>
            </a:lvl4pPr>
            <a:lvl5pPr marL="0"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72982"/>
      </p:ext>
    </p:extLst>
  </p:cSld>
  <p:clrMapOvr>
    <a:masterClrMapping/>
  </p:clrMapOvr>
</p:sldLayout>
</file>

<file path=ppt/slideLayouts/slideLayout_80000031_928AB9BB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565051"/>
      </p:ext>
    </p:extLst>
  </p:cSld>
  <p:clrMapOvr>
    <a:masterClrMapping/>
  </p:clrMapOvr>
</p:sldLayout>
</file>

<file path=ppt/slideLayouts/slideLayout_80000032_FE0A8E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762002"/>
            <a:ext cx="5294939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70F70C4A-BA92-6BFC-3B1F-307DC253CC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E2862A36-3103-C394-ACDE-9712D22EC1E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340642" y="207982"/>
            <a:ext cx="1921315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E054C547-CF4F-67F9-FBC5-A0BE282578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442689"/>
            <a:ext cx="5875421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642" y="762000"/>
            <a:ext cx="5432239" cy="5791200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5875421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5875423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81544"/>
      </p:ext>
    </p:extLst>
  </p:cSld>
  <p:clrMapOvr>
    <a:masterClrMapping/>
  </p:clrMapOvr>
</p:sldLayout>
</file>

<file path=ppt/slideLayouts/slideLayout_80000033_AD31E3D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727956"/>
      </p:ext>
    </p:extLst>
  </p:cSld>
  <p:clrMapOvr>
    <a:masterClrMapping/>
  </p:clrMapOvr>
</p:sldLayout>
</file>

<file path=ppt/slideLayouts/slideLayout_80000034_E8A5AF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1152143"/>
            <a:ext cx="4350052" cy="262095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4000" y="210312"/>
            <a:ext cx="1569350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089769"/>
            <a:ext cx="4921917" cy="277775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3" y="1152144"/>
            <a:ext cx="6414499" cy="540105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4083425"/>
            <a:ext cx="492191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F7E856F-6265-38B0-6F7D-95063C760CBC}"/>
              </a:ext>
            </a:extLst>
          </p:cNvPr>
          <p:cNvCxnSpPr>
            <a:cxnSpLocks/>
          </p:cNvCxnSpPr>
          <p:nvPr/>
        </p:nvCxnSpPr>
        <p:spPr>
          <a:xfrm>
            <a:off x="4925804" y="784893"/>
            <a:ext cx="0" cy="60731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172353"/>
      </p:ext>
    </p:extLst>
  </p:cSld>
  <p:clrMapOvr>
    <a:masterClrMapping/>
  </p:clrMapOvr>
</p:sldLayout>
</file>

<file path=ppt/slideLayouts/slideLayout_80000035_5189F3D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74" y="5197449"/>
            <a:ext cx="4244126" cy="14630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58383" y="210312"/>
            <a:ext cx="1569350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794335"/>
            <a:ext cx="4921917" cy="4047478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152144"/>
            <a:ext cx="6382512" cy="534009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4841814"/>
            <a:ext cx="492191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F7E856F-6265-38B0-6F7D-95063C760CBC}"/>
              </a:ext>
            </a:extLst>
          </p:cNvPr>
          <p:cNvCxnSpPr>
            <a:cxnSpLocks/>
          </p:cNvCxnSpPr>
          <p:nvPr/>
        </p:nvCxnSpPr>
        <p:spPr>
          <a:xfrm>
            <a:off x="4925804" y="784893"/>
            <a:ext cx="0" cy="60731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995348"/>
      </p:ext>
    </p:extLst>
  </p:cSld>
  <p:clrMapOvr>
    <a:masterClrMapping/>
  </p:clrMapOvr>
</p:sldLayout>
</file>

<file path=ppt/slideLayouts/slideLayout_80000036_A47E1ECC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úmero grand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rtlCol="0"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 rtl="0"/>
            <a:r>
              <a:rPr lang="es"/>
              <a:t>#%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_80000037_500DC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úmero gran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5349240"/>
            <a:ext cx="11414692" cy="1225296"/>
          </a:xfrm>
        </p:spPr>
        <p:txBody>
          <a:bodyPr rtlCol="0" anchor="t">
            <a:normAutofit/>
          </a:bodyPr>
          <a:lstStyle>
            <a:lvl1pPr>
              <a:lnSpc>
                <a:spcPct val="80000"/>
              </a:lnSpc>
              <a:defRPr sz="40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455" y="1188321"/>
            <a:ext cx="11615861" cy="425807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70000"/>
              </a:lnSpc>
              <a:buNone/>
              <a:defRPr lang="en-US" sz="40100" dirty="0">
                <a:ln>
                  <a:solidFill>
                    <a:schemeClr val="tx2"/>
                  </a:solidFill>
                </a:ln>
                <a:solidFill>
                  <a:schemeClr val="bg2"/>
                </a:solidFill>
                <a:latin typeface="+mj-lt"/>
              </a:defRPr>
            </a:lvl1pPr>
          </a:lstStyle>
          <a:p>
            <a:pPr lvl="0" rtl="0"/>
            <a:r>
              <a:rPr lang="es"/>
              <a:t>#%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67407E9-9629-73EA-8583-87EC092046E4}"/>
              </a:ext>
            </a:extLst>
          </p:cNvPr>
          <p:cNvCxnSpPr>
            <a:cxnSpLocks/>
          </p:cNvCxnSpPr>
          <p:nvPr/>
        </p:nvCxnSpPr>
        <p:spPr>
          <a:xfrm>
            <a:off x="0" y="5055918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1EB09F8-0C93-A873-28FE-48A38B4CEAD9}"/>
              </a:ext>
            </a:extLst>
          </p:cNvPr>
          <p:cNvCxnSpPr>
            <a:cxnSpLocks/>
          </p:cNvCxnSpPr>
          <p:nvPr/>
        </p:nvCxnSpPr>
        <p:spPr>
          <a:xfrm>
            <a:off x="0" y="788718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42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38_1D8E2BF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úmero gran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rtlCol="0"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 rtl="0"/>
            <a:r>
              <a:rPr lang="es"/>
              <a:t>#%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856631"/>
      </p:ext>
    </p:extLst>
  </p:cSld>
  <p:clrMapOvr>
    <a:masterClrMapping/>
  </p:clrMapOvr>
</p:sldLayout>
</file>

<file path=ppt/slideLayouts/slideLayout_80000039_A69DBF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úmero grand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172725"/>
            <a:ext cx="11356848" cy="777240"/>
          </a:xfrm>
        </p:spPr>
        <p:txBody>
          <a:bodyPr rtlCol="0" anchor="ctr">
            <a:normAutofit/>
          </a:bodyPr>
          <a:lstStyle>
            <a:lvl1pPr algn="ctr">
              <a:lnSpc>
                <a:spcPct val="110000"/>
              </a:lnSpc>
              <a:defRPr sz="2000" cap="all" spc="100" baseline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2960" y="1201036"/>
            <a:ext cx="10543032" cy="405079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lnSpc>
                <a:spcPct val="70000"/>
              </a:lnSpc>
              <a:buNone/>
              <a:defRPr lang="en-US" sz="401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 rtl="0"/>
            <a:r>
              <a:rPr lang="es"/>
              <a:t>##%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54495"/>
            <a:ext cx="2962656" cy="411480"/>
          </a:xfrm>
        </p:spPr>
        <p:txBody>
          <a:bodyPr rtlCol="0"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6254495"/>
            <a:ext cx="1679642" cy="411480"/>
          </a:xfrm>
        </p:spPr>
        <p:txBody>
          <a:bodyPr rtlCol="0"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 rtlCol="0"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059084B-1C57-0F86-56B0-E7DC2934BA40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344636A-F38C-DF3B-6439-B5B73A797B53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356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40_8D22BBF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ta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51105"/>
            <a:ext cx="9299448" cy="1005109"/>
          </a:xfrm>
        </p:spPr>
        <p:txBody>
          <a:bodyPr rtlCol="0"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24712"/>
            <a:ext cx="9692640" cy="4187952"/>
          </a:xfrm>
        </p:spPr>
        <p:txBody>
          <a:bodyPr rtlCol="0">
            <a:normAutofit/>
          </a:bodyPr>
          <a:lstStyle>
            <a:lvl1pPr marL="274320" indent="-274320">
              <a:lnSpc>
                <a:spcPct val="70000"/>
              </a:lnSpc>
              <a:buNone/>
              <a:defRPr sz="960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8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editar la cita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863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41_7442C4D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it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900" y="5209160"/>
            <a:ext cx="10698480" cy="832104"/>
          </a:xfrm>
        </p:spPr>
        <p:txBody>
          <a:bodyPr rtlCol="0" anchor="ctr">
            <a:normAutofit/>
          </a:bodyPr>
          <a:lstStyle>
            <a:lvl1pPr>
              <a:defRPr sz="2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749808"/>
            <a:ext cx="9400032" cy="3867912"/>
          </a:xfrm>
        </p:spPr>
        <p:txBody>
          <a:bodyPr rtlCol="0">
            <a:normAutofit/>
          </a:bodyPr>
          <a:lstStyle>
            <a:lvl1pPr marL="182880" indent="-182880">
              <a:lnSpc>
                <a:spcPct val="100000"/>
              </a:lnSpc>
              <a:buNone/>
              <a:defRPr sz="4000" cap="none" baseline="0">
                <a:solidFill>
                  <a:schemeClr val="tx2"/>
                </a:solidFill>
                <a:latin typeface="+mn-lt"/>
              </a:defRPr>
            </a:lvl1pPr>
            <a:lvl2pPr marL="182880" indent="-182880">
              <a:lnSpc>
                <a:spcPct val="100000"/>
              </a:lnSpc>
              <a:buNone/>
              <a:defRPr sz="3600" cap="none" baseline="0">
                <a:solidFill>
                  <a:schemeClr val="tx2"/>
                </a:solidFill>
                <a:latin typeface="+mn-lt"/>
              </a:defRPr>
            </a:lvl2pPr>
            <a:lvl3pPr marL="182880" indent="-182880">
              <a:lnSpc>
                <a:spcPct val="100000"/>
              </a:lnSpc>
              <a:buNone/>
              <a:defRPr sz="3200" cap="none" baseline="0">
                <a:solidFill>
                  <a:schemeClr val="tx2"/>
                </a:solidFill>
                <a:latin typeface="+mn-lt"/>
              </a:defRPr>
            </a:lvl3pPr>
            <a:lvl4pPr marL="182880" indent="-182880">
              <a:lnSpc>
                <a:spcPct val="100000"/>
              </a:lnSpc>
              <a:buNone/>
              <a:defRPr sz="2800" cap="none" baseline="0">
                <a:solidFill>
                  <a:schemeClr val="tx2"/>
                </a:solidFill>
                <a:latin typeface="+mn-lt"/>
              </a:defRPr>
            </a:lvl4pPr>
            <a:lvl5pPr marL="182880" indent="-182880">
              <a:lnSpc>
                <a:spcPct val="100000"/>
              </a:lnSpc>
              <a:buNone/>
              <a:defRPr sz="2800" cap="none" baseline="0">
                <a:solidFill>
                  <a:schemeClr val="tx2"/>
                </a:solidFill>
                <a:latin typeface="+mn-lt"/>
              </a:defRPr>
            </a:lvl5pPr>
          </a:lstStyle>
          <a:p>
            <a:pPr lvl="0" rtl="0"/>
            <a:r>
              <a:rPr lang="es"/>
              <a:t>Haga clic para editar la cita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E49C774-4A6A-D32B-59FA-2442E2B308E5}"/>
              </a:ext>
            </a:extLst>
          </p:cNvPr>
          <p:cNvCxnSpPr>
            <a:cxnSpLocks/>
          </p:cNvCxnSpPr>
          <p:nvPr/>
        </p:nvCxnSpPr>
        <p:spPr>
          <a:xfrm>
            <a:off x="0" y="5062769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B23A142-B021-C473-CBA7-E0C9AA4E71D5}"/>
              </a:ext>
            </a:extLst>
          </p:cNvPr>
          <p:cNvCxnSpPr>
            <a:cxnSpLocks/>
          </p:cNvCxnSpPr>
          <p:nvPr/>
        </p:nvCxnSpPr>
        <p:spPr>
          <a:xfrm>
            <a:off x="0" y="6066955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532817"/>
      </p:ext>
    </p:extLst>
  </p:cSld>
  <p:clrMapOvr>
    <a:masterClrMapping/>
  </p:clrMapOvr>
</p:sldLayout>
</file>

<file path=ppt/slideLayouts/slideLayout_80000042_E2F271F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539704"/>
      </p:ext>
    </p:extLst>
  </p:cSld>
  <p:clrMapOvr>
    <a:masterClrMapping/>
  </p:clrMapOvr>
</p:sldLayout>
</file>

<file path=ppt/slideLayouts/slideLayout_80000043_80A3AE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210644"/>
      </p:ext>
    </p:extLst>
  </p:cSld>
  <p:clrMapOvr>
    <a:masterClrMapping/>
  </p:clrMapOvr>
</p:sldLayout>
</file>

<file path=ppt/slideLayouts/slideLayout_80000044_C2AA42C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38121"/>
      </p:ext>
    </p:extLst>
  </p:cSld>
  <p:clrMapOvr>
    <a:masterClrMapping/>
  </p:clrMapOvr>
</p:sldLayout>
</file>

<file path=ppt/slideLayouts/slideLayout_80000045_4FBD63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ací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11776"/>
      </p:ext>
    </p:extLst>
  </p:cSld>
  <p:clrMapOvr>
    <a:masterClrMapping/>
  </p:clrMapOvr>
</p:sldLayout>
</file>

<file path=ppt/slideLayouts/slideLayout_80000046_86418CF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2BEA7-A772-B39C-F049-D8BA2D3F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4" y="1092200"/>
            <a:ext cx="3749040" cy="29077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AADC46-B01E-DA2E-F24C-C48F5253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1A6063-F591-A804-79FE-A80AD39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336" y="207982"/>
            <a:ext cx="1921315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EFF439-6DA2-A61B-C94C-BEDC2411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5693C4-36AD-07F9-763E-EE5FC9D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774" y="4096512"/>
            <a:ext cx="3749040" cy="2322576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FB4614-4148-D757-88D0-D93E5E1E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336" y="1092200"/>
            <a:ext cx="6858000" cy="53400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42871"/>
      </p:ext>
    </p:extLst>
  </p:cSld>
  <p:clrMapOvr>
    <a:masterClrMapping/>
  </p:clrMapOvr>
</p:sldLayout>
</file>

<file path=ppt/slideLayouts/slideLayout_80000047_D1B1B9B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EFA5E-0A3D-E6AD-3C21-DC40BCDE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1088136"/>
            <a:ext cx="3467048" cy="29057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F485A3-3BFA-4B57-F6E5-5F41542B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0AC9F0-6744-73C8-54FC-5C12BA7B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2854" y="207982"/>
            <a:ext cx="2605980" cy="41336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BAB9F6-C801-466A-4C39-23DCB1CD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BA8418-7980-9A18-053B-82E4F16E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773" y="4099034"/>
            <a:ext cx="3467048" cy="2325621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6F9F06-BE63-8EE7-74C5-6D0E3F9B757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292853" y="793729"/>
            <a:ext cx="7899147" cy="6073107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"/>
              <a:t>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A44ED1E-1404-EA59-99E6-D28F5236A529}"/>
              </a:ext>
            </a:extLst>
          </p:cNvPr>
          <p:cNvCxnSpPr>
            <a:cxnSpLocks/>
          </p:cNvCxnSpPr>
          <p:nvPr/>
        </p:nvCxnSpPr>
        <p:spPr>
          <a:xfrm>
            <a:off x="4292853" y="784893"/>
            <a:ext cx="0" cy="60731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085555"/>
      </p:ext>
    </p:extLst>
  </p:cSld>
  <p:clrMapOvr>
    <a:masterClrMapping/>
  </p:clrMapOvr>
</p:sldLayout>
</file>

<file path=ppt/slideLayouts/slideLayout_80000048_8355EB9C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 rtlCol="0"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46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_80000049_E5122CA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ó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 rtlCol="0"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173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_80000000_6DCCFC6D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_80000019_8AD6B786.xml"/><Relationship Id="rId18" Type="http://schemas.openxmlformats.org/officeDocument/2006/relationships/slideLayout" Target="../slideLayouts/slideLayout_8000001E_D94DC6A5.xml"/><Relationship Id="rId26" Type="http://schemas.openxmlformats.org/officeDocument/2006/relationships/slideLayout" Target="../slideLayouts/slideLayout_80000026_64EC83B.xml"/><Relationship Id="rId39" Type="http://schemas.openxmlformats.org/officeDocument/2006/relationships/slideLayout" Target="../slideLayouts/slideLayout_80000033_AD31E3D4.xml"/><Relationship Id="rId21" Type="http://schemas.openxmlformats.org/officeDocument/2006/relationships/slideLayout" Target="../slideLayouts/slideLayout_80000021_11418BAF.xml"/><Relationship Id="rId34" Type="http://schemas.openxmlformats.org/officeDocument/2006/relationships/slideLayout" Target="../slideLayouts/slideLayout_8000002E_1A636EA9.xml"/><Relationship Id="rId42" Type="http://schemas.openxmlformats.org/officeDocument/2006/relationships/slideLayout" Target="../slideLayouts/slideLayout_80000036_A47E1ECC.xml"/><Relationship Id="rId47" Type="http://schemas.openxmlformats.org/officeDocument/2006/relationships/slideLayout" Target="../slideLayouts/slideLayout_8000003B_F802EC9A.xml"/><Relationship Id="rId50" Type="http://schemas.openxmlformats.org/officeDocument/2006/relationships/slideLayout" Target="../slideLayouts/slideLayout_8000003E_ECFD8475.xml"/><Relationship Id="rId55" Type="http://schemas.openxmlformats.org/officeDocument/2006/relationships/slideLayout" Target="../slideLayouts/slideLayout_80000043_80A3AE54.xml"/><Relationship Id="rId7" Type="http://schemas.openxmlformats.org/officeDocument/2006/relationships/slideLayout" Target="../slideLayouts/slideLayout_80000007_62BD7DDD.xml"/><Relationship Id="rId2" Type="http://schemas.openxmlformats.org/officeDocument/2006/relationships/slideLayout" Target="../slideLayouts/slideLayout_80000002_4990FCDB.xml"/><Relationship Id="rId16" Type="http://schemas.openxmlformats.org/officeDocument/2006/relationships/slideLayout" Target="../slideLayouts/slideLayout_8000001C_D6A2BBCB.xml"/><Relationship Id="rId29" Type="http://schemas.openxmlformats.org/officeDocument/2006/relationships/slideLayout" Target="../slideLayouts/slideLayout_80000029_91223A45.xml"/><Relationship Id="rId11" Type="http://schemas.openxmlformats.org/officeDocument/2006/relationships/slideLayout" Target="../slideLayouts/slideLayout_8000000B_6B6C45F5.xml"/><Relationship Id="rId24" Type="http://schemas.openxmlformats.org/officeDocument/2006/relationships/slideLayout" Target="../slideLayouts/slideLayout_80000024_D1E700EC.xml"/><Relationship Id="rId32" Type="http://schemas.openxmlformats.org/officeDocument/2006/relationships/slideLayout" Target="../slideLayouts/slideLayout_8000002C_A76D1F13.xml"/><Relationship Id="rId37" Type="http://schemas.openxmlformats.org/officeDocument/2006/relationships/slideLayout" Target="../slideLayouts/slideLayout_80000031_928AB9BB.xml"/><Relationship Id="rId40" Type="http://schemas.openxmlformats.org/officeDocument/2006/relationships/slideLayout" Target="../slideLayouts/slideLayout_80000034_E8A5AF01.xml"/><Relationship Id="rId45" Type="http://schemas.openxmlformats.org/officeDocument/2006/relationships/slideLayout" Target="../slideLayouts/slideLayout_80000039_A69DBF96.xml"/><Relationship Id="rId53" Type="http://schemas.openxmlformats.org/officeDocument/2006/relationships/slideLayout" Target="../slideLayouts/slideLayout_80000041_7442C4D1.xml"/><Relationship Id="rId58" Type="http://schemas.openxmlformats.org/officeDocument/2006/relationships/slideLayout" Target="../slideLayouts/slideLayout_80000046_86418CF7.xml"/><Relationship Id="rId5" Type="http://schemas.openxmlformats.org/officeDocument/2006/relationships/slideLayout" Target="../slideLayouts/slideLayout_80000005_EE681C73.xml"/><Relationship Id="rId61" Type="http://schemas.openxmlformats.org/officeDocument/2006/relationships/slideLayout" Target="../slideLayouts/slideLayout_80000049_E5122CA4.xml"/><Relationship Id="rId19" Type="http://schemas.openxmlformats.org/officeDocument/2006/relationships/slideLayout" Target="../slideLayouts/slideLayout_8000001F_DCA8E8B6.xml"/><Relationship Id="rId14" Type="http://schemas.openxmlformats.org/officeDocument/2006/relationships/slideLayout" Target="../slideLayouts/slideLayout_8000001A_34DD3C19.xml"/><Relationship Id="rId22" Type="http://schemas.openxmlformats.org/officeDocument/2006/relationships/slideLayout" Target="../slideLayouts/slideLayout_80000022_AB9BE3B6.xml"/><Relationship Id="rId27" Type="http://schemas.openxmlformats.org/officeDocument/2006/relationships/slideLayout" Target="../slideLayouts/slideLayout_80000027_98F101E4.xml"/><Relationship Id="rId30" Type="http://schemas.openxmlformats.org/officeDocument/2006/relationships/slideLayout" Target="../slideLayouts/slideLayout_8000002A_5B7E2F30.xml"/><Relationship Id="rId35" Type="http://schemas.openxmlformats.org/officeDocument/2006/relationships/slideLayout" Target="../slideLayouts/slideLayout_8000002F_B27EC3AE.xml"/><Relationship Id="rId43" Type="http://schemas.openxmlformats.org/officeDocument/2006/relationships/slideLayout" Target="../slideLayouts/slideLayout_80000037_500DC23.xml"/><Relationship Id="rId48" Type="http://schemas.openxmlformats.org/officeDocument/2006/relationships/slideLayout" Target="../slideLayouts/slideLayout_8000003C_3F306C5.xml"/><Relationship Id="rId56" Type="http://schemas.openxmlformats.org/officeDocument/2006/relationships/slideLayout" Target="../slideLayouts/slideLayout_80000044_C2AA42C9.xml"/><Relationship Id="rId8" Type="http://schemas.openxmlformats.org/officeDocument/2006/relationships/slideLayout" Target="../slideLayouts/slideLayout_80000008_6BD2C9F7.xml"/><Relationship Id="rId51" Type="http://schemas.openxmlformats.org/officeDocument/2006/relationships/slideLayout" Target="../slideLayouts/slideLayout_8000003F_828F459E.xml"/><Relationship Id="rId3" Type="http://schemas.openxmlformats.org/officeDocument/2006/relationships/slideLayout" Target="../slideLayouts/slideLayout_80000003_C3E3AEDD.xml"/><Relationship Id="rId12" Type="http://schemas.openxmlformats.org/officeDocument/2006/relationships/slideLayout" Target="../slideLayouts/slideLayout_80000018_2B363F62.xml"/><Relationship Id="rId17" Type="http://schemas.openxmlformats.org/officeDocument/2006/relationships/slideLayout" Target="../slideLayouts/slideLayout_8000001D_3D3FC5C5.xml"/><Relationship Id="rId25" Type="http://schemas.openxmlformats.org/officeDocument/2006/relationships/slideLayout" Target="../slideLayouts/slideLayout_80000025_1A936C4D.xml"/><Relationship Id="rId33" Type="http://schemas.openxmlformats.org/officeDocument/2006/relationships/slideLayout" Target="../slideLayouts/slideLayout_8000002D_A505D966.xml"/><Relationship Id="rId38" Type="http://schemas.openxmlformats.org/officeDocument/2006/relationships/slideLayout" Target="../slideLayouts/slideLayout_80000032_FE0A8E8.xml"/><Relationship Id="rId46" Type="http://schemas.openxmlformats.org/officeDocument/2006/relationships/slideLayout" Target="../slideLayouts/slideLayout_8000003A_F26CECFD.xml"/><Relationship Id="rId59" Type="http://schemas.openxmlformats.org/officeDocument/2006/relationships/slideLayout" Target="../slideLayouts/slideLayout_80000047_D1B1B9B3.xml"/><Relationship Id="rId20" Type="http://schemas.openxmlformats.org/officeDocument/2006/relationships/slideLayout" Target="../slideLayouts/slideLayout_80000020_E95F57B.xml"/><Relationship Id="rId41" Type="http://schemas.openxmlformats.org/officeDocument/2006/relationships/slideLayout" Target="../slideLayouts/slideLayout_80000035_5189F3D4.xml"/><Relationship Id="rId54" Type="http://schemas.openxmlformats.org/officeDocument/2006/relationships/slideLayout" Target="../slideLayouts/slideLayout_80000042_E2F271F8.xml"/><Relationship Id="rId62" Type="http://schemas.openxmlformats.org/officeDocument/2006/relationships/theme" Target="../theme/theme_80000000_6DCCFC6D.xml"/><Relationship Id="rId1" Type="http://schemas.openxmlformats.org/officeDocument/2006/relationships/slideLayout" Target="../slideLayouts/slideLayout_80000001_3FE95A9C.xml"/><Relationship Id="rId6" Type="http://schemas.openxmlformats.org/officeDocument/2006/relationships/slideLayout" Target="../slideLayouts/slideLayout_80000006_26863732.xml"/><Relationship Id="rId15" Type="http://schemas.openxmlformats.org/officeDocument/2006/relationships/slideLayout" Target="../slideLayouts/slideLayout_8000001B_4682A21D.xml"/><Relationship Id="rId23" Type="http://schemas.openxmlformats.org/officeDocument/2006/relationships/slideLayout" Target="../slideLayouts/slideLayout_80000023_AC495A48.xml"/><Relationship Id="rId28" Type="http://schemas.openxmlformats.org/officeDocument/2006/relationships/slideLayout" Target="../slideLayouts/slideLayout_80000028_7CA427DB.xml"/><Relationship Id="rId36" Type="http://schemas.openxmlformats.org/officeDocument/2006/relationships/slideLayout" Target="../slideLayouts/slideLayout_80000030_5A298ED6.xml"/><Relationship Id="rId49" Type="http://schemas.openxmlformats.org/officeDocument/2006/relationships/slideLayout" Target="../slideLayouts/slideLayout_8000003D_1F855318.xml"/><Relationship Id="rId57" Type="http://schemas.openxmlformats.org/officeDocument/2006/relationships/slideLayout" Target="../slideLayouts/slideLayout_80000045_4FBD6340.xml"/><Relationship Id="rId10" Type="http://schemas.openxmlformats.org/officeDocument/2006/relationships/slideLayout" Target="../slideLayouts/slideLayout_8000000A_35EF63B.xml"/><Relationship Id="rId31" Type="http://schemas.openxmlformats.org/officeDocument/2006/relationships/slideLayout" Target="../slideLayouts/slideLayout_8000002B_AA576266.xml"/><Relationship Id="rId44" Type="http://schemas.openxmlformats.org/officeDocument/2006/relationships/slideLayout" Target="../slideLayouts/slideLayout_80000038_1D8E2BF7.xml"/><Relationship Id="rId52" Type="http://schemas.openxmlformats.org/officeDocument/2006/relationships/slideLayout" Target="../slideLayouts/slideLayout_80000040_8D22BBF5.xml"/><Relationship Id="rId60" Type="http://schemas.openxmlformats.org/officeDocument/2006/relationships/slideLayout" Target="../slideLayouts/slideLayout_80000048_8355EB9C.xml"/><Relationship Id="rId4" Type="http://schemas.openxmlformats.org/officeDocument/2006/relationships/slideLayout" Target="../slideLayouts/slideLayout_80000004_1F54F118.xml"/><Relationship Id="rId9" Type="http://schemas.openxmlformats.org/officeDocument/2006/relationships/slideLayout" Target="../slideLayouts/slideLayout_80000009_9FE234E4.xml"/></Relationships>
</file>

<file path=ppt/slideMasters/slideMaster_80000000_6DCCFC6D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Texto de pie de página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11/7/2025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pPr rtl="0"/>
            <a:fld id="{753D0FD4-819D-4187-8797-C35567B41C78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5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_A01_BF5B2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_B90667D2.jpeg"/><Relationship Id="rId2" Type="http://schemas.openxmlformats.org/officeDocument/2006/relationships/notesSlide" Target="../notesSlides/notesSlide_A01_BF5B2326.xml"/><Relationship Id="rId1" Type="http://schemas.openxmlformats.org/officeDocument/2006/relationships/slideLayout" Target="../slideLayouts/slideLayout_80000047_D1B1B9B3.xml"/><Relationship Id="rId4" Type="http://schemas.openxmlformats.org/officeDocument/2006/relationships/image" Target="../media/image_611DAC29.jpeg"/></Relationships>
</file>

<file path=ppt/slides/_rels/slide_A02_FCB2E0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_A02_FCB2E064.xml"/><Relationship Id="rId1" Type="http://schemas.openxmlformats.org/officeDocument/2006/relationships/slideLayout" Target="../slideLayouts/slideLayout_8000000A_35EF63B.xml"/></Relationships>
</file>

<file path=ppt/slides/_rels/slide_A03_443429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_CAE638FF.jpeg"/><Relationship Id="rId2" Type="http://schemas.openxmlformats.org/officeDocument/2006/relationships/notesSlide" Target="../notesSlides/notesSlide_A03_443429A1.xml"/><Relationship Id="rId1" Type="http://schemas.openxmlformats.org/officeDocument/2006/relationships/slideLayout" Target="../slideLayouts/slideLayout_80000025_1A936C4D.xml"/></Relationships>
</file>

<file path=ppt/slides/_rels/slide_A04_6BA36BA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_A04_6BA36BA5.xml"/><Relationship Id="rId1" Type="http://schemas.openxmlformats.org/officeDocument/2006/relationships/slideLayout" Target="../slideLayouts/slideLayout_8000000A_35EF63B.xml"/></Relationships>
</file>

<file path=ppt/slides/_rels/slide_A05_A64229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_7466CDCF.jpeg"/><Relationship Id="rId2" Type="http://schemas.openxmlformats.org/officeDocument/2006/relationships/notesSlide" Target="../notesSlides/notesSlide_A05_A6422913.xml"/><Relationship Id="rId1" Type="http://schemas.openxmlformats.org/officeDocument/2006/relationships/slideLayout" Target="../slideLayouts/slideLayout_80000024_D1E700EC.xml"/></Relationships>
</file>

<file path=ppt/slides/slide_A01_BF5B2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8E4BE-5A28-7E69-BE44-F46A7D4F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1088136"/>
            <a:ext cx="3467048" cy="2905795"/>
          </a:xfrm>
        </p:spPr>
        <p:txBody>
          <a:bodyPr anchor="t">
            <a:normAutofit/>
          </a:bodyPr>
          <a:lstStyle/>
          <a:p>
            <a:r>
              <a:rPr lang="en-US" sz="4200"/>
              <a:t>Rediseño Ejecutivo – Benchmark Proveedores Next‑Gen y Agentic AI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8F2A6-904C-068B-1F09-EE468AE4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07982"/>
            <a:ext cx="2963692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"/>
              <a:t>Texto de pie de página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E0F38E-5B6A-D1ED-1B55-9165B37C4D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2854" y="207982"/>
            <a:ext cx="2605980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11/7/2025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D9F43-E81F-8CFC-F161-BF939191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753D0FD4-819D-4187-8797-C35567B41C78}" type="slidenum">
              <a:rPr lang="en-US" smtClean="0"/>
              <a:pPr rtl="0">
                <a:spcAft>
                  <a:spcPts val="600"/>
                </a:spcAft>
              </a:pPr>
              <a:t/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31D2C-B0AC-3D1A-5E04-AA3BE6F50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773" y="4099034"/>
            <a:ext cx="3467048" cy="2325621"/>
          </a:xfrm>
        </p:spPr>
        <p:txBody>
          <a:bodyPr anchor="b">
            <a:normAutofit/>
          </a:bodyPr>
          <a:lstStyle/>
          <a:p>
            <a:r>
              <a:rPr lang="en-US"/>
              <a:t>Evaluación avanzada de proveedores con inteligencia artificial</a:t>
            </a:r>
          </a:p>
        </p:txBody>
      </p:sp>
      <p:pic>
        <p:nvPicPr>
          <p:cNvPr id="8" name="Picture Placeholder 7" descr="Los científicos examinan modelos de ADN en el moderno Laboratorio de Investigación Neurológica. Pantallas táctiles. Llevar traje limpio y mascarilla protectora">
            <a:extLst>
              <a:ext uri="{FF2B5EF4-FFF2-40B4-BE49-F238E27FC236}">
                <a16:creationId xmlns:a16="http://schemas.microsoft.com/office/drawing/2014/main" id="{F46E5023-1833-4B22-93E1-76CDB5CC21A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3421" r="13421"/>
          <a:stretch/>
        </p:blipFill>
        <p:spPr>
          <a:xfrm>
            <a:off x="4293127" y="793729"/>
            <a:ext cx="7898599" cy="6073107"/>
          </a:xfrm>
          <a:blipFill>
            <a:blip r:embed="rId4">
              <a:alphaModFix amt="8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21042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_A02_FCB2E0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7420-9A47-E459-5793-1CA7D3E9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/>
          <a:p>
            <a:r>
              <a:rPr lang="en-US" sz="12600"/>
              <a:t>Benchmark Ejecutivo de Proveedores Next‑Gen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E12F6-6EE2-D43A-7A8B-EB2AB7ED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07982"/>
            <a:ext cx="2963692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"/>
              <a:t>Texto de pie de página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143BF-7C82-B60E-6A6F-24673124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1921315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11/7/2025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A579F-F827-40C9-3860-155C246A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753D0FD4-819D-4187-8797-C35567B41C78}" type="slidenum">
              <a:rPr lang="en-US" smtClean="0"/>
              <a:pPr rtl="0">
                <a:spcAft>
                  <a:spcPts val="600"/>
                </a:spcAft>
              </a:pPr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812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_A03_443429A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4D37-2B3D-E272-137D-3A5758B0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anchor="b">
            <a:normAutofit/>
          </a:bodyPr>
          <a:lstStyle/>
          <a:p>
            <a:r>
              <a:rPr lang="en-US"/>
              <a:t>Clasificación de proveedores por capacidades clave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CFF47-C220-A9E5-09BD-4B8BAFC63C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7773" y="207982"/>
            <a:ext cx="2963692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"/>
              <a:t>Texto de pie de página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B1B7-3B43-AD90-0AD9-2B2509E5D1F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11/7/2025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783A7-B650-BFC9-7659-150A2A4E9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753D0FD4-819D-4187-8797-C35567B41C78}" type="slidenum">
              <a:rPr lang="en-US" smtClean="0"/>
              <a:pPr rtl="0">
                <a:spcAft>
                  <a:spcPts val="600"/>
                </a:spcAft>
              </a:pPr>
              <a:t/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020309-E2D6-A8F4-CD2C-B3227C09418F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17773" y="1746504"/>
            <a:ext cx="7018271" cy="4806696"/>
          </a:xfrm>
        </p:spPr>
        <p:txBody>
          <a:bodyPr>
            <a:normAutofit/>
          </a:bodyPr>
          <a:lstStyle/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IA Agéntica Avanzada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Proveedores que integran razonamiento, memoria y ejecución autónoma en agentes inteligentes para decisiones operativas.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Automatización y Auto‑healing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Empresas enfocadas en la remediación automática y operaciones sin intervención humana para prevenir fallos.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XLA y Experiencia del Empleado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Proveedores que priorizan métricas de sentimiento y productividad para mejorar la experiencia real del empleado.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Servicios Gestionados a Escala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Grandes integradores que operan servicios completos con responsabilidad end‑to‑end y orientados a resultados.</a:t>
            </a:r>
          </a:p>
        </p:txBody>
      </p:sp>
      <p:pic>
        <p:nvPicPr>
          <p:cNvPr id="8" name="Content Placeholder 7" descr="Pensar en progreso, buscar ideas. Hombre de negocios con un traje negro con engranajes (símbolo de progreso) en lugar de cabeza. Desde pequeñas hasta medianas y grandes. Flecha apuntando de uno a otro.">
            <a:extLst>
              <a:ext uri="{FF2B5EF4-FFF2-40B4-BE49-F238E27FC236}">
                <a16:creationId xmlns:a16="http://schemas.microsoft.com/office/drawing/2014/main" id="{8A1C9D8D-454A-4283-85E3-9E8C61D49A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732" r="25274" b="-1"/>
          <a:stretch>
            <a:fillRect/>
          </a:stretch>
        </p:blipFill>
        <p:spPr>
          <a:xfrm>
            <a:off x="7773592" y="10"/>
            <a:ext cx="4417215" cy="6857990"/>
          </a:xfrm>
        </p:spPr>
      </p:pic>
    </p:spTree>
    <p:extLst>
      <p:ext uri="{BB962C8B-B14F-4D97-AF65-F5344CB8AC3E}">
        <p14:creationId xmlns:p14="http://schemas.microsoft.com/office/powerpoint/2010/main" val="11442692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_A04_6BA36BA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8CCC1-B74D-31C3-1E69-1E9554D07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/>
          <a:p>
            <a:r>
              <a:rPr lang="en-US"/>
              <a:t>Agentic AI: del Experimento a la Operación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42BFA-8231-F5B7-B4F7-4197963F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07982"/>
            <a:ext cx="2963692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"/>
              <a:t>Texto de pie de página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3B28D9-7D6C-0160-9D12-308FCADD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1921315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11/7/2025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C60F6-9766-6062-0B75-E67C60A9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753D0FD4-819D-4187-8797-C35567B41C78}" type="slidenum">
              <a:rPr lang="en-US" smtClean="0"/>
              <a:pPr rtl="0">
                <a:spcAft>
                  <a:spcPts val="600"/>
                </a:spcAft>
              </a:pPr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720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_A05_A64229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4171F-B4AA-4229-53F3-025EBFC16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anchor="b">
            <a:normAutofit/>
          </a:bodyPr>
          <a:lstStyle/>
          <a:p>
            <a:r>
              <a:rPr lang="en-US"/>
              <a:t>Roadmap de madurez y barreras de adopción</a:t>
            </a:r>
          </a:p>
        </p:txBody>
      </p:sp>
      <p:pic>
        <p:nvPicPr>
          <p:cNvPr id="8" name="Content Placeholder 7" descr="Coche inteligente con inteligencia artificial">
            <a:extLst>
              <a:ext uri="{FF2B5EF4-FFF2-40B4-BE49-F238E27FC236}">
                <a16:creationId xmlns:a16="http://schemas.microsoft.com/office/drawing/2014/main" id="{75EBC2F1-8CF6-4987-8F92-F6035441C8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0198" r="26427" b="-1"/>
          <a:stretch>
            <a:fillRect/>
          </a:stretch>
        </p:blipFill>
        <p:spPr>
          <a:xfrm>
            <a:off x="20" y="10"/>
            <a:ext cx="4342564" cy="685799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701BC-68D4-4567-F01A-286214D0E8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"/>
              <a:t>Texto de pie de página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84062-1A41-93BE-C2B5-C62FF073D0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11/7/2025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BCC210-E758-7FD8-F8D3-742E5D71AE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753D0FD4-819D-4187-8797-C35567B41C78}" type="slidenum">
              <a:rPr lang="en-US" smtClean="0"/>
              <a:pPr rtl="0">
                <a:spcAft>
                  <a:spcPts val="600"/>
                </a:spcAft>
              </a:pPr>
              <a:t/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54AB3E-19FA-5ED0-DCBD-D9CD9E020CD8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750307" y="1746503"/>
            <a:ext cx="7022592" cy="4806697"/>
          </a:xfrm>
        </p:spPr>
        <p:txBody>
          <a:bodyPr>
            <a:normAutofit/>
          </a:bodyPr>
          <a:lstStyle/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Fase de Automatización Cognitiva 2025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En 2025, la IA apoya agentes humanos con chatbots y clasificación automática, acelerando tareas sin autonomía completa.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Orquestación Multiagente 2026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En 2026, sistemas coordinan flujos completos con supervisión humana validando excepciones y decisiones críticas.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Operación Autónoma 2027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En 2027, la IA detecta anomalías, auto-remedia y previene incidentes, con intervención humana solo en casos críticos.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Barreras de Adopción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Costos de cambio, regulación, seguridad, complejidad técnica y falta de talento limitan la adopción plena de IA.</a:t>
            </a:r>
          </a:p>
        </p:txBody>
      </p:sp>
    </p:spTree>
    <p:extLst>
      <p:ext uri="{BB962C8B-B14F-4D97-AF65-F5344CB8AC3E}">
        <p14:creationId xmlns:p14="http://schemas.microsoft.com/office/powerpoint/2010/main" val="27893537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_0_7885FDD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_80000000_6DCCFC6D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A923440E-1285-45C1-B66B-8630BD70D041}" vid="{F02A544F-3BB0-402C-9DE1-17A1995AA5F3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nzsuarez@personalsoft.com</dc:creator>
  <cp:lastModifiedBy>nzsuarez@personalsoft.com</cp:lastModifiedBy>
</cp:coreProperties>
</file>