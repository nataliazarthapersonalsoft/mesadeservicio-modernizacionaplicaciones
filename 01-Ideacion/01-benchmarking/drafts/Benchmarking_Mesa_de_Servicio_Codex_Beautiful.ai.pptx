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22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arget="slides/slide8.xml" Type="http://schemas.openxmlformats.org/officeDocument/2006/relationships/slide"/>  <Relationship Id="rId10" Target="slides/slide9.xml" Type="http://schemas.openxmlformats.org/officeDocument/2006/relationships/slide"/>  <Relationship Id="rId11" Target="slides/slide10.xml" Type="http://schemas.openxmlformats.org/officeDocument/2006/relationships/slide"/>  <Relationship Id="rId12" Target="slides/slide11.xml" Type="http://schemas.openxmlformats.org/officeDocument/2006/relationships/slide"/>  <Relationship Id="rId13" Target="slides/slide12.xml" Type="http://schemas.openxmlformats.org/officeDocument/2006/relationships/slide"/>  <Relationship Id="rId14" Target="slides/slide13.xml" Type="http://schemas.openxmlformats.org/officeDocument/2006/relationships/slide"/>  <Relationship Id="rId15" Target="slides/slide14.xml" Type="http://schemas.openxmlformats.org/officeDocument/2006/relationships/slide"/>  <Relationship Id="rId16" Target="slides/slide15.xml" Type="http://schemas.openxmlformats.org/officeDocument/2006/relationships/slide"/>  <Relationship Id="rId17" Target="slides/slide16.xml" Type="http://schemas.openxmlformats.org/officeDocument/2006/relationships/slide"/>  <Relationship Id="rId18" Type="http://schemas.openxmlformats.org/officeDocument/2006/relationships/presProps" Target="presProps.xml"/>  <Relationship Id="rId19" Type="http://schemas.openxmlformats.org/officeDocument/2006/relationships/viewProps" Target="viewProps.xml"/>  <Relationship Id="rId20" Type="http://schemas.openxmlformats.org/officeDocument/2006/relationships/theme" Target="theme/theme1.xml"/>  <Relationship Id="rId21" Type="http://schemas.openxmlformats.org/officeDocument/2006/relationships/tableStyles" Target="tableStyles.xml"/>  <Relationship Id="rId22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_rels/slide8.xml.rels><?xml version="1.0" encoding="UTF-8" standalone="yes"?>
<Relationships xmlns="http://schemas.openxmlformats.org/package/2006/relationships"><Relationship Id="rId1" Target="../media/image8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8.xml" Type="http://schemas.openxmlformats.org/officeDocument/2006/relationships/notesSlide"/></Relationships>
</file>

<file path=ppt/slides/_rels/slide9.xml.rels><?xml version="1.0" encoding="UTF-8" standalone="yes"?>
<Relationships xmlns="http://schemas.openxmlformats.org/package/2006/relationships"><Relationship Id="rId1" Target="../media/image9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
<Relationships xmlns="http://schemas.openxmlformats.org/package/2006/relationships"><Relationship Id="rId1" Target="../media/image10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
<Relationships xmlns="http://schemas.openxmlformats.org/package/2006/relationships"><Relationship Id="rId1" Target="../media/image1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
<Relationships xmlns="http://schemas.openxmlformats.org/package/2006/relationships"><Relationship Id="rId1" Target="../media/image1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2.xml" Type="http://schemas.openxmlformats.org/officeDocument/2006/relationships/notesSlide"/></Relationships>
</file>

<file path=ppt/slides/_rels/slide13.xml.rels><?xml version="1.0" encoding="UTF-8" standalone="yes"?>
<Relationships xmlns="http://schemas.openxmlformats.org/package/2006/relationships"><Relationship Id="rId1" Target="../media/image1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
<Relationships xmlns="http://schemas.openxmlformats.org/package/2006/relationships"><Relationship Id="rId1" Target="../media/image1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
<Relationships xmlns="http://schemas.openxmlformats.org/package/2006/relationships"><Relationship Id="rId1" Target="../media/image1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5.xml" Type="http://schemas.openxmlformats.org/officeDocument/2006/relationships/notesSlide"/></Relationships>
</file>

<file path=ppt/slides/_rels/slide16.xml.rels><?xml version="1.0" encoding="UTF-8" standalone="yes"?>
<Relationships xmlns="http://schemas.openxmlformats.org/package/2006/relationships"><Relationship Id="rId1" Target="../media/image1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6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642b8ba-f1ee-486e-bb6d-b1fbb0d0d17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bf182c2-914a-43a6-a089-2868c3604e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61729ce-fb86-473f-8c88-828c3944a30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c59b83d-9d6b-40c6-ba71-5ff275e99d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ece8bc4-7fe2-4d88-8519-5bd0b358695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415c668-59b3-4fbc-8142-351ca1f6973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895a7c06-7e56-4851-814f-3420a84cc51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0a8a984c-7e5f-404d-b1e7-0828570af6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eb3546b-8eaa-4aec-b0de-21dd4fafcc4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6eff35f3-73be-4e6b-9208-00c054658e6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da3e91c-ee7e-4646-8bd6-4d82b1598ac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b7f41db4-42bd-4815-9667-f41ee5b7521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bd196d6-7df2-40ed-bea4-16dbb7fd23d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fe56687b-b1a1-4f7d-a018-7048da4b9b6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e3959413-c750-4033-8375-514acdb9ad6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f9cc3a0-c5c0-4573-b039-f548797546d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2026-07-08T22:20:08.772Z</dcterms:created>
  <dcterms:modified xsi:type="dcterms:W3CDTF">2026-07-08T22:20:08.772Z</dcterms:modified>
</cp:coreProperties>
</file>