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Urbanis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F922A5-1BFB-4CB4-A7EF-7A803A1A127E}">
  <a:tblStyle styleId="{45F922A5-1BFB-4CB4-A7EF-7A803A1A12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Urbanist-bold.fntdata"/><Relationship Id="rId12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Urbanist-boldItalic.fntdata"/><Relationship Id="rId14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7457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408932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Mesa de Servicio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Generation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7583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Levantamiento operativo, caracterización y hoja de ruta para la transformación hacia un modelo autónomo e inteligente.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1172"/>
            <a:ext cx="5334000" cy="2412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191172"/>
            <a:ext cx="5334000" cy="241250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93508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Estado Operativo · Consolidado Julio 2026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64646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Operación de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11 mesas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gestionadas con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57 FTEs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 diversos modelos (Staffing, FTE Dedicado, Bolsa de Horas).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664743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SURA (17 FTE)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09336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Enfoque en automatización (referente N2). Requiere estandarización en Canales Masivos y corrección de backlog en Cotizadores.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3664743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Bancolombia (32 FTE)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409336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Nivel 1 (Operativo). Sin SLA formal de PersonalSoft. Requiere urgente modelo de demanda y ANS definido.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93508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Dolores Estructurales (Prioridad P1)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571500" y="2394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{45F922A5-1BFB-4CB4-A7EF-7A803A1A127E}</a:tableStyleId>
              </a:tblPr>
              <a:tblGrid>
                <a:gridCol w="5537750"/>
                <a:gridCol w="2782200"/>
                <a:gridCol w="27290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Dimensionamiento (D20)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Gobierno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11/11 Mesas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Bus Factor (D1)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Riesgo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5/11 Mesas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 Gobierno/RACI (D12)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Estrategia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8/11 Mesas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SLA Incumplidos (D2)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5/11 Mesas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571500" y="4956720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*Nota: La estandarización del modelo de demanda es la prioridad absoluta para detener el sobre/sub-dimensionamiento.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3323183"/>
            <a:ext cx="55377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109245" y="3323183"/>
            <a:ext cx="2782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8891438" y="3323183"/>
            <a:ext cx="2729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71500" y="3799433"/>
            <a:ext cx="55377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109245" y="3799433"/>
            <a:ext cx="2782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891438" y="3799433"/>
            <a:ext cx="2729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4275683"/>
            <a:ext cx="55377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109245" y="4275683"/>
            <a:ext cx="2782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891438" y="4275683"/>
            <a:ext cx="2729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4751933"/>
            <a:ext cx="55377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109245" y="4751933"/>
            <a:ext cx="2782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891438" y="4751933"/>
            <a:ext cx="2729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9035"/>
            <a:ext cx="11049000" cy="2042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93508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Hoja de Ruta · 30 Días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3472606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Fase 1: Estabilización y Control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19200" y="3855690"/>
            <a:ext cx="28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247775" y="3869977"/>
            <a:ext cx="10077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SURA: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Contratación inmediata de +1 FTE en Canales Masivos (Mitigación Bus Factor).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19200" y="4036665"/>
            <a:ext cx="28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247775" y="4050952"/>
            <a:ext cx="10077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AES: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Completar levantamiento de información para respuesta de RFP.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219200" y="4217640"/>
            <a:ext cx="28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247775" y="4231927"/>
            <a:ext cx="10077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Bancolombia: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Definición de ANS formal y despliegue de dashboard de visibilidad.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19200" y="4398615"/>
            <a:ext cx="28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47775" y="4412902"/>
            <a:ext cx="10077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XM: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Inicio de documentación de artículos críticos en KB central.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1622"/>
            <a:ext cx="5334000" cy="2077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81622"/>
            <a:ext cx="5334000" cy="207734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93508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 Futuro: Mesa Next Gen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3455193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IA Agéntica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3883818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Orquestador inteligente para triaje automático y deflección (Meta N0 &gt; 50%).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81775" y="3455193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Modelo Económico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81775" y="3883818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Migración de pago por FTE a pago por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Outcomes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(Resultados).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