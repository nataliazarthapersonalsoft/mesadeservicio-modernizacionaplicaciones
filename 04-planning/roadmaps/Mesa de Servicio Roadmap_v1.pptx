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  <p:sldMasterId id="2147483648" r:id="rId2"/>
  </p:sldMasterIdLst>
  <p:notesMasterIdLst>
    <p:notesMasterId r:id="rId14"/>
  </p:notesMasterIdLst>
  <p:sldIdLst>
    <p:sldId id="257" r:id="rId3"/>
    <p:sldId id="260" r:id="rId4"/>
    <p:sldId id="270" r:id="rId5"/>
    <p:sldId id="262" r:id="rId6"/>
    <p:sldId id="259" r:id="rId7"/>
    <p:sldId id="285" r:id="rId8"/>
    <p:sldId id="284" r:id="rId9"/>
    <p:sldId id="266" r:id="rId10"/>
    <p:sldId id="272" r:id="rId11"/>
    <p:sldId id="267" r:id="rId12"/>
    <p:sldId id="268" r:id="rId13"/>
  </p:sldIdLst>
  <p:sldSz cx="9144000" cy="5143500" type="screen16x9"/>
  <p:notesSz cx="6858000" cy="9144000"/>
  <p:embeddedFontLst>
    <p:embeddedFont>
      <p:font typeface="Reddit Sans" panose="020B0604020202020204" charset="0"/>
      <p:regular r:id="rId15"/>
      <p:bold r:id="rId16"/>
      <p:italic r:id="rId17"/>
      <p:boldItalic r:id="rId18"/>
    </p:embeddedFont>
    <p:embeddedFont>
      <p:font typeface="Reddit Sans Medium" panose="020B0604020202020204" charset="0"/>
      <p:regular r:id="rId19"/>
      <p:bold r:id="rId20"/>
      <p:italic r:id="rId21"/>
      <p:boldItalic r:id="rId22"/>
    </p:embeddedFont>
    <p:embeddedFont>
      <p:font typeface="Reddit Sans SemiBold" panose="020B060402020202020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44" roundtripDataSignature="AMtx7mjbXstnVTn4VoWkkWw8RkcDPqyO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A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F75DD7-A174-D58A-A693-BD1BDDDBFB90}" v="2" dt="2026-07-08T19:20:45.760"/>
    <p1510:client id="{746B6D1D-17C9-6C81-56F2-5020B4EA00D3}" v="756" dt="2026-07-07T14:45:36.928"/>
    <p1510:client id="{C288AA2C-8735-EF03-08C1-A9589480DD33}" v="8" dt="2026-07-09T13:52:27.586"/>
    <p1510:client id="{F61C198F-8C16-829C-61DA-367F3471046A}" v="674" dt="2026-07-07T16:30:06.371"/>
  </p1510:revLst>
</p1510:revInfo>
</file>

<file path=ppt/tableStyles.xml><?xml version="1.0" encoding="utf-8"?>
<a:tblStyleLst xmlns:a="http://schemas.openxmlformats.org/drawingml/2006/main" def="{1FEE7CD7-7DD5-4E0E-8F7E-406774204185}">
  <a:tblStyle styleId="{1FEE7CD7-7DD5-4E0E-8F7E-4067742041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1.xml"/><Relationship Id="rId21" Type="http://schemas.openxmlformats.org/officeDocument/2006/relationships/font" Target="fonts/font7.fntdata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46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0.fntdata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49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font" Target="fonts/font5.fntdata"/><Relationship Id="rId44" Type="http://customschemas.google.com/relationships/presentationmetadata" Target="meta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48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alia Zartha Suarez" userId="S::nzsuarez@personalsoft.com::03830f32-af8f-49fd-819e-2e996f0ba91b" providerId="AD" clId="Web-{506B96EB-3BCF-03BD-AA43-7C3BC6A79E44}"/>
    <pc:docChg chg="modSld">
      <pc:chgData name="Natalia Zartha Suarez" userId="S::nzsuarez@personalsoft.com::03830f32-af8f-49fd-819e-2e996f0ba91b" providerId="AD" clId="Web-{506B96EB-3BCF-03BD-AA43-7C3BC6A79E44}" dt="2026-07-02T14:25:30.229" v="64" actId="1076"/>
      <pc:docMkLst>
        <pc:docMk/>
      </pc:docMkLst>
      <pc:sldChg chg="addSp delSp modSp">
        <pc:chgData name="Natalia Zartha Suarez" userId="S::nzsuarez@personalsoft.com::03830f32-af8f-49fd-819e-2e996f0ba91b" providerId="AD" clId="Web-{506B96EB-3BCF-03BD-AA43-7C3BC6A79E44}" dt="2026-07-02T14:25:24.917" v="62"/>
        <pc:sldMkLst>
          <pc:docMk/>
          <pc:sldMk cId="0" sldId="266"/>
        </pc:sldMkLst>
        <pc:spChg chg="mod">
          <ac:chgData name="Natalia Zartha Suarez" userId="S::nzsuarez@personalsoft.com::03830f32-af8f-49fd-819e-2e996f0ba91b" providerId="AD" clId="Web-{506B96EB-3BCF-03BD-AA43-7C3BC6A79E44}" dt="2026-07-02T14:20:00.753" v="45" actId="20577"/>
          <ac:spMkLst>
            <pc:docMk/>
            <pc:sldMk cId="0" sldId="266"/>
            <ac:spMk id="198" creationId="{78FAB60E-601B-0A3C-2095-2B4DD2724FB6}"/>
          </ac:spMkLst>
        </pc:spChg>
        <pc:spChg chg="mod">
          <ac:chgData name="Natalia Zartha Suarez" userId="S::nzsuarez@personalsoft.com::03830f32-af8f-49fd-819e-2e996f0ba91b" providerId="AD" clId="Web-{506B96EB-3BCF-03BD-AA43-7C3BC6A79E44}" dt="2026-07-02T14:16:58.483" v="1" actId="20577"/>
          <ac:spMkLst>
            <pc:docMk/>
            <pc:sldMk cId="0" sldId="266"/>
            <ac:spMk id="200" creationId="{B6201EDC-CC68-5DD5-5D2C-5382B78A97E6}"/>
          </ac:spMkLst>
        </pc:spChg>
        <pc:spChg chg="mod">
          <ac:chgData name="Natalia Zartha Suarez" userId="S::nzsuarez@personalsoft.com::03830f32-af8f-49fd-819e-2e996f0ba91b" providerId="AD" clId="Web-{506B96EB-3BCF-03BD-AA43-7C3BC6A79E44}" dt="2026-07-02T14:17:02.280" v="6" actId="20577"/>
          <ac:spMkLst>
            <pc:docMk/>
            <pc:sldMk cId="0" sldId="266"/>
            <ac:spMk id="206" creationId="{EAB8AC16-1A75-B07B-67E5-8D9032D8199F}"/>
          </ac:spMkLst>
        </pc:spChg>
      </pc:sldChg>
      <pc:sldChg chg="addSp modSp">
        <pc:chgData name="Natalia Zartha Suarez" userId="S::nzsuarez@personalsoft.com::03830f32-af8f-49fd-819e-2e996f0ba91b" providerId="AD" clId="Web-{506B96EB-3BCF-03BD-AA43-7C3BC6A79E44}" dt="2026-07-02T14:25:30.229" v="64" actId="1076"/>
        <pc:sldMkLst>
          <pc:docMk/>
          <pc:sldMk cId="3541293710" sldId="272"/>
        </pc:sldMkLst>
        <pc:spChg chg="add mod">
          <ac:chgData name="Natalia Zartha Suarez" userId="S::nzsuarez@personalsoft.com::03830f32-af8f-49fd-819e-2e996f0ba91b" providerId="AD" clId="Web-{506B96EB-3BCF-03BD-AA43-7C3BC6A79E44}" dt="2026-07-02T14:25:30.229" v="64" actId="1076"/>
          <ac:spMkLst>
            <pc:docMk/>
            <pc:sldMk cId="3541293710" sldId="272"/>
            <ac:spMk id="2" creationId="{657C66A2-0B02-7C63-4168-3B103B675062}"/>
          </ac:spMkLst>
        </pc:spChg>
        <pc:spChg chg="mod">
          <ac:chgData name="Natalia Zartha Suarez" userId="S::nzsuarez@personalsoft.com::03830f32-af8f-49fd-819e-2e996f0ba91b" providerId="AD" clId="Web-{506B96EB-3BCF-03BD-AA43-7C3BC6A79E44}" dt="2026-07-02T14:17:15.937" v="12" actId="20577"/>
          <ac:spMkLst>
            <pc:docMk/>
            <pc:sldMk cId="3541293710" sldId="272"/>
            <ac:spMk id="65" creationId="{4D67D610-C9FA-B84E-1049-D4AA7C737DDC}"/>
          </ac:spMkLst>
        </pc:spChg>
        <pc:spChg chg="mod">
          <ac:chgData name="Natalia Zartha Suarez" userId="S::nzsuarez@personalsoft.com::03830f32-af8f-49fd-819e-2e996f0ba91b" providerId="AD" clId="Web-{506B96EB-3BCF-03BD-AA43-7C3BC6A79E44}" dt="2026-07-02T14:17:33.015" v="36" actId="20577"/>
          <ac:spMkLst>
            <pc:docMk/>
            <pc:sldMk cId="3541293710" sldId="272"/>
            <ac:spMk id="88" creationId="{3C497DDC-BF2A-0C01-A11A-988B41A22048}"/>
          </ac:spMkLst>
        </pc:spChg>
      </pc:sldChg>
    </pc:docChg>
  </pc:docChgLst>
  <pc:docChgLst>
    <pc:chgData name="Natalia Zartha Suarez" userId="S::nzsuarez@personalsoft.com::03830f32-af8f-49fd-819e-2e996f0ba91b" providerId="AD" clId="Web-{6B6AB90E-C042-5FC7-F2EA-EABF5FFE3918}"/>
    <pc:docChg chg="modSld">
      <pc:chgData name="Natalia Zartha Suarez" userId="S::nzsuarez@personalsoft.com::03830f32-af8f-49fd-819e-2e996f0ba91b" providerId="AD" clId="Web-{6B6AB90E-C042-5FC7-F2EA-EABF5FFE3918}" dt="2026-07-02T15:42:02.526" v="54" actId="20577"/>
      <pc:docMkLst>
        <pc:docMk/>
      </pc:docMkLst>
      <pc:sldChg chg="modSp">
        <pc:chgData name="Natalia Zartha Suarez" userId="S::nzsuarez@personalsoft.com::03830f32-af8f-49fd-819e-2e996f0ba91b" providerId="AD" clId="Web-{6B6AB90E-C042-5FC7-F2EA-EABF5FFE3918}" dt="2026-07-02T15:39:08.341" v="35" actId="14100"/>
        <pc:sldMkLst>
          <pc:docMk/>
          <pc:sldMk cId="0" sldId="266"/>
        </pc:sldMkLst>
        <pc:spChg chg="mod">
          <ac:chgData name="Natalia Zartha Suarez" userId="S::nzsuarez@personalsoft.com::03830f32-af8f-49fd-819e-2e996f0ba91b" providerId="AD" clId="Web-{6B6AB90E-C042-5FC7-F2EA-EABF5FFE3918}" dt="2026-07-02T15:37:31.663" v="9" actId="14100"/>
          <ac:spMkLst>
            <pc:docMk/>
            <pc:sldMk cId="0" sldId="266"/>
            <ac:spMk id="173" creationId="{891BC76A-4C2F-3071-5AD9-7A5D38D13446}"/>
          </ac:spMkLst>
        </pc:spChg>
        <pc:spChg chg="mod">
          <ac:chgData name="Natalia Zartha Suarez" userId="S::nzsuarez@personalsoft.com::03830f32-af8f-49fd-819e-2e996f0ba91b" providerId="AD" clId="Web-{6B6AB90E-C042-5FC7-F2EA-EABF5FFE3918}" dt="2026-07-02T15:36:35.502" v="8" actId="20577"/>
          <ac:spMkLst>
            <pc:docMk/>
            <pc:sldMk cId="0" sldId="266"/>
            <ac:spMk id="182" creationId="{DC2B6ADF-0848-643D-DBF6-0201E25A007D}"/>
          </ac:spMkLst>
        </pc:spChg>
        <pc:spChg chg="mod">
          <ac:chgData name="Natalia Zartha Suarez" userId="S::nzsuarez@personalsoft.com::03830f32-af8f-49fd-819e-2e996f0ba91b" providerId="AD" clId="Web-{6B6AB90E-C042-5FC7-F2EA-EABF5FFE3918}" dt="2026-07-02T15:37:41.445" v="11" actId="14100"/>
          <ac:spMkLst>
            <pc:docMk/>
            <pc:sldMk cId="0" sldId="266"/>
            <ac:spMk id="194" creationId="{DAA21406-89E2-459A-4A5A-DDECF6872EE9}"/>
          </ac:spMkLst>
        </pc:spChg>
        <pc:spChg chg="mod">
          <ac:chgData name="Natalia Zartha Suarez" userId="S::nzsuarez@personalsoft.com::03830f32-af8f-49fd-819e-2e996f0ba91b" providerId="AD" clId="Web-{6B6AB90E-C042-5FC7-F2EA-EABF5FFE3918}" dt="2026-07-02T15:37:46.992" v="14" actId="1076"/>
          <ac:spMkLst>
            <pc:docMk/>
            <pc:sldMk cId="0" sldId="266"/>
            <ac:spMk id="195" creationId="{08D72159-319B-C816-9563-22D50CE9EB72}"/>
          </ac:spMkLst>
        </pc:spChg>
        <pc:spChg chg="mod">
          <ac:chgData name="Natalia Zartha Suarez" userId="S::nzsuarez@personalsoft.com::03830f32-af8f-49fd-819e-2e996f0ba91b" providerId="AD" clId="Web-{6B6AB90E-C042-5FC7-F2EA-EABF5FFE3918}" dt="2026-07-02T15:38:28.807" v="31" actId="20577"/>
          <ac:spMkLst>
            <pc:docMk/>
            <pc:sldMk cId="0" sldId="266"/>
            <ac:spMk id="200" creationId="{B6201EDC-CC68-5DD5-5D2C-5382B78A97E6}"/>
          </ac:spMkLst>
        </pc:spChg>
        <pc:spChg chg="mod">
          <ac:chgData name="Natalia Zartha Suarez" userId="S::nzsuarez@personalsoft.com::03830f32-af8f-49fd-819e-2e996f0ba91b" providerId="AD" clId="Web-{6B6AB90E-C042-5FC7-F2EA-EABF5FFE3918}" dt="2026-07-02T15:38:57.436" v="34" actId="14100"/>
          <ac:spMkLst>
            <pc:docMk/>
            <pc:sldMk cId="0" sldId="266"/>
            <ac:spMk id="205" creationId="{B9738A09-EF12-CD41-21D1-CC5398A921D7}"/>
          </ac:spMkLst>
        </pc:spChg>
        <pc:spChg chg="mod">
          <ac:chgData name="Natalia Zartha Suarez" userId="S::nzsuarez@personalsoft.com::03830f32-af8f-49fd-819e-2e996f0ba91b" providerId="AD" clId="Web-{6B6AB90E-C042-5FC7-F2EA-EABF5FFE3918}" dt="2026-07-02T15:38:05.978" v="24" actId="20577"/>
          <ac:spMkLst>
            <pc:docMk/>
            <pc:sldMk cId="0" sldId="266"/>
            <ac:spMk id="206" creationId="{EAB8AC16-1A75-B07B-67E5-8D9032D8199F}"/>
          </ac:spMkLst>
        </pc:spChg>
        <pc:spChg chg="mod">
          <ac:chgData name="Natalia Zartha Suarez" userId="S::nzsuarez@personalsoft.com::03830f32-af8f-49fd-819e-2e996f0ba91b" providerId="AD" clId="Web-{6B6AB90E-C042-5FC7-F2EA-EABF5FFE3918}" dt="2026-07-02T15:38:37.777" v="33" actId="14100"/>
          <ac:spMkLst>
            <pc:docMk/>
            <pc:sldMk cId="0" sldId="266"/>
            <ac:spMk id="207" creationId="{9EC06F50-C9B0-C182-6C30-B084237CFC3F}"/>
          </ac:spMkLst>
        </pc:spChg>
        <pc:spChg chg="mod">
          <ac:chgData name="Natalia Zartha Suarez" userId="S::nzsuarez@personalsoft.com::03830f32-af8f-49fd-819e-2e996f0ba91b" providerId="AD" clId="Web-{6B6AB90E-C042-5FC7-F2EA-EABF5FFE3918}" dt="2026-07-02T15:38:35.198" v="32" actId="14100"/>
          <ac:spMkLst>
            <pc:docMk/>
            <pc:sldMk cId="0" sldId="266"/>
            <ac:spMk id="208" creationId="{BD3B7044-81A8-6135-06D6-F5AE7632D3C3}"/>
          </ac:spMkLst>
        </pc:spChg>
        <pc:spChg chg="mod">
          <ac:chgData name="Natalia Zartha Suarez" userId="S::nzsuarez@personalsoft.com::03830f32-af8f-49fd-819e-2e996f0ba91b" providerId="AD" clId="Web-{6B6AB90E-C042-5FC7-F2EA-EABF5FFE3918}" dt="2026-07-02T15:39:08.341" v="35" actId="14100"/>
          <ac:spMkLst>
            <pc:docMk/>
            <pc:sldMk cId="0" sldId="266"/>
            <ac:spMk id="211" creationId="{1B6AE260-61CA-AA80-3B00-3F546B8BF826}"/>
          </ac:spMkLst>
        </pc:spChg>
      </pc:sldChg>
      <pc:sldChg chg="addSp modSp">
        <pc:chgData name="Natalia Zartha Suarez" userId="S::nzsuarez@personalsoft.com::03830f32-af8f-49fd-819e-2e996f0ba91b" providerId="AD" clId="Web-{6B6AB90E-C042-5FC7-F2EA-EABF5FFE3918}" dt="2026-07-02T15:42:02.526" v="54" actId="20577"/>
        <pc:sldMkLst>
          <pc:docMk/>
          <pc:sldMk cId="3541293710" sldId="272"/>
        </pc:sldMkLst>
        <pc:spChg chg="add mod">
          <ac:chgData name="Natalia Zartha Suarez" userId="S::nzsuarez@personalsoft.com::03830f32-af8f-49fd-819e-2e996f0ba91b" providerId="AD" clId="Web-{6B6AB90E-C042-5FC7-F2EA-EABF5FFE3918}" dt="2026-07-02T15:35:55.562" v="7" actId="1076"/>
          <ac:spMkLst>
            <pc:docMk/>
            <pc:sldMk cId="3541293710" sldId="272"/>
            <ac:spMk id="3" creationId="{512CA054-7A64-622B-A6F1-CFDD5230A1E8}"/>
          </ac:spMkLst>
        </pc:spChg>
        <pc:spChg chg="add mod">
          <ac:chgData name="Natalia Zartha Suarez" userId="S::nzsuarez@personalsoft.com::03830f32-af8f-49fd-819e-2e996f0ba91b" providerId="AD" clId="Web-{6B6AB90E-C042-5FC7-F2EA-EABF5FFE3918}" dt="2026-07-02T15:35:52.437" v="6" actId="1076"/>
          <ac:spMkLst>
            <pc:docMk/>
            <pc:sldMk cId="3541293710" sldId="272"/>
            <ac:spMk id="4" creationId="{0B845369-57A4-D81E-9C0F-4456A20CFD6A}"/>
          </ac:spMkLst>
        </pc:spChg>
        <pc:spChg chg="mod">
          <ac:chgData name="Natalia Zartha Suarez" userId="S::nzsuarez@personalsoft.com::03830f32-af8f-49fd-819e-2e996f0ba91b" providerId="AD" clId="Web-{6B6AB90E-C042-5FC7-F2EA-EABF5FFE3918}" dt="2026-07-02T15:42:02.526" v="54" actId="20577"/>
          <ac:spMkLst>
            <pc:docMk/>
            <pc:sldMk cId="3541293710" sldId="272"/>
            <ac:spMk id="64" creationId="{BFC94FAC-A03D-2BBF-4601-BBD72FF20A2A}"/>
          </ac:spMkLst>
        </pc:spChg>
        <pc:spChg chg="mod">
          <ac:chgData name="Natalia Zartha Suarez" userId="S::nzsuarez@personalsoft.com::03830f32-af8f-49fd-819e-2e996f0ba91b" providerId="AD" clId="Web-{6B6AB90E-C042-5FC7-F2EA-EABF5FFE3918}" dt="2026-07-02T15:41:59.557" v="46" actId="20577"/>
          <ac:spMkLst>
            <pc:docMk/>
            <pc:sldMk cId="3541293710" sldId="272"/>
            <ac:spMk id="65" creationId="{4D67D610-C9FA-B84E-1049-D4AA7C737DDC}"/>
          </ac:spMkLst>
        </pc:spChg>
        <pc:spChg chg="mod">
          <ac:chgData name="Natalia Zartha Suarez" userId="S::nzsuarez@personalsoft.com::03830f32-af8f-49fd-819e-2e996f0ba91b" providerId="AD" clId="Web-{6B6AB90E-C042-5FC7-F2EA-EABF5FFE3918}" dt="2026-07-02T15:35:41.389" v="2" actId="20577"/>
          <ac:spMkLst>
            <pc:docMk/>
            <pc:sldMk cId="3541293710" sldId="272"/>
            <ac:spMk id="87" creationId="{7C692534-F65E-5138-FDEF-C0B07CBF6B31}"/>
          </ac:spMkLst>
        </pc:spChg>
        <pc:spChg chg="mod">
          <ac:chgData name="Natalia Zartha Suarez" userId="S::nzsuarez@personalsoft.com::03830f32-af8f-49fd-819e-2e996f0ba91b" providerId="AD" clId="Web-{6B6AB90E-C042-5FC7-F2EA-EABF5FFE3918}" dt="2026-07-02T15:41:54.728" v="41" actId="20577"/>
          <ac:spMkLst>
            <pc:docMk/>
            <pc:sldMk cId="3541293710" sldId="272"/>
            <ac:spMk id="88" creationId="{3C497DDC-BF2A-0C01-A11A-988B41A22048}"/>
          </ac:spMkLst>
        </pc:spChg>
      </pc:sldChg>
    </pc:docChg>
  </pc:docChgLst>
  <pc:docChgLst>
    <pc:chgData name="Natalia Zartha Suarez" userId="S::nzsuarez@personalsoft.com::03830f32-af8f-49fd-819e-2e996f0ba91b" providerId="AD" clId="Web-{5BF056F2-9967-0149-3085-0D82653EBEA4}"/>
    <pc:docChg chg="addSld modSld">
      <pc:chgData name="Natalia Zartha Suarez" userId="S::nzsuarez@personalsoft.com::03830f32-af8f-49fd-819e-2e996f0ba91b" providerId="AD" clId="Web-{5BF056F2-9967-0149-3085-0D82653EBEA4}" dt="2026-07-03T19:55:56.180" v="223" actId="20577"/>
      <pc:docMkLst>
        <pc:docMk/>
      </pc:docMkLst>
      <pc:sldChg chg="modSp modNotes">
        <pc:chgData name="Natalia Zartha Suarez" userId="S::nzsuarez@personalsoft.com::03830f32-af8f-49fd-819e-2e996f0ba91b" providerId="AD" clId="Web-{5BF056F2-9967-0149-3085-0D82653EBEA4}" dt="2026-07-03T19:52:56.531" v="111" actId="20577"/>
        <pc:sldMkLst>
          <pc:docMk/>
          <pc:sldMk cId="842929138" sldId="286"/>
        </pc:sldMkLst>
        <pc:spChg chg="mod">
          <ac:chgData name="Natalia Zartha Suarez" userId="S::nzsuarez@personalsoft.com::03830f32-af8f-49fd-819e-2e996f0ba91b" providerId="AD" clId="Web-{5BF056F2-9967-0149-3085-0D82653EBEA4}" dt="2026-07-03T19:52:56.531" v="111" actId="20577"/>
          <ac:spMkLst>
            <pc:docMk/>
            <pc:sldMk cId="842929138" sldId="286"/>
            <ac:spMk id="35" creationId="{AD443C5D-CC75-E4FA-3A09-1F052E15C89A}"/>
          </ac:spMkLst>
        </pc:spChg>
        <pc:spChg chg="mod">
          <ac:chgData name="Natalia Zartha Suarez" userId="S::nzsuarez@personalsoft.com::03830f32-af8f-49fd-819e-2e996f0ba91b" providerId="AD" clId="Web-{5BF056F2-9967-0149-3085-0D82653EBEA4}" dt="2026-07-03T19:45:55.576" v="6" actId="20577"/>
          <ac:spMkLst>
            <pc:docMk/>
            <pc:sldMk cId="842929138" sldId="286"/>
            <ac:spMk id="59" creationId="{CD996D83-BAC9-A3E8-7418-F643A8D37D3F}"/>
          </ac:spMkLst>
        </pc:spChg>
      </pc:sldChg>
      <pc:sldChg chg="modSp">
        <pc:chgData name="Natalia Zartha Suarez" userId="S::nzsuarez@personalsoft.com::03830f32-af8f-49fd-819e-2e996f0ba91b" providerId="AD" clId="Web-{5BF056F2-9967-0149-3085-0D82653EBEA4}" dt="2026-07-03T19:55:56.180" v="223" actId="20577"/>
        <pc:sldMkLst>
          <pc:docMk/>
          <pc:sldMk cId="748627821" sldId="287"/>
        </pc:sldMkLst>
        <pc:spChg chg="mod">
          <ac:chgData name="Natalia Zartha Suarez" userId="S::nzsuarez@personalsoft.com::03830f32-af8f-49fd-819e-2e996f0ba91b" providerId="AD" clId="Web-{5BF056F2-9967-0149-3085-0D82653EBEA4}" dt="2026-07-03T19:54:49.130" v="204" actId="1076"/>
          <ac:spMkLst>
            <pc:docMk/>
            <pc:sldMk cId="748627821" sldId="287"/>
            <ac:spMk id="2" creationId="{0B1D456E-D1E4-5551-44B5-59EA84D46039}"/>
          </ac:spMkLst>
        </pc:spChg>
        <pc:spChg chg="mod">
          <ac:chgData name="Natalia Zartha Suarez" userId="S::nzsuarez@personalsoft.com::03830f32-af8f-49fd-819e-2e996f0ba91b" providerId="AD" clId="Web-{5BF056F2-9967-0149-3085-0D82653EBEA4}" dt="2026-07-03T19:54:49.349" v="205" actId="1076"/>
          <ac:spMkLst>
            <pc:docMk/>
            <pc:sldMk cId="748627821" sldId="287"/>
            <ac:spMk id="3" creationId="{8B6FB371-87F0-7E92-F471-19FA2BBF8849}"/>
          </ac:spMkLst>
        </pc:spChg>
        <pc:spChg chg="mod">
          <ac:chgData name="Natalia Zartha Suarez" userId="S::nzsuarez@personalsoft.com::03830f32-af8f-49fd-819e-2e996f0ba91b" providerId="AD" clId="Web-{5BF056F2-9967-0149-3085-0D82653EBEA4}" dt="2026-07-03T19:54:49.552" v="206" actId="1076"/>
          <ac:spMkLst>
            <pc:docMk/>
            <pc:sldMk cId="748627821" sldId="287"/>
            <ac:spMk id="4" creationId="{A5130E0D-C440-ECFE-4914-FF321BBB5531}"/>
          </ac:spMkLst>
        </pc:spChg>
        <pc:spChg chg="mod">
          <ac:chgData name="Natalia Zartha Suarez" userId="S::nzsuarez@personalsoft.com::03830f32-af8f-49fd-819e-2e996f0ba91b" providerId="AD" clId="Web-{5BF056F2-9967-0149-3085-0D82653EBEA4}" dt="2026-07-03T19:54:50.505" v="208" actId="1076"/>
          <ac:spMkLst>
            <pc:docMk/>
            <pc:sldMk cId="748627821" sldId="287"/>
            <ac:spMk id="5" creationId="{145F327D-4348-70E7-13D6-32A2BAE2F8BE}"/>
          </ac:spMkLst>
        </pc:spChg>
        <pc:spChg chg="mod">
          <ac:chgData name="Natalia Zartha Suarez" userId="S::nzsuarez@personalsoft.com::03830f32-af8f-49fd-819e-2e996f0ba91b" providerId="AD" clId="Web-{5BF056F2-9967-0149-3085-0D82653EBEA4}" dt="2026-07-03T19:54:49.770" v="207" actId="1076"/>
          <ac:spMkLst>
            <pc:docMk/>
            <pc:sldMk cId="748627821" sldId="287"/>
            <ac:spMk id="8" creationId="{5D0C368C-4BDE-93D1-8D67-93C0CFC01E83}"/>
          </ac:spMkLst>
        </pc:spChg>
        <pc:spChg chg="mod">
          <ac:chgData name="Natalia Zartha Suarez" userId="S::nzsuarez@personalsoft.com::03830f32-af8f-49fd-819e-2e996f0ba91b" providerId="AD" clId="Web-{5BF056F2-9967-0149-3085-0D82653EBEA4}" dt="2026-07-03T19:54:48.224" v="200" actId="1076"/>
          <ac:spMkLst>
            <pc:docMk/>
            <pc:sldMk cId="748627821" sldId="287"/>
            <ac:spMk id="9" creationId="{30D04E13-5961-BFEB-AEC7-DA3787F178A5}"/>
          </ac:spMkLst>
        </pc:spChg>
        <pc:spChg chg="mod">
          <ac:chgData name="Natalia Zartha Suarez" userId="S::nzsuarez@personalsoft.com::03830f32-af8f-49fd-819e-2e996f0ba91b" providerId="AD" clId="Web-{5BF056F2-9967-0149-3085-0D82653EBEA4}" dt="2026-07-03T19:54:37.895" v="180" actId="1076"/>
          <ac:spMkLst>
            <pc:docMk/>
            <pc:sldMk cId="748627821" sldId="287"/>
            <ac:spMk id="19" creationId="{E3FA27DD-8793-A77E-F267-901278F387A3}"/>
          </ac:spMkLst>
        </pc:spChg>
        <pc:spChg chg="mod">
          <ac:chgData name="Natalia Zartha Suarez" userId="S::nzsuarez@personalsoft.com::03830f32-af8f-49fd-819e-2e996f0ba91b" providerId="AD" clId="Web-{5BF056F2-9967-0149-3085-0D82653EBEA4}" dt="2026-07-03T19:54:48.442" v="201" actId="1076"/>
          <ac:spMkLst>
            <pc:docMk/>
            <pc:sldMk cId="748627821" sldId="287"/>
            <ac:spMk id="21" creationId="{A9737F9F-D3F2-5470-00F8-436C71167D9B}"/>
          </ac:spMkLst>
        </pc:spChg>
        <pc:spChg chg="mod">
          <ac:chgData name="Natalia Zartha Suarez" userId="S::nzsuarez@personalsoft.com::03830f32-af8f-49fd-819e-2e996f0ba91b" providerId="AD" clId="Web-{5BF056F2-9967-0149-3085-0D82653EBEA4}" dt="2026-07-03T19:54:48.661" v="202" actId="1076"/>
          <ac:spMkLst>
            <pc:docMk/>
            <pc:sldMk cId="748627821" sldId="287"/>
            <ac:spMk id="22" creationId="{3323DB7D-E6AF-D9B3-5FE5-1007D719A064}"/>
          </ac:spMkLst>
        </pc:spChg>
        <pc:spChg chg="mod">
          <ac:chgData name="Natalia Zartha Suarez" userId="S::nzsuarez@personalsoft.com::03830f32-af8f-49fd-819e-2e996f0ba91b" providerId="AD" clId="Web-{5BF056F2-9967-0149-3085-0D82653EBEA4}" dt="2026-07-03T19:54:44.255" v="182" actId="1076"/>
          <ac:spMkLst>
            <pc:docMk/>
            <pc:sldMk cId="748627821" sldId="287"/>
            <ac:spMk id="23" creationId="{E9408C5F-E950-AF15-64CE-64E635604BF3}"/>
          </ac:spMkLst>
        </pc:spChg>
        <pc:spChg chg="mod">
          <ac:chgData name="Natalia Zartha Suarez" userId="S::nzsuarez@personalsoft.com::03830f32-af8f-49fd-819e-2e996f0ba91b" providerId="AD" clId="Web-{5BF056F2-9967-0149-3085-0D82653EBEA4}" dt="2026-07-03T19:54:48.895" v="203" actId="1076"/>
          <ac:spMkLst>
            <pc:docMk/>
            <pc:sldMk cId="748627821" sldId="287"/>
            <ac:spMk id="24" creationId="{FC5683D6-CCD0-0EA4-CECD-5BB0CA1CEA71}"/>
          </ac:spMkLst>
        </pc:spChg>
        <pc:spChg chg="mod">
          <ac:chgData name="Natalia Zartha Suarez" userId="S::nzsuarez@personalsoft.com::03830f32-af8f-49fd-819e-2e996f0ba91b" providerId="AD" clId="Web-{5BF056F2-9967-0149-3085-0D82653EBEA4}" dt="2026-07-03T19:54:44.520" v="183" actId="1076"/>
          <ac:spMkLst>
            <pc:docMk/>
            <pc:sldMk cId="748627821" sldId="287"/>
            <ac:spMk id="25" creationId="{3A53E36D-15CA-5D71-2B69-A70F4DDB6310}"/>
          </ac:spMkLst>
        </pc:spChg>
        <pc:spChg chg="mod">
          <ac:chgData name="Natalia Zartha Suarez" userId="S::nzsuarez@personalsoft.com::03830f32-af8f-49fd-819e-2e996f0ba91b" providerId="AD" clId="Web-{5BF056F2-9967-0149-3085-0D82653EBEA4}" dt="2026-07-03T19:54:44.739" v="184" actId="1076"/>
          <ac:spMkLst>
            <pc:docMk/>
            <pc:sldMk cId="748627821" sldId="287"/>
            <ac:spMk id="27" creationId="{E414F6A8-1018-D7BC-1DD7-6692C22AEF41}"/>
          </ac:spMkLst>
        </pc:spChg>
        <pc:spChg chg="mod">
          <ac:chgData name="Natalia Zartha Suarez" userId="S::nzsuarez@personalsoft.com::03830f32-af8f-49fd-819e-2e996f0ba91b" providerId="AD" clId="Web-{5BF056F2-9967-0149-3085-0D82653EBEA4}" dt="2026-07-03T19:54:44.958" v="185" actId="1076"/>
          <ac:spMkLst>
            <pc:docMk/>
            <pc:sldMk cId="748627821" sldId="287"/>
            <ac:spMk id="29" creationId="{9633E68C-6E3F-DB3B-22B6-05B421634494}"/>
          </ac:spMkLst>
        </pc:spChg>
        <pc:spChg chg="mod">
          <ac:chgData name="Natalia Zartha Suarez" userId="S::nzsuarez@personalsoft.com::03830f32-af8f-49fd-819e-2e996f0ba91b" providerId="AD" clId="Web-{5BF056F2-9967-0149-3085-0D82653EBEA4}" dt="2026-07-03T19:54:45.161" v="186" actId="1076"/>
          <ac:spMkLst>
            <pc:docMk/>
            <pc:sldMk cId="748627821" sldId="287"/>
            <ac:spMk id="31" creationId="{4B050ACB-3FB6-E019-C71A-4572E0D00025}"/>
          </ac:spMkLst>
        </pc:spChg>
        <pc:spChg chg="mod">
          <ac:chgData name="Natalia Zartha Suarez" userId="S::nzsuarez@personalsoft.com::03830f32-af8f-49fd-819e-2e996f0ba91b" providerId="AD" clId="Web-{5BF056F2-9967-0149-3085-0D82653EBEA4}" dt="2026-07-03T19:54:45.380" v="187" actId="1076"/>
          <ac:spMkLst>
            <pc:docMk/>
            <pc:sldMk cId="748627821" sldId="287"/>
            <ac:spMk id="33" creationId="{A9723865-5A41-F725-C91B-0057835821BF}"/>
          </ac:spMkLst>
        </pc:spChg>
        <pc:spChg chg="mod">
          <ac:chgData name="Natalia Zartha Suarez" userId="S::nzsuarez@personalsoft.com::03830f32-af8f-49fd-819e-2e996f0ba91b" providerId="AD" clId="Web-{5BF056F2-9967-0149-3085-0D82653EBEA4}" dt="2026-07-03T19:54:45.786" v="189" actId="1076"/>
          <ac:spMkLst>
            <pc:docMk/>
            <pc:sldMk cId="748627821" sldId="287"/>
            <ac:spMk id="37" creationId="{EE04F3D4-2E69-CCF8-C888-FC89A4983DD7}"/>
          </ac:spMkLst>
        </pc:spChg>
        <pc:spChg chg="mod">
          <ac:chgData name="Natalia Zartha Suarez" userId="S::nzsuarez@personalsoft.com::03830f32-af8f-49fd-819e-2e996f0ba91b" providerId="AD" clId="Web-{5BF056F2-9967-0149-3085-0D82653EBEA4}" dt="2026-07-03T19:54:46.005" v="190" actId="1076"/>
          <ac:spMkLst>
            <pc:docMk/>
            <pc:sldMk cId="748627821" sldId="287"/>
            <ac:spMk id="39" creationId="{B4970034-3526-F52C-92F3-D759F2021FAF}"/>
          </ac:spMkLst>
        </pc:spChg>
        <pc:spChg chg="mod">
          <ac:chgData name="Natalia Zartha Suarez" userId="S::nzsuarez@personalsoft.com::03830f32-af8f-49fd-819e-2e996f0ba91b" providerId="AD" clId="Web-{5BF056F2-9967-0149-3085-0D82653EBEA4}" dt="2026-07-03T19:54:46.208" v="191" actId="1076"/>
          <ac:spMkLst>
            <pc:docMk/>
            <pc:sldMk cId="748627821" sldId="287"/>
            <ac:spMk id="41" creationId="{F8A3F251-7D3F-1B69-7AB5-392781C71481}"/>
          </ac:spMkLst>
        </pc:spChg>
        <pc:spChg chg="mod">
          <ac:chgData name="Natalia Zartha Suarez" userId="S::nzsuarez@personalsoft.com::03830f32-af8f-49fd-819e-2e996f0ba91b" providerId="AD" clId="Web-{5BF056F2-9967-0149-3085-0D82653EBEA4}" dt="2026-07-03T19:54:46.427" v="192" actId="1076"/>
          <ac:spMkLst>
            <pc:docMk/>
            <pc:sldMk cId="748627821" sldId="287"/>
            <ac:spMk id="43" creationId="{BE015285-C0C4-0359-3C2B-226C613353D8}"/>
          </ac:spMkLst>
        </pc:spChg>
        <pc:spChg chg="mod">
          <ac:chgData name="Natalia Zartha Suarez" userId="S::nzsuarez@personalsoft.com::03830f32-af8f-49fd-819e-2e996f0ba91b" providerId="AD" clId="Web-{5BF056F2-9967-0149-3085-0D82653EBEA4}" dt="2026-07-03T19:54:52.864" v="211" actId="1076"/>
          <ac:spMkLst>
            <pc:docMk/>
            <pc:sldMk cId="748627821" sldId="287"/>
            <ac:spMk id="53" creationId="{DC991B8E-021B-EC77-E034-CBEA633B4016}"/>
          </ac:spMkLst>
        </pc:spChg>
        <pc:spChg chg="mod">
          <ac:chgData name="Natalia Zartha Suarez" userId="S::nzsuarez@personalsoft.com::03830f32-af8f-49fd-819e-2e996f0ba91b" providerId="AD" clId="Web-{5BF056F2-9967-0149-3085-0D82653EBEA4}" dt="2026-07-03T19:55:56.180" v="223" actId="20577"/>
          <ac:spMkLst>
            <pc:docMk/>
            <pc:sldMk cId="748627821" sldId="287"/>
            <ac:spMk id="64" creationId="{BFC94FAC-A03D-2BBF-4601-BBD72FF20A2A}"/>
          </ac:spMkLst>
        </pc:spChg>
        <pc:spChg chg="mod">
          <ac:chgData name="Natalia Zartha Suarez" userId="S::nzsuarez@personalsoft.com::03830f32-af8f-49fd-819e-2e996f0ba91b" providerId="AD" clId="Web-{5BF056F2-9967-0149-3085-0D82653EBEA4}" dt="2026-07-03T19:54:47.770" v="198" actId="1076"/>
          <ac:spMkLst>
            <pc:docMk/>
            <pc:sldMk cId="748627821" sldId="287"/>
            <ac:spMk id="65" creationId="{4D67D610-C9FA-B84E-1049-D4AA7C737DDC}"/>
          </ac:spMkLst>
        </pc:spChg>
        <pc:spChg chg="mod">
          <ac:chgData name="Natalia Zartha Suarez" userId="S::nzsuarez@personalsoft.com::03830f32-af8f-49fd-819e-2e996f0ba91b" providerId="AD" clId="Web-{5BF056F2-9967-0149-3085-0D82653EBEA4}" dt="2026-07-03T19:55:02.146" v="214" actId="14100"/>
          <ac:spMkLst>
            <pc:docMk/>
            <pc:sldMk cId="748627821" sldId="287"/>
            <ac:spMk id="88" creationId="{3C497DDC-BF2A-0C01-A11A-988B41A22048}"/>
          </ac:spMkLst>
        </pc:spChg>
        <pc:cxnChg chg="mod">
          <ac:chgData name="Natalia Zartha Suarez" userId="S::nzsuarez@personalsoft.com::03830f32-af8f-49fd-819e-2e996f0ba91b" providerId="AD" clId="Web-{5BF056F2-9967-0149-3085-0D82653EBEA4}" dt="2026-07-03T19:54:45.583" v="188" actId="1076"/>
          <ac:cxnSpMkLst>
            <pc:docMk/>
            <pc:sldMk cId="748627821" sldId="287"/>
            <ac:cxnSpMk id="35" creationId="{0CD3CD7E-9620-69A8-67EC-DED704E8E1E1}"/>
          </ac:cxnSpMkLst>
        </pc:cxnChg>
        <pc:cxnChg chg="mod">
          <ac:chgData name="Natalia Zartha Suarez" userId="S::nzsuarez@personalsoft.com::03830f32-af8f-49fd-819e-2e996f0ba91b" providerId="AD" clId="Web-{5BF056F2-9967-0149-3085-0D82653EBEA4}" dt="2026-07-03T19:55:16.490" v="217" actId="14100"/>
          <ac:cxnSpMkLst>
            <pc:docMk/>
            <pc:sldMk cId="748627821" sldId="287"/>
            <ac:cxnSpMk id="45" creationId="{45014E92-E35F-0381-2BD8-5CDA490D1AB8}"/>
          </ac:cxnSpMkLst>
        </pc:cxnChg>
        <pc:cxnChg chg="mod">
          <ac:chgData name="Natalia Zartha Suarez" userId="S::nzsuarez@personalsoft.com::03830f32-af8f-49fd-819e-2e996f0ba91b" providerId="AD" clId="Web-{5BF056F2-9967-0149-3085-0D82653EBEA4}" dt="2026-07-03T19:55:23.725" v="218" actId="14100"/>
          <ac:cxnSpMkLst>
            <pc:docMk/>
            <pc:sldMk cId="748627821" sldId="287"/>
            <ac:cxnSpMk id="47" creationId="{93F2F33F-D377-1629-4288-1ADCDA614014}"/>
          </ac:cxnSpMkLst>
        </pc:cxnChg>
        <pc:cxnChg chg="mod">
          <ac:chgData name="Natalia Zartha Suarez" userId="S::nzsuarez@personalsoft.com::03830f32-af8f-49fd-819e-2e996f0ba91b" providerId="AD" clId="Web-{5BF056F2-9967-0149-3085-0D82653EBEA4}" dt="2026-07-03T19:55:45.179" v="220" actId="14100"/>
          <ac:cxnSpMkLst>
            <pc:docMk/>
            <pc:sldMk cId="748627821" sldId="287"/>
            <ac:cxnSpMk id="49" creationId="{F5C5A59F-D40D-E871-B46E-4447C66ED326}"/>
          </ac:cxnSpMkLst>
        </pc:cxnChg>
      </pc:sldChg>
    </pc:docChg>
  </pc:docChgLst>
  <pc:docChgLst>
    <pc:chgData name="Natalia Zartha Suarez" userId="S::nzsuarez@personalsoft.com::03830f32-af8f-49fd-819e-2e996f0ba91b" providerId="AD" clId="Web-{6A387F6E-53C9-68E4-8D02-B9061F1CEE3B}"/>
    <pc:docChg chg="modSld">
      <pc:chgData name="Natalia Zartha Suarez" userId="S::nzsuarez@personalsoft.com::03830f32-af8f-49fd-819e-2e996f0ba91b" providerId="AD" clId="Web-{6A387F6E-53C9-68E4-8D02-B9061F1CEE3B}" dt="2026-07-02T15:35:21.421" v="69" actId="1076"/>
      <pc:docMkLst>
        <pc:docMk/>
      </pc:docMkLst>
      <pc:sldChg chg="addSp delSp modSp">
        <pc:chgData name="Natalia Zartha Suarez" userId="S::nzsuarez@personalsoft.com::03830f32-af8f-49fd-819e-2e996f0ba91b" providerId="AD" clId="Web-{6A387F6E-53C9-68E4-8D02-B9061F1CEE3B}" dt="2026-07-02T15:35:21.421" v="69" actId="1076"/>
        <pc:sldMkLst>
          <pc:docMk/>
          <pc:sldMk cId="0" sldId="266"/>
        </pc:sldMkLst>
        <pc:spChg chg="add mod">
          <ac:chgData name="Natalia Zartha Suarez" userId="S::nzsuarez@personalsoft.com::03830f32-af8f-49fd-819e-2e996f0ba91b" providerId="AD" clId="Web-{6A387F6E-53C9-68E4-8D02-B9061F1CEE3B}" dt="2026-07-02T15:32:24.167" v="54" actId="1076"/>
          <ac:spMkLst>
            <pc:docMk/>
            <pc:sldMk cId="0" sldId="266"/>
            <ac:spMk id="3" creationId="{DB14376C-3161-23CF-ACD5-56D60B8F507C}"/>
          </ac:spMkLst>
        </pc:spChg>
        <pc:spChg chg="add mod">
          <ac:chgData name="Natalia Zartha Suarez" userId="S::nzsuarez@personalsoft.com::03830f32-af8f-49fd-819e-2e996f0ba91b" providerId="AD" clId="Web-{6A387F6E-53C9-68E4-8D02-B9061F1CEE3B}" dt="2026-07-02T15:32:30.355" v="56" actId="1076"/>
          <ac:spMkLst>
            <pc:docMk/>
            <pc:sldMk cId="0" sldId="266"/>
            <ac:spMk id="4" creationId="{99DF5D9D-28AF-64CF-DE50-4E59BB2DBA3A}"/>
          </ac:spMkLst>
        </pc:spChg>
        <pc:spChg chg="mod">
          <ac:chgData name="Natalia Zartha Suarez" userId="S::nzsuarez@personalsoft.com::03830f32-af8f-49fd-819e-2e996f0ba91b" providerId="AD" clId="Web-{6A387F6E-53C9-68E4-8D02-B9061F1CEE3B}" dt="2026-07-02T15:29:00.256" v="18" actId="20577"/>
          <ac:spMkLst>
            <pc:docMk/>
            <pc:sldMk cId="0" sldId="266"/>
            <ac:spMk id="41" creationId="{8E6283EB-B92E-463D-4350-C26DBFB19BB3}"/>
          </ac:spMkLst>
        </pc:spChg>
        <pc:spChg chg="mod">
          <ac:chgData name="Natalia Zartha Suarez" userId="S::nzsuarez@personalsoft.com::03830f32-af8f-49fd-819e-2e996f0ba91b" providerId="AD" clId="Web-{6A387F6E-53C9-68E4-8D02-B9061F1CEE3B}" dt="2026-07-02T15:35:21.421" v="69" actId="1076"/>
          <ac:spMkLst>
            <pc:docMk/>
            <pc:sldMk cId="0" sldId="266"/>
            <ac:spMk id="198" creationId="{78FAB60E-601B-0A3C-2095-2B4DD2724FB6}"/>
          </ac:spMkLst>
        </pc:spChg>
        <pc:spChg chg="mod">
          <ac:chgData name="Natalia Zartha Suarez" userId="S::nzsuarez@personalsoft.com::03830f32-af8f-49fd-819e-2e996f0ba91b" providerId="AD" clId="Web-{6A387F6E-53C9-68E4-8D02-B9061F1CEE3B}" dt="2026-07-02T15:28:12.068" v="12" actId="14100"/>
          <ac:spMkLst>
            <pc:docMk/>
            <pc:sldMk cId="0" sldId="266"/>
            <ac:spMk id="199" creationId="{48978DE4-B3E0-0B34-EF8D-C00F491B9C54}"/>
          </ac:spMkLst>
        </pc:spChg>
        <pc:spChg chg="mod">
          <ac:chgData name="Natalia Zartha Suarez" userId="S::nzsuarez@personalsoft.com::03830f32-af8f-49fd-819e-2e996f0ba91b" providerId="AD" clId="Web-{6A387F6E-53C9-68E4-8D02-B9061F1CEE3B}" dt="2026-07-02T15:28:15.349" v="13" actId="1076"/>
          <ac:spMkLst>
            <pc:docMk/>
            <pc:sldMk cId="0" sldId="266"/>
            <ac:spMk id="200" creationId="{B6201EDC-CC68-5DD5-5D2C-5382B78A97E6}"/>
          </ac:spMkLst>
        </pc:spChg>
        <pc:spChg chg="mod">
          <ac:chgData name="Natalia Zartha Suarez" userId="S::nzsuarez@personalsoft.com::03830f32-af8f-49fd-819e-2e996f0ba91b" providerId="AD" clId="Web-{6A387F6E-53C9-68E4-8D02-B9061F1CEE3B}" dt="2026-07-02T15:28:18.615" v="14" actId="14100"/>
          <ac:spMkLst>
            <pc:docMk/>
            <pc:sldMk cId="0" sldId="266"/>
            <ac:spMk id="205" creationId="{B9738A09-EF12-CD41-21D1-CC5398A921D7}"/>
          </ac:spMkLst>
        </pc:spChg>
        <pc:spChg chg="mod">
          <ac:chgData name="Natalia Zartha Suarez" userId="S::nzsuarez@personalsoft.com::03830f32-af8f-49fd-819e-2e996f0ba91b" providerId="AD" clId="Web-{6A387F6E-53C9-68E4-8D02-B9061F1CEE3B}" dt="2026-07-02T15:28:27.334" v="17" actId="1076"/>
          <ac:spMkLst>
            <pc:docMk/>
            <pc:sldMk cId="0" sldId="266"/>
            <ac:spMk id="206" creationId="{EAB8AC16-1A75-B07B-67E5-8D9032D8199F}"/>
          </ac:spMkLst>
        </pc:spChg>
      </pc:sldChg>
      <pc:sldChg chg="modSp">
        <pc:chgData name="Natalia Zartha Suarez" userId="S::nzsuarez@personalsoft.com::03830f32-af8f-49fd-819e-2e996f0ba91b" providerId="AD" clId="Web-{6A387F6E-53C9-68E4-8D02-B9061F1CEE3B}" dt="2026-07-02T15:33:54.060" v="68" actId="20577"/>
        <pc:sldMkLst>
          <pc:docMk/>
          <pc:sldMk cId="3541293710" sldId="272"/>
        </pc:sldMkLst>
        <pc:spChg chg="mod">
          <ac:chgData name="Natalia Zartha Suarez" userId="S::nzsuarez@personalsoft.com::03830f32-af8f-49fd-819e-2e996f0ba91b" providerId="AD" clId="Web-{6A387F6E-53C9-68E4-8D02-B9061F1CEE3B}" dt="2026-07-02T15:33:54.060" v="68" actId="20577"/>
          <ac:spMkLst>
            <pc:docMk/>
            <pc:sldMk cId="3541293710" sldId="272"/>
            <ac:spMk id="53" creationId="{DC991B8E-021B-EC77-E034-CBEA633B4016}"/>
          </ac:spMkLst>
        </pc:spChg>
      </pc:sldChg>
    </pc:docChg>
  </pc:docChgLst>
  <pc:docChgLst>
    <pc:chgData name="Natalia Zartha Suarez" userId="S::nzsuarez@personalsoft.com::03830f32-af8f-49fd-819e-2e996f0ba91b" providerId="AD" clId="Web-{75143692-B92E-8A35-3D14-DCC4F46C1A8C}"/>
    <pc:docChg chg="addSld modSld">
      <pc:chgData name="Natalia Zartha Suarez" userId="S::nzsuarez@personalsoft.com::03830f32-af8f-49fd-819e-2e996f0ba91b" providerId="AD" clId="Web-{75143692-B92E-8A35-3D14-DCC4F46C1A8C}" dt="2026-07-06T13:34:00.563" v="25"/>
      <pc:docMkLst>
        <pc:docMk/>
      </pc:docMkLst>
    </pc:docChg>
  </pc:docChgLst>
  <pc:docChgLst>
    <pc:chgData name="Natalia Zartha Suarez" userId="S::nzsuarez@personalsoft.com::03830f32-af8f-49fd-819e-2e996f0ba91b" providerId="AD" clId="Web-{F62C5151-2998-B7E8-0633-8132FE2BD5B5}"/>
    <pc:docChg chg="addSld modSld">
      <pc:chgData name="Natalia Zartha Suarez" userId="S::nzsuarez@personalsoft.com::03830f32-af8f-49fd-819e-2e996f0ba91b" providerId="AD" clId="Web-{F62C5151-2998-B7E8-0633-8132FE2BD5B5}" dt="2026-07-02T23:50:56.873" v="3494" actId="20577"/>
      <pc:docMkLst>
        <pc:docMk/>
      </pc:docMkLst>
      <pc:sldChg chg="modSp">
        <pc:chgData name="Natalia Zartha Suarez" userId="S::nzsuarez@personalsoft.com::03830f32-af8f-49fd-819e-2e996f0ba91b" providerId="AD" clId="Web-{F62C5151-2998-B7E8-0633-8132FE2BD5B5}" dt="2026-07-02T21:21:24.665" v="116" actId="1076"/>
        <pc:sldMkLst>
          <pc:docMk/>
          <pc:sldMk cId="0" sldId="266"/>
        </pc:sldMkLst>
        <pc:spChg chg="mod">
          <ac:chgData name="Natalia Zartha Suarez" userId="S::nzsuarez@personalsoft.com::03830f32-af8f-49fd-819e-2e996f0ba91b" providerId="AD" clId="Web-{F62C5151-2998-B7E8-0633-8132FE2BD5B5}" dt="2026-07-02T21:21:24.665" v="116" actId="1076"/>
          <ac:spMkLst>
            <pc:docMk/>
            <pc:sldMk cId="0" sldId="266"/>
            <ac:spMk id="176" creationId="{00000000-0000-0000-0000-000000000000}"/>
          </ac:spMkLst>
        </pc:spChg>
      </pc:sldChg>
      <pc:sldChg chg="modSp">
        <pc:chgData name="Natalia Zartha Suarez" userId="S::nzsuarez@personalsoft.com::03830f32-af8f-49fd-819e-2e996f0ba91b" providerId="AD" clId="Web-{F62C5151-2998-B7E8-0633-8132FE2BD5B5}" dt="2026-07-02T21:21:39.291" v="122" actId="1076"/>
        <pc:sldMkLst>
          <pc:docMk/>
          <pc:sldMk cId="3541293710" sldId="272"/>
        </pc:sldMkLst>
        <pc:spChg chg="mod">
          <ac:chgData name="Natalia Zartha Suarez" userId="S::nzsuarez@personalsoft.com::03830f32-af8f-49fd-819e-2e996f0ba91b" providerId="AD" clId="Web-{F62C5151-2998-B7E8-0633-8132FE2BD5B5}" dt="2026-07-02T21:21:39.291" v="122" actId="1076"/>
          <ac:spMkLst>
            <pc:docMk/>
            <pc:sldMk cId="3541293710" sldId="272"/>
            <ac:spMk id="11" creationId="{E1A0AA3D-88E5-3D13-D465-B35D6F9C4502}"/>
          </ac:spMkLst>
        </pc:spChg>
      </pc:sldChg>
      <pc:sldChg chg="addSp delSp modSp add">
        <pc:chgData name="Natalia Zartha Suarez" userId="S::nzsuarez@personalsoft.com::03830f32-af8f-49fd-819e-2e996f0ba91b" providerId="AD" clId="Web-{F62C5151-2998-B7E8-0633-8132FE2BD5B5}" dt="2026-07-02T23:50:43.404" v="3484" actId="1076"/>
        <pc:sldMkLst>
          <pc:docMk/>
          <pc:sldMk cId="842929138" sldId="286"/>
        </pc:sldMkLst>
        <pc:spChg chg="add mod">
          <ac:chgData name="Natalia Zartha Suarez" userId="S::nzsuarez@personalsoft.com::03830f32-af8f-49fd-819e-2e996f0ba91b" providerId="AD" clId="Web-{F62C5151-2998-B7E8-0633-8132FE2BD5B5}" dt="2026-07-02T21:43:50.338" v="829" actId="14100"/>
          <ac:spMkLst>
            <pc:docMk/>
            <pc:sldMk cId="842929138" sldId="286"/>
            <ac:spMk id="3" creationId="{90E54E0B-872A-A20E-E58D-2A3DB519666B}"/>
          </ac:spMkLst>
        </pc:spChg>
        <pc:spChg chg="add mod">
          <ac:chgData name="Natalia Zartha Suarez" userId="S::nzsuarez@personalsoft.com::03830f32-af8f-49fd-819e-2e996f0ba91b" providerId="AD" clId="Web-{F62C5151-2998-B7E8-0633-8132FE2BD5B5}" dt="2026-07-02T21:46:57.345" v="913" actId="1076"/>
          <ac:spMkLst>
            <pc:docMk/>
            <pc:sldMk cId="842929138" sldId="286"/>
            <ac:spMk id="6" creationId="{03BCFCD6-8B00-0022-AEB9-F83BC0A815EF}"/>
          </ac:spMkLst>
        </pc:spChg>
        <pc:spChg chg="add mod">
          <ac:chgData name="Natalia Zartha Suarez" userId="S::nzsuarez@personalsoft.com::03830f32-af8f-49fd-819e-2e996f0ba91b" providerId="AD" clId="Web-{F62C5151-2998-B7E8-0633-8132FE2BD5B5}" dt="2026-07-02T21:46:57.438" v="914" actId="1076"/>
          <ac:spMkLst>
            <pc:docMk/>
            <pc:sldMk cId="842929138" sldId="286"/>
            <ac:spMk id="7" creationId="{8AABABBB-F742-B5D8-247A-0A26DEDF21CB}"/>
          </ac:spMkLst>
        </pc:spChg>
        <pc:spChg chg="add mod">
          <ac:chgData name="Natalia Zartha Suarez" userId="S::nzsuarez@personalsoft.com::03830f32-af8f-49fd-819e-2e996f0ba91b" providerId="AD" clId="Web-{F62C5151-2998-B7E8-0633-8132FE2BD5B5}" dt="2026-07-02T21:46:57.516" v="915" actId="1076"/>
          <ac:spMkLst>
            <pc:docMk/>
            <pc:sldMk cId="842929138" sldId="286"/>
            <ac:spMk id="8" creationId="{4A52948B-8E14-97F4-1295-422D19890ECD}"/>
          </ac:spMkLst>
        </pc:spChg>
        <pc:spChg chg="add mod ord">
          <ac:chgData name="Natalia Zartha Suarez" userId="S::nzsuarez@personalsoft.com::03830f32-af8f-49fd-819e-2e996f0ba91b" providerId="AD" clId="Web-{F62C5151-2998-B7E8-0633-8132FE2BD5B5}" dt="2026-07-02T22:43:14.342" v="1636" actId="1076"/>
          <ac:spMkLst>
            <pc:docMk/>
            <pc:sldMk cId="842929138" sldId="286"/>
            <ac:spMk id="9" creationId="{5C6E094D-C314-D131-57A1-7E1E26C7CBCC}"/>
          </ac:spMkLst>
        </pc:spChg>
        <pc:spChg chg="add mod">
          <ac:chgData name="Natalia Zartha Suarez" userId="S::nzsuarez@personalsoft.com::03830f32-af8f-49fd-819e-2e996f0ba91b" providerId="AD" clId="Web-{F62C5151-2998-B7E8-0633-8132FE2BD5B5}" dt="2026-07-02T23:48:26.867" v="3451" actId="1076"/>
          <ac:spMkLst>
            <pc:docMk/>
            <pc:sldMk cId="842929138" sldId="286"/>
            <ac:spMk id="10" creationId="{EDD07EE8-6464-7F19-B080-B039E37AB1EA}"/>
          </ac:spMkLst>
        </pc:spChg>
        <pc:spChg chg="add mod ord">
          <ac:chgData name="Natalia Zartha Suarez" userId="S::nzsuarez@personalsoft.com::03830f32-af8f-49fd-819e-2e996f0ba91b" providerId="AD" clId="Web-{F62C5151-2998-B7E8-0633-8132FE2BD5B5}" dt="2026-07-02T23:21:57.775" v="3297" actId="20577"/>
          <ac:spMkLst>
            <pc:docMk/>
            <pc:sldMk cId="842929138" sldId="286"/>
            <ac:spMk id="11" creationId="{F5952968-E528-18D7-B377-B7716762F11D}"/>
          </ac:spMkLst>
        </pc:spChg>
        <pc:spChg chg="add mod">
          <ac:chgData name="Natalia Zartha Suarez" userId="S::nzsuarez@personalsoft.com::03830f32-af8f-49fd-819e-2e996f0ba91b" providerId="AD" clId="Web-{F62C5151-2998-B7E8-0633-8132FE2BD5B5}" dt="2026-07-02T21:54:57.455" v="1170" actId="1076"/>
          <ac:spMkLst>
            <pc:docMk/>
            <pc:sldMk cId="842929138" sldId="286"/>
            <ac:spMk id="12" creationId="{F1358A03-719B-5171-138E-75FE23A85588}"/>
          </ac:spMkLst>
        </pc:spChg>
        <pc:spChg chg="add mod">
          <ac:chgData name="Natalia Zartha Suarez" userId="S::nzsuarez@personalsoft.com::03830f32-af8f-49fd-819e-2e996f0ba91b" providerId="AD" clId="Web-{F62C5151-2998-B7E8-0633-8132FE2BD5B5}" dt="2026-07-02T21:59:25.858" v="1272" actId="14100"/>
          <ac:spMkLst>
            <pc:docMk/>
            <pc:sldMk cId="842929138" sldId="286"/>
            <ac:spMk id="13" creationId="{A5A41D1C-ECCD-1965-0B93-F231803E5857}"/>
          </ac:spMkLst>
        </pc:spChg>
        <pc:spChg chg="add mod">
          <ac:chgData name="Natalia Zartha Suarez" userId="S::nzsuarez@personalsoft.com::03830f32-af8f-49fd-819e-2e996f0ba91b" providerId="AD" clId="Web-{F62C5151-2998-B7E8-0633-8132FE2BD5B5}" dt="2026-07-02T23:47:04.630" v="3403" actId="1076"/>
          <ac:spMkLst>
            <pc:docMk/>
            <pc:sldMk cId="842929138" sldId="286"/>
            <ac:spMk id="14" creationId="{D951AAA8-2D7D-0CA7-6335-100335DE90A3}"/>
          </ac:spMkLst>
        </pc:spChg>
        <pc:spChg chg="add mod">
          <ac:chgData name="Natalia Zartha Suarez" userId="S::nzsuarez@personalsoft.com::03830f32-af8f-49fd-819e-2e996f0ba91b" providerId="AD" clId="Web-{F62C5151-2998-B7E8-0633-8132FE2BD5B5}" dt="2026-07-02T21:58:33.731" v="1258" actId="1076"/>
          <ac:spMkLst>
            <pc:docMk/>
            <pc:sldMk cId="842929138" sldId="286"/>
            <ac:spMk id="16" creationId="{92957911-061F-EF33-370D-FACCC14DD2FC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2:02:19.989" v="1312" actId="1076"/>
          <ac:spMkLst>
            <pc:docMk/>
            <pc:sldMk cId="842929138" sldId="286"/>
            <ac:spMk id="17" creationId="{32B72BFF-D543-CF03-ED0E-3CFA2E0844E3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2:39:24.396" v="1564" actId="14100"/>
          <ac:spMkLst>
            <pc:docMk/>
            <pc:sldMk cId="842929138" sldId="286"/>
            <ac:spMk id="19" creationId="{1311ED60-70CF-2CCC-5BB1-80EACE70EC27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2:02:07.910" v="1308" actId="1076"/>
          <ac:spMkLst>
            <pc:docMk/>
            <pc:sldMk cId="842929138" sldId="286"/>
            <ac:spMk id="21" creationId="{F19A7F53-C2C8-0962-735A-726BC7B1B042}"/>
          </ac:spMkLst>
        </pc:spChg>
        <pc:spChg chg="add mod">
          <ac:chgData name="Natalia Zartha Suarez" userId="S::nzsuarez@personalsoft.com::03830f32-af8f-49fd-819e-2e996f0ba91b" providerId="AD" clId="Web-{F62C5151-2998-B7E8-0633-8132FE2BD5B5}" dt="2026-07-02T22:56:13.185" v="1908"/>
          <ac:spMkLst>
            <pc:docMk/>
            <pc:sldMk cId="842929138" sldId="286"/>
            <ac:spMk id="22" creationId="{A598BE0B-C466-DD8F-80A1-A8A324128967}"/>
          </ac:spMkLst>
        </pc:spChg>
        <pc:spChg chg="add mod">
          <ac:chgData name="Natalia Zartha Suarez" userId="S::nzsuarez@personalsoft.com::03830f32-af8f-49fd-819e-2e996f0ba91b" providerId="AD" clId="Web-{F62C5151-2998-B7E8-0633-8132FE2BD5B5}" dt="2026-07-02T22:56:16.529" v="1909" actId="1076"/>
          <ac:spMkLst>
            <pc:docMk/>
            <pc:sldMk cId="842929138" sldId="286"/>
            <ac:spMk id="23" creationId="{0E6BC3E3-D257-EDEF-07F5-30B8EEB9B332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1:54:06.437" v="1162" actId="1076"/>
          <ac:spMkLst>
            <pc:docMk/>
            <pc:sldMk cId="842929138" sldId="286"/>
            <ac:spMk id="25" creationId="{6F79083F-6844-07ED-2968-D80C5002C8E9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2:01:58.660" v="1305" actId="1076"/>
          <ac:spMkLst>
            <pc:docMk/>
            <pc:sldMk cId="842929138" sldId="286"/>
            <ac:spMk id="27" creationId="{B19D1D67-A365-B731-0ABC-A7A7C6C203BC}"/>
          </ac:spMkLst>
        </pc:spChg>
        <pc:spChg chg="add mod ord">
          <ac:chgData name="Natalia Zartha Suarez" userId="S::nzsuarez@personalsoft.com::03830f32-af8f-49fd-819e-2e996f0ba91b" providerId="AD" clId="Web-{F62C5151-2998-B7E8-0633-8132FE2BD5B5}" dt="2026-07-02T22:42:43.232" v="1628" actId="1076"/>
          <ac:spMkLst>
            <pc:docMk/>
            <pc:sldMk cId="842929138" sldId="286"/>
            <ac:spMk id="29" creationId="{6B3E2C3E-2F9C-412E-DE52-937399774F41}"/>
          </ac:spMkLst>
        </pc:spChg>
        <pc:spChg chg="add del mod">
          <ac:chgData name="Natalia Zartha Suarez" userId="S::nzsuarez@personalsoft.com::03830f32-af8f-49fd-819e-2e996f0ba91b" providerId="AD" clId="Web-{F62C5151-2998-B7E8-0633-8132FE2BD5B5}" dt="2026-07-02T21:37:42.091" v="624" actId="20577"/>
          <ac:spMkLst>
            <pc:docMk/>
            <pc:sldMk cId="842929138" sldId="286"/>
            <ac:spMk id="30" creationId="{75B2EC64-AAEB-80A0-2E7C-B337049F02B0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1:37:38.981" v="622" actId="20577"/>
          <ac:spMkLst>
            <pc:docMk/>
            <pc:sldMk cId="842929138" sldId="286"/>
            <ac:spMk id="31" creationId="{1BB1913D-BF6A-E67C-53B8-E57EF62C7319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1:37:35.356" v="621" actId="20577"/>
          <ac:spMkLst>
            <pc:docMk/>
            <pc:sldMk cId="842929138" sldId="286"/>
            <ac:spMk id="32" creationId="{686C6AFD-758B-AA33-CDAE-D4A668DAB4D6}"/>
          </ac:spMkLst>
        </pc:spChg>
        <pc:spChg chg="add mod ord">
          <ac:chgData name="Natalia Zartha Suarez" userId="S::nzsuarez@personalsoft.com::03830f32-af8f-49fd-819e-2e996f0ba91b" providerId="AD" clId="Web-{F62C5151-2998-B7E8-0633-8132FE2BD5B5}" dt="2026-07-02T22:44:39.689" v="1681" actId="1076"/>
          <ac:spMkLst>
            <pc:docMk/>
            <pc:sldMk cId="842929138" sldId="286"/>
            <ac:spMk id="33" creationId="{6AB12554-0A89-CF23-18D7-6F78405A368B}"/>
          </ac:spMkLst>
        </pc:spChg>
        <pc:spChg chg="add mod ord">
          <ac:chgData name="Natalia Zartha Suarez" userId="S::nzsuarez@personalsoft.com::03830f32-af8f-49fd-819e-2e996f0ba91b" providerId="AD" clId="Web-{F62C5151-2998-B7E8-0633-8132FE2BD5B5}" dt="2026-07-02T22:44:31.002" v="1678" actId="1076"/>
          <ac:spMkLst>
            <pc:docMk/>
            <pc:sldMk cId="842929138" sldId="286"/>
            <ac:spMk id="34" creationId="{EB8BD911-F65E-3726-A354-D8F2AAAC33B5}"/>
          </ac:spMkLst>
        </pc:spChg>
        <pc:spChg chg="add mod ord">
          <ac:chgData name="Natalia Zartha Suarez" userId="S::nzsuarez@personalsoft.com::03830f32-af8f-49fd-819e-2e996f0ba91b" providerId="AD" clId="Web-{F62C5151-2998-B7E8-0633-8132FE2BD5B5}" dt="2026-07-02T23:05:38.238" v="2133" actId="14100"/>
          <ac:spMkLst>
            <pc:docMk/>
            <pc:sldMk cId="842929138" sldId="286"/>
            <ac:spMk id="35" creationId="{AD443C5D-CC75-E4FA-3A09-1F052E15C89A}"/>
          </ac:spMkLst>
        </pc:spChg>
        <pc:spChg chg="add mod ord">
          <ac:chgData name="Natalia Zartha Suarez" userId="S::nzsuarez@personalsoft.com::03830f32-af8f-49fd-819e-2e996f0ba91b" providerId="AD" clId="Web-{F62C5151-2998-B7E8-0633-8132FE2BD5B5}" dt="2026-07-02T23:44:16.873" v="3333" actId="1076"/>
          <ac:spMkLst>
            <pc:docMk/>
            <pc:sldMk cId="842929138" sldId="286"/>
            <ac:spMk id="37" creationId="{614464EC-FCB6-4BE8-6D9F-80112B5B3953}"/>
          </ac:spMkLst>
        </pc:spChg>
        <pc:spChg chg="add mod ord">
          <ac:chgData name="Natalia Zartha Suarez" userId="S::nzsuarez@personalsoft.com::03830f32-af8f-49fd-819e-2e996f0ba91b" providerId="AD" clId="Web-{F62C5151-2998-B7E8-0633-8132FE2BD5B5}" dt="2026-07-02T23:05:35.378" v="2132" actId="14100"/>
          <ac:spMkLst>
            <pc:docMk/>
            <pc:sldMk cId="842929138" sldId="286"/>
            <ac:spMk id="38" creationId="{DE3FB594-06DE-EA01-5312-44503C7BB7FF}"/>
          </ac:spMkLst>
        </pc:spChg>
        <pc:spChg chg="add mod">
          <ac:chgData name="Natalia Zartha Suarez" userId="S::nzsuarez@personalsoft.com::03830f32-af8f-49fd-819e-2e996f0ba91b" providerId="AD" clId="Web-{F62C5151-2998-B7E8-0633-8132FE2BD5B5}" dt="2026-07-02T22:44:28.205" v="1677" actId="1076"/>
          <ac:spMkLst>
            <pc:docMk/>
            <pc:sldMk cId="842929138" sldId="286"/>
            <ac:spMk id="40" creationId="{B5CB48ED-556A-F9CD-BFC4-1785DFE9D990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1:45:46.139" v="883" actId="1076"/>
          <ac:spMkLst>
            <pc:docMk/>
            <pc:sldMk cId="842929138" sldId="286"/>
            <ac:spMk id="41" creationId="{8E6283EB-B92E-463D-4350-C26DBFB19BB3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1:58:13.465" v="1250" actId="1076"/>
          <ac:spMkLst>
            <pc:docMk/>
            <pc:sldMk cId="842929138" sldId="286"/>
            <ac:spMk id="42" creationId="{613549EC-2702-C3B7-5164-A7E93EE6C9C7}"/>
          </ac:spMkLst>
        </pc:spChg>
        <pc:spChg chg="add mod">
          <ac:chgData name="Natalia Zartha Suarez" userId="S::nzsuarez@personalsoft.com::03830f32-af8f-49fd-819e-2e996f0ba91b" providerId="AD" clId="Web-{F62C5151-2998-B7E8-0633-8132FE2BD5B5}" dt="2026-07-02T23:10:32.327" v="2533" actId="20577"/>
          <ac:spMkLst>
            <pc:docMk/>
            <pc:sldMk cId="842929138" sldId="286"/>
            <ac:spMk id="45" creationId="{5604C38D-0085-1DF8-A4A9-5D057A04EDF0}"/>
          </ac:spMkLst>
        </pc:spChg>
        <pc:spChg chg="add mod">
          <ac:chgData name="Natalia Zartha Suarez" userId="S::nzsuarez@personalsoft.com::03830f32-af8f-49fd-819e-2e996f0ba91b" providerId="AD" clId="Web-{F62C5151-2998-B7E8-0633-8132FE2BD5B5}" dt="2026-07-02T23:10:33.921" v="2534" actId="20577"/>
          <ac:spMkLst>
            <pc:docMk/>
            <pc:sldMk cId="842929138" sldId="286"/>
            <ac:spMk id="46" creationId="{98F2831E-44EA-C163-5BB8-4D35B8F182CF}"/>
          </ac:spMkLst>
        </pc:spChg>
        <pc:spChg chg="add mod ord">
          <ac:chgData name="Natalia Zartha Suarez" userId="S::nzsuarez@personalsoft.com::03830f32-af8f-49fd-819e-2e996f0ba91b" providerId="AD" clId="Web-{F62C5151-2998-B7E8-0633-8132FE2BD5B5}" dt="2026-07-02T23:46:15.831" v="3390" actId="1076"/>
          <ac:spMkLst>
            <pc:docMk/>
            <pc:sldMk cId="842929138" sldId="286"/>
            <ac:spMk id="49" creationId="{78BCCFF6-52DE-1F0A-746F-277D3F38DBA8}"/>
          </ac:spMkLst>
        </pc:spChg>
        <pc:spChg chg="add mod">
          <ac:chgData name="Natalia Zartha Suarez" userId="S::nzsuarez@personalsoft.com::03830f32-af8f-49fd-819e-2e996f0ba91b" providerId="AD" clId="Web-{F62C5151-2998-B7E8-0633-8132FE2BD5B5}" dt="2026-07-02T22:42:34.653" v="1625" actId="1076"/>
          <ac:spMkLst>
            <pc:docMk/>
            <pc:sldMk cId="842929138" sldId="286"/>
            <ac:spMk id="50" creationId="{AB52B9E1-596C-C4DD-60CB-8A734DF52202}"/>
          </ac:spMkLst>
        </pc:spChg>
        <pc:spChg chg="add mod">
          <ac:chgData name="Natalia Zartha Suarez" userId="S::nzsuarez@personalsoft.com::03830f32-af8f-49fd-819e-2e996f0ba91b" providerId="AD" clId="Web-{F62C5151-2998-B7E8-0633-8132FE2BD5B5}" dt="2026-07-02T22:43:06.702" v="1633" actId="1076"/>
          <ac:spMkLst>
            <pc:docMk/>
            <pc:sldMk cId="842929138" sldId="286"/>
            <ac:spMk id="51" creationId="{18413F46-DF2D-3C4E-2366-6FC1823683F3}"/>
          </ac:spMkLst>
        </pc:spChg>
        <pc:spChg chg="add mod">
          <ac:chgData name="Natalia Zartha Suarez" userId="S::nzsuarez@personalsoft.com::03830f32-af8f-49fd-819e-2e996f0ba91b" providerId="AD" clId="Web-{F62C5151-2998-B7E8-0633-8132FE2BD5B5}" dt="2026-07-02T22:44:36.814" v="1680" actId="1076"/>
          <ac:spMkLst>
            <pc:docMk/>
            <pc:sldMk cId="842929138" sldId="286"/>
            <ac:spMk id="52" creationId="{E0C56D19-418E-2BC5-0681-FE529D9B1084}"/>
          </ac:spMkLst>
        </pc:spChg>
        <pc:spChg chg="add mod">
          <ac:chgData name="Natalia Zartha Suarez" userId="S::nzsuarez@personalsoft.com::03830f32-af8f-49fd-819e-2e996f0ba91b" providerId="AD" clId="Web-{F62C5151-2998-B7E8-0633-8132FE2BD5B5}" dt="2026-07-02T23:50:14.559" v="3471" actId="1076"/>
          <ac:spMkLst>
            <pc:docMk/>
            <pc:sldMk cId="842929138" sldId="286"/>
            <ac:spMk id="53" creationId="{0F529657-2A3B-078B-47D3-66C4943B1C9D}"/>
          </ac:spMkLst>
        </pc:spChg>
        <pc:spChg chg="add mod ord">
          <ac:chgData name="Natalia Zartha Suarez" userId="S::nzsuarez@personalsoft.com::03830f32-af8f-49fd-819e-2e996f0ba91b" providerId="AD" clId="Web-{F62C5151-2998-B7E8-0633-8132FE2BD5B5}" dt="2026-07-02T22:50:47.750" v="1801"/>
          <ac:spMkLst>
            <pc:docMk/>
            <pc:sldMk cId="842929138" sldId="286"/>
            <ac:spMk id="54" creationId="{BCFC53A2-9C13-C102-BE39-C99A0E9B154C}"/>
          </ac:spMkLst>
        </pc:spChg>
        <pc:spChg chg="add mod">
          <ac:chgData name="Natalia Zartha Suarez" userId="S::nzsuarez@personalsoft.com::03830f32-af8f-49fd-819e-2e996f0ba91b" providerId="AD" clId="Web-{F62C5151-2998-B7E8-0633-8132FE2BD5B5}" dt="2026-07-02T23:48:48.915" v="3455" actId="1076"/>
          <ac:spMkLst>
            <pc:docMk/>
            <pc:sldMk cId="842929138" sldId="286"/>
            <ac:spMk id="55" creationId="{00426129-434B-8D0D-9C60-1E68091C63EC}"/>
          </ac:spMkLst>
        </pc:spChg>
        <pc:spChg chg="add mod">
          <ac:chgData name="Natalia Zartha Suarez" userId="S::nzsuarez@personalsoft.com::03830f32-af8f-49fd-819e-2e996f0ba91b" providerId="AD" clId="Web-{F62C5151-2998-B7E8-0633-8132FE2BD5B5}" dt="2026-07-02T23:48:51.962" v="3456" actId="1076"/>
          <ac:spMkLst>
            <pc:docMk/>
            <pc:sldMk cId="842929138" sldId="286"/>
            <ac:spMk id="56" creationId="{5490D9F1-A9F7-97A1-721F-378B1E9F885C}"/>
          </ac:spMkLst>
        </pc:spChg>
        <pc:spChg chg="add mod">
          <ac:chgData name="Natalia Zartha Suarez" userId="S::nzsuarez@personalsoft.com::03830f32-af8f-49fd-819e-2e996f0ba91b" providerId="AD" clId="Web-{F62C5151-2998-B7E8-0633-8132FE2BD5B5}" dt="2026-07-02T23:50:40.997" v="3483" actId="1076"/>
          <ac:spMkLst>
            <pc:docMk/>
            <pc:sldMk cId="842929138" sldId="286"/>
            <ac:spMk id="58" creationId="{EF8B4CEC-C070-B08C-0B1A-F971011D418F}"/>
          </ac:spMkLst>
        </pc:spChg>
        <pc:spChg chg="add mod">
          <ac:chgData name="Natalia Zartha Suarez" userId="S::nzsuarez@personalsoft.com::03830f32-af8f-49fd-819e-2e996f0ba91b" providerId="AD" clId="Web-{F62C5151-2998-B7E8-0633-8132FE2BD5B5}" dt="2026-07-02T23:50:43.404" v="3484" actId="1076"/>
          <ac:spMkLst>
            <pc:docMk/>
            <pc:sldMk cId="842929138" sldId="286"/>
            <ac:spMk id="59" creationId="{CD996D83-BAC9-A3E8-7418-F643A8D37D3F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3:10:43.046" v="2537" actId="20577"/>
          <ac:spMkLst>
            <pc:docMk/>
            <pc:sldMk cId="842929138" sldId="286"/>
            <ac:spMk id="131" creationId="{B1D377E7-02CC-BB00-D36D-1FAE90E89AE5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3:10:38.343" v="2535" actId="20577"/>
          <ac:spMkLst>
            <pc:docMk/>
            <pc:sldMk cId="842929138" sldId="286"/>
            <ac:spMk id="132" creationId="{89AA025D-ACC2-8BE3-3531-ADBA5332DDF4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2:02:18.301" v="1311" actId="14100"/>
          <ac:spMkLst>
            <pc:docMk/>
            <pc:sldMk cId="842929138" sldId="286"/>
            <ac:spMk id="143" creationId="{3B6C005C-DF51-C63C-277B-B435DA0CDD80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2:02:15.707" v="1309" actId="1076"/>
          <ac:spMkLst>
            <pc:docMk/>
            <pc:sldMk cId="842929138" sldId="286"/>
            <ac:spMk id="144" creationId="{A5F021EF-C10E-00A3-2323-7E60D70FF2B4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2:02:07.832" v="1307" actId="1076"/>
          <ac:spMkLst>
            <pc:docMk/>
            <pc:sldMk cId="842929138" sldId="286"/>
            <ac:spMk id="145" creationId="{E1B84A3B-3A8B-3783-5D29-A956A64588F1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2:02:00.707" v="1306" actId="14100"/>
          <ac:spMkLst>
            <pc:docMk/>
            <pc:sldMk cId="842929138" sldId="286"/>
            <ac:spMk id="146" creationId="{8B6280EC-8BC9-4B04-CDFE-3ECF08AD4E33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2:34:10.369" v="1494" actId="1076"/>
          <ac:spMkLst>
            <pc:docMk/>
            <pc:sldMk cId="842929138" sldId="286"/>
            <ac:spMk id="147" creationId="{8F033BD4-E602-272F-7902-F203B6C6FADF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2:45:43.833" v="1698" actId="1076"/>
          <ac:spMkLst>
            <pc:docMk/>
            <pc:sldMk cId="842929138" sldId="286"/>
            <ac:spMk id="159" creationId="{FDBE4934-27B3-8AF2-9806-755794E991C9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1:58:03.790" v="1246" actId="1076"/>
          <ac:spMkLst>
            <pc:docMk/>
            <pc:sldMk cId="842929138" sldId="286"/>
            <ac:spMk id="160" creationId="{4CD09477-E38C-EE17-621C-734ED54B0F30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2:45:41.598" v="1697" actId="1076"/>
          <ac:spMkLst>
            <pc:docMk/>
            <pc:sldMk cId="842929138" sldId="286"/>
            <ac:spMk id="161" creationId="{23CEA72B-8F42-C6E5-CC5E-7DDBE220B673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2:52:12.519" v="1828" actId="1076"/>
          <ac:spMkLst>
            <pc:docMk/>
            <pc:sldMk cId="842929138" sldId="286"/>
            <ac:spMk id="162" creationId="{F5625070-A44A-26FA-CB75-DFA50D0F1E47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3:21:52.056" v="3295" actId="20577"/>
          <ac:spMkLst>
            <pc:docMk/>
            <pc:sldMk cId="842929138" sldId="286"/>
            <ac:spMk id="163" creationId="{A379B0E7-4465-0A6B-A743-F2DF6B6596A7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1:57:51.508" v="1241" actId="1076"/>
          <ac:spMkLst>
            <pc:docMk/>
            <pc:sldMk cId="842929138" sldId="286"/>
            <ac:spMk id="164" creationId="{AB6E717F-283D-DA6F-377A-7BA7C716D90D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2:45:28.410" v="1693" actId="1076"/>
          <ac:spMkLst>
            <pc:docMk/>
            <pc:sldMk cId="842929138" sldId="286"/>
            <ac:spMk id="165" creationId="{72F19235-8B32-8B77-8033-22BE696285D4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2:08:03.782" v="1423" actId="1076"/>
          <ac:spMkLst>
            <pc:docMk/>
            <pc:sldMk cId="842929138" sldId="286"/>
            <ac:spMk id="171" creationId="{5AA448EF-F0A3-4DD8-5DCE-B892C81C46D9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2:43:48.859" v="1643" actId="1076"/>
          <ac:spMkLst>
            <pc:docMk/>
            <pc:sldMk cId="842929138" sldId="286"/>
            <ac:spMk id="172" creationId="{E9FE6999-A6A7-E2E8-7379-1C52E53878E7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2:43:58.672" v="1647" actId="1076"/>
          <ac:spMkLst>
            <pc:docMk/>
            <pc:sldMk cId="842929138" sldId="286"/>
            <ac:spMk id="173" creationId="{891BC76A-4C2F-3071-5AD9-7A5D38D13446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1:44:13.823" v="833" actId="1076"/>
          <ac:spMkLst>
            <pc:docMk/>
            <pc:sldMk cId="842929138" sldId="286"/>
            <ac:spMk id="174" creationId="{40BC8697-7EC2-FDD0-5975-6A6E6FED0E64}"/>
          </ac:spMkLst>
        </pc:spChg>
        <pc:spChg chg="mod ord">
          <ac:chgData name="Natalia Zartha Suarez" userId="S::nzsuarez@personalsoft.com::03830f32-af8f-49fd-819e-2e996f0ba91b" providerId="AD" clId="Web-{F62C5151-2998-B7E8-0633-8132FE2BD5B5}" dt="2026-07-02T22:45:48.911" v="1700" actId="1076"/>
          <ac:spMkLst>
            <pc:docMk/>
            <pc:sldMk cId="842929138" sldId="286"/>
            <ac:spMk id="175" creationId="{510278FA-4908-7510-D203-73B1B75C3C60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1:47:11.298" v="919" actId="20577"/>
          <ac:spMkLst>
            <pc:docMk/>
            <pc:sldMk cId="842929138" sldId="286"/>
            <ac:spMk id="176" creationId="{00000000-0000-0000-0000-000000000000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2:51:16.392" v="1808" actId="1076"/>
          <ac:spMkLst>
            <pc:docMk/>
            <pc:sldMk cId="842929138" sldId="286"/>
            <ac:spMk id="178" creationId="{E2AA5A9D-22D0-3A10-B9C4-093CEFEACE2B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3:21:48.665" v="3294" actId="20577"/>
          <ac:spMkLst>
            <pc:docMk/>
            <pc:sldMk cId="842929138" sldId="286"/>
            <ac:spMk id="180" creationId="{E451BAF3-B5C4-E221-DC3C-F6D781574CA8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2:35:26.481" v="1509" actId="1076"/>
          <ac:spMkLst>
            <pc:docMk/>
            <pc:sldMk cId="842929138" sldId="286"/>
            <ac:spMk id="181" creationId="{15FA741A-E940-6E97-15B5-7C4C823EEF99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3:21:54.759" v="3296" actId="20577"/>
          <ac:spMkLst>
            <pc:docMk/>
            <pc:sldMk cId="842929138" sldId="286"/>
            <ac:spMk id="182" creationId="{DC2B6ADF-0848-643D-DBF6-0201E25A007D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2:56:06.341" v="1906"/>
          <ac:spMkLst>
            <pc:docMk/>
            <pc:sldMk cId="842929138" sldId="286"/>
            <ac:spMk id="185" creationId="{32B49168-0274-3E40-263F-6ECCBD77DB41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2:56:00.903" v="1905"/>
          <ac:spMkLst>
            <pc:docMk/>
            <pc:sldMk cId="842929138" sldId="286"/>
            <ac:spMk id="186" creationId="{C2B6B279-8305-CE42-86A5-4A577DCCAD64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1:43:52.651" v="830" actId="14100"/>
          <ac:spMkLst>
            <pc:docMk/>
            <pc:sldMk cId="842929138" sldId="286"/>
            <ac:spMk id="187" creationId="{D5B128C5-B672-C7F9-4B8C-6FB231567AE3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2:47:07.758" v="1728" actId="1076"/>
          <ac:spMkLst>
            <pc:docMk/>
            <pc:sldMk cId="842929138" sldId="286"/>
            <ac:spMk id="189" creationId="{DA53FA94-1164-92A0-D3E8-C53C805AA8AD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2:47:23.399" v="1733" actId="14100"/>
          <ac:spMkLst>
            <pc:docMk/>
            <pc:sldMk cId="842929138" sldId="286"/>
            <ac:spMk id="194" creationId="{DAA21406-89E2-459A-4A5A-DDECF6872EE9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2:47:26.290" v="1734" actId="1076"/>
          <ac:spMkLst>
            <pc:docMk/>
            <pc:sldMk cId="842929138" sldId="286"/>
            <ac:spMk id="195" creationId="{08D72159-319B-C816-9563-22D50CE9EB72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2:47:49.728" v="1740" actId="14100"/>
          <ac:spMkLst>
            <pc:docMk/>
            <pc:sldMk cId="842929138" sldId="286"/>
            <ac:spMk id="199" creationId="{48978DE4-B3E0-0B34-EF8D-C00F491B9C54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2:47:51.931" v="1741" actId="1076"/>
          <ac:spMkLst>
            <pc:docMk/>
            <pc:sldMk cId="842929138" sldId="286"/>
            <ac:spMk id="200" creationId="{B6201EDC-CC68-5DD5-5D2C-5382B78A97E6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2:56:24.826" v="1912"/>
          <ac:spMkLst>
            <pc:docMk/>
            <pc:sldMk cId="842929138" sldId="286"/>
            <ac:spMk id="204" creationId="{A5943974-5799-F84A-1E6E-4C5D982EC9A5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3:45:10.188" v="3342" actId="1076"/>
          <ac:spMkLst>
            <pc:docMk/>
            <pc:sldMk cId="842929138" sldId="286"/>
            <ac:spMk id="205" creationId="{B9738A09-EF12-CD41-21D1-CC5398A921D7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3:45:13.625" v="3343" actId="1076"/>
          <ac:spMkLst>
            <pc:docMk/>
            <pc:sldMk cId="842929138" sldId="286"/>
            <ac:spMk id="206" creationId="{EAB8AC16-1A75-B07B-67E5-8D9032D8199F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2:52:29.957" v="1833" actId="1076"/>
          <ac:spMkLst>
            <pc:docMk/>
            <pc:sldMk cId="842929138" sldId="286"/>
            <ac:spMk id="207" creationId="{9EC06F50-C9B0-C182-6C30-B084237CFC3F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2:52:33.067" v="1834" actId="1076"/>
          <ac:spMkLst>
            <pc:docMk/>
            <pc:sldMk cId="842929138" sldId="286"/>
            <ac:spMk id="208" creationId="{BD3B7044-81A8-6135-06D6-F5AE7632D3C3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1:54:57.220" v="1168" actId="1076"/>
          <ac:spMkLst>
            <pc:docMk/>
            <pc:sldMk cId="842929138" sldId="286"/>
            <ac:spMk id="210" creationId="{48BA21B8-BFDD-F15E-4383-2279F41541CA}"/>
          </ac:spMkLst>
        </pc:spChg>
        <pc:grpChg chg="add mod">
          <ac:chgData name="Natalia Zartha Suarez" userId="S::nzsuarez@personalsoft.com::03830f32-af8f-49fd-819e-2e996f0ba91b" providerId="AD" clId="Web-{F62C5151-2998-B7E8-0633-8132FE2BD5B5}" dt="2026-07-02T22:35:01.386" v="1501" actId="1076"/>
          <ac:grpSpMkLst>
            <pc:docMk/>
            <pc:sldMk cId="842929138" sldId="286"/>
            <ac:grpSpMk id="15" creationId="{F2A19EBF-3014-9A47-AE93-48A5D6B015C7}"/>
          </ac:grpSpMkLst>
        </pc:grpChg>
        <pc:grpChg chg="add mod">
          <ac:chgData name="Natalia Zartha Suarez" userId="S::nzsuarez@personalsoft.com::03830f32-af8f-49fd-819e-2e996f0ba91b" providerId="AD" clId="Web-{F62C5151-2998-B7E8-0633-8132FE2BD5B5}" dt="2026-07-02T22:52:00.050" v="1824" actId="1076"/>
          <ac:grpSpMkLst>
            <pc:docMk/>
            <pc:sldMk cId="842929138" sldId="286"/>
            <ac:grpSpMk id="20" creationId="{EA2BFDA0-7740-6B2F-3B49-C7E6E9279FED}"/>
          </ac:grpSpMkLst>
        </pc:grpChg>
        <pc:grpChg chg="add mod">
          <ac:chgData name="Natalia Zartha Suarez" userId="S::nzsuarez@personalsoft.com::03830f32-af8f-49fd-819e-2e996f0ba91b" providerId="AD" clId="Web-{F62C5151-2998-B7E8-0633-8132FE2BD5B5}" dt="2026-07-02T22:38:22.566" v="1547" actId="1076"/>
          <ac:grpSpMkLst>
            <pc:docMk/>
            <pc:sldMk cId="842929138" sldId="286"/>
            <ac:grpSpMk id="24" creationId="{BFA47FE2-A6AF-D00F-83A0-B091DEA1B9F5}"/>
          </ac:grpSpMkLst>
        </pc:grpChg>
        <pc:grpChg chg="add mod">
          <ac:chgData name="Natalia Zartha Suarez" userId="S::nzsuarez@personalsoft.com::03830f32-af8f-49fd-819e-2e996f0ba91b" providerId="AD" clId="Web-{F62C5151-2998-B7E8-0633-8132FE2BD5B5}" dt="2026-07-02T22:37:29.970" v="1540" actId="1076"/>
          <ac:grpSpMkLst>
            <pc:docMk/>
            <pc:sldMk cId="842929138" sldId="286"/>
            <ac:grpSpMk id="26" creationId="{A2C45A1E-D703-2A96-A3B0-27528A0481E3}"/>
          </ac:grpSpMkLst>
        </pc:grpChg>
        <pc:grpChg chg="add mod">
          <ac:chgData name="Natalia Zartha Suarez" userId="S::nzsuarez@personalsoft.com::03830f32-af8f-49fd-819e-2e996f0ba91b" providerId="AD" clId="Web-{F62C5151-2998-B7E8-0633-8132FE2BD5B5}" dt="2026-07-02T22:39:37.787" v="1567" actId="1076"/>
          <ac:grpSpMkLst>
            <pc:docMk/>
            <pc:sldMk cId="842929138" sldId="286"/>
            <ac:grpSpMk id="36" creationId="{2E78205B-540C-085C-7C57-42A624851715}"/>
          </ac:grpSpMkLst>
        </pc:grpChg>
        <pc:grpChg chg="add mod">
          <ac:chgData name="Natalia Zartha Suarez" userId="S::nzsuarez@personalsoft.com::03830f32-af8f-49fd-819e-2e996f0ba91b" providerId="AD" clId="Web-{F62C5151-2998-B7E8-0633-8132FE2BD5B5}" dt="2026-07-02T22:39:39.350" v="1568" actId="1076"/>
          <ac:grpSpMkLst>
            <pc:docMk/>
            <pc:sldMk cId="842929138" sldId="286"/>
            <ac:grpSpMk id="39" creationId="{00DF15F0-FF17-5A64-3A08-576CB041A069}"/>
          </ac:grpSpMkLst>
        </pc:grpChg>
        <pc:grpChg chg="add">
          <ac:chgData name="Natalia Zartha Suarez" userId="S::nzsuarez@personalsoft.com::03830f32-af8f-49fd-819e-2e996f0ba91b" providerId="AD" clId="Web-{F62C5151-2998-B7E8-0633-8132FE2BD5B5}" dt="2026-07-02T22:34:49.401" v="1500"/>
          <ac:grpSpMkLst>
            <pc:docMk/>
            <pc:sldMk cId="842929138" sldId="286"/>
            <ac:grpSpMk id="44" creationId="{DC6312B8-45DC-0FA5-B54B-684D5FA8E8CD}"/>
          </ac:grpSpMkLst>
        </pc:grpChg>
        <pc:grpChg chg="add mod">
          <ac:chgData name="Natalia Zartha Suarez" userId="S::nzsuarez@personalsoft.com::03830f32-af8f-49fd-819e-2e996f0ba91b" providerId="AD" clId="Web-{F62C5151-2998-B7E8-0633-8132FE2BD5B5}" dt="2026-07-02T22:42:56.951" v="1630" actId="1076"/>
          <ac:grpSpMkLst>
            <pc:docMk/>
            <pc:sldMk cId="842929138" sldId="286"/>
            <ac:grpSpMk id="47" creationId="{3B49FF8A-C846-7D49-A553-59A612C6B5A3}"/>
          </ac:grpSpMkLst>
        </pc:grpChg>
        <pc:grpChg chg="add mod">
          <ac:chgData name="Natalia Zartha Suarez" userId="S::nzsuarez@personalsoft.com::03830f32-af8f-49fd-819e-2e996f0ba91b" providerId="AD" clId="Web-{F62C5151-2998-B7E8-0633-8132FE2BD5B5}" dt="2026-07-02T23:48:30.445" v="3452" actId="1076"/>
          <ac:grpSpMkLst>
            <pc:docMk/>
            <pc:sldMk cId="842929138" sldId="286"/>
            <ac:grpSpMk id="57" creationId="{2F870D29-33D7-3DAA-5690-A737705040E2}"/>
          </ac:grpSpMkLst>
        </pc:grpChg>
        <pc:cxnChg chg="add mod">
          <ac:chgData name="Natalia Zartha Suarez" userId="S::nzsuarez@personalsoft.com::03830f32-af8f-49fd-819e-2e996f0ba91b" providerId="AD" clId="Web-{F62C5151-2998-B7E8-0633-8132FE2BD5B5}" dt="2026-07-02T21:59:30.670" v="1273" actId="1076"/>
          <ac:cxnSpMkLst>
            <pc:docMk/>
            <pc:sldMk cId="842929138" sldId="286"/>
            <ac:cxnSpMk id="28" creationId="{D009B94A-EF1C-08A8-06FC-149CCDBC00D3}"/>
          </ac:cxnSpMkLst>
        </pc:cxnChg>
        <pc:cxnChg chg="mod">
          <ac:chgData name="Natalia Zartha Suarez" userId="S::nzsuarez@personalsoft.com::03830f32-af8f-49fd-819e-2e996f0ba91b" providerId="AD" clId="Web-{F62C5151-2998-B7E8-0633-8132FE2BD5B5}" dt="2026-07-02T21:50:23.227" v="1001" actId="1076"/>
          <ac:cxnSpMkLst>
            <pc:docMk/>
            <pc:sldMk cId="842929138" sldId="286"/>
            <ac:cxnSpMk id="154" creationId="{94C2861A-81F4-1E62-DAC6-B6325FD369D9}"/>
          </ac:cxnSpMkLst>
        </pc:cxnChg>
        <pc:cxnChg chg="mod">
          <ac:chgData name="Natalia Zartha Suarez" userId="S::nzsuarez@personalsoft.com::03830f32-af8f-49fd-819e-2e996f0ba91b" providerId="AD" clId="Web-{F62C5151-2998-B7E8-0633-8132FE2BD5B5}" dt="2026-07-02T22:39:53.585" v="1570" actId="1076"/>
          <ac:cxnSpMkLst>
            <pc:docMk/>
            <pc:sldMk cId="842929138" sldId="286"/>
            <ac:cxnSpMk id="155" creationId="{AB892158-E68C-874C-E15B-A40E40D8E5B1}"/>
          </ac:cxnSpMkLst>
        </pc:cxnChg>
        <pc:cxnChg chg="mod">
          <ac:chgData name="Natalia Zartha Suarez" userId="S::nzsuarez@personalsoft.com::03830f32-af8f-49fd-819e-2e996f0ba91b" providerId="AD" clId="Web-{F62C5151-2998-B7E8-0633-8132FE2BD5B5}" dt="2026-07-02T22:37:23.360" v="1536" actId="1076"/>
          <ac:cxnSpMkLst>
            <pc:docMk/>
            <pc:sldMk cId="842929138" sldId="286"/>
            <ac:cxnSpMk id="156" creationId="{629336BF-83C6-1FDF-8604-320CB4C9F9EC}"/>
          </ac:cxnSpMkLst>
        </pc:cxnChg>
        <pc:cxnChg chg="mod">
          <ac:chgData name="Natalia Zartha Suarez" userId="S::nzsuarez@personalsoft.com::03830f32-af8f-49fd-819e-2e996f0ba91b" providerId="AD" clId="Web-{F62C5151-2998-B7E8-0633-8132FE2BD5B5}" dt="2026-07-02T22:52:37.911" v="1835" actId="1076"/>
          <ac:cxnSpMkLst>
            <pc:docMk/>
            <pc:sldMk cId="842929138" sldId="286"/>
            <ac:cxnSpMk id="157" creationId="{1E2018A3-62EE-970D-B821-D3A2DB070167}"/>
          </ac:cxnSpMkLst>
        </pc:cxnChg>
        <pc:cxnChg chg="mod">
          <ac:chgData name="Natalia Zartha Suarez" userId="S::nzsuarez@personalsoft.com::03830f32-af8f-49fd-819e-2e996f0ba91b" providerId="AD" clId="Web-{F62C5151-2998-B7E8-0633-8132FE2BD5B5}" dt="2026-07-02T22:35:45.044" v="1515" actId="1076"/>
          <ac:cxnSpMkLst>
            <pc:docMk/>
            <pc:sldMk cId="842929138" sldId="286"/>
            <ac:cxnSpMk id="158" creationId="{5D54C481-8D29-2F15-8A8C-D54259A86D14}"/>
          </ac:cxnSpMkLst>
        </pc:cxnChg>
      </pc:sldChg>
      <pc:sldChg chg="addSp delSp modSp add">
        <pc:chgData name="Natalia Zartha Suarez" userId="S::nzsuarez@personalsoft.com::03830f32-af8f-49fd-819e-2e996f0ba91b" providerId="AD" clId="Web-{F62C5151-2998-B7E8-0633-8132FE2BD5B5}" dt="2026-07-02T23:50:56.873" v="3494" actId="20577"/>
        <pc:sldMkLst>
          <pc:docMk/>
          <pc:sldMk cId="748627821" sldId="287"/>
        </pc:sldMkLst>
        <pc:spChg chg="add mod">
          <ac:chgData name="Natalia Zartha Suarez" userId="S::nzsuarez@personalsoft.com::03830f32-af8f-49fd-819e-2e996f0ba91b" providerId="AD" clId="Web-{F62C5151-2998-B7E8-0633-8132FE2BD5B5}" dt="2026-07-02T23:15:58.261" v="2859" actId="1076"/>
          <ac:spMkLst>
            <pc:docMk/>
            <pc:sldMk cId="748627821" sldId="287"/>
            <ac:spMk id="2" creationId="{0B1D456E-D1E4-5551-44B5-59EA84D46039}"/>
          </ac:spMkLst>
        </pc:spChg>
        <pc:spChg chg="add mod">
          <ac:chgData name="Natalia Zartha Suarez" userId="S::nzsuarez@personalsoft.com::03830f32-af8f-49fd-819e-2e996f0ba91b" providerId="AD" clId="Web-{F62C5151-2998-B7E8-0633-8132FE2BD5B5}" dt="2026-07-02T23:14:48.212" v="2817" actId="1076"/>
          <ac:spMkLst>
            <pc:docMk/>
            <pc:sldMk cId="748627821" sldId="287"/>
            <ac:spMk id="3" creationId="{8B6FB371-87F0-7E92-F471-19FA2BBF8849}"/>
          </ac:spMkLst>
        </pc:spChg>
        <pc:spChg chg="add mod">
          <ac:chgData name="Natalia Zartha Suarez" userId="S::nzsuarez@personalsoft.com::03830f32-af8f-49fd-819e-2e996f0ba91b" providerId="AD" clId="Web-{F62C5151-2998-B7E8-0633-8132FE2BD5B5}" dt="2026-07-02T23:15:41.058" v="2858" actId="20577"/>
          <ac:spMkLst>
            <pc:docMk/>
            <pc:sldMk cId="748627821" sldId="287"/>
            <ac:spMk id="4" creationId="{A5130E0D-C440-ECFE-4914-FF321BBB5531}"/>
          </ac:spMkLst>
        </pc:spChg>
        <pc:spChg chg="add mod">
          <ac:chgData name="Natalia Zartha Suarez" userId="S::nzsuarez@personalsoft.com::03830f32-af8f-49fd-819e-2e996f0ba91b" providerId="AD" clId="Web-{F62C5151-2998-B7E8-0633-8132FE2BD5B5}" dt="2026-07-02T23:14:50.821" v="2818" actId="1076"/>
          <ac:spMkLst>
            <pc:docMk/>
            <pc:sldMk cId="748627821" sldId="287"/>
            <ac:spMk id="8" creationId="{5D0C368C-4BDE-93D1-8D67-93C0CFC01E83}"/>
          </ac:spMkLst>
        </pc:spChg>
        <pc:spChg chg="add mod">
          <ac:chgData name="Natalia Zartha Suarez" userId="S::nzsuarez@personalsoft.com::03830f32-af8f-49fd-819e-2e996f0ba91b" providerId="AD" clId="Web-{F62C5151-2998-B7E8-0633-8132FE2BD5B5}" dt="2026-07-02T21:46:49.110" v="911" actId="1076"/>
          <ac:spMkLst>
            <pc:docMk/>
            <pc:sldMk cId="748627821" sldId="287"/>
            <ac:spMk id="9" creationId="{30D04E13-5961-BFEB-AEC7-DA3787F178A5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1:47:15.517" v="922" actId="20577"/>
          <ac:spMkLst>
            <pc:docMk/>
            <pc:sldMk cId="748627821" sldId="287"/>
            <ac:spMk id="11" creationId="{E1A0AA3D-88E5-3D13-D465-B35D6F9C4502}"/>
          </ac:spMkLst>
        </pc:spChg>
        <pc:spChg chg="add mod">
          <ac:chgData name="Natalia Zartha Suarez" userId="S::nzsuarez@personalsoft.com::03830f32-af8f-49fd-819e-2e996f0ba91b" providerId="AD" clId="Web-{F62C5151-2998-B7E8-0633-8132FE2BD5B5}" dt="2026-07-02T21:46:30.719" v="899" actId="1076"/>
          <ac:spMkLst>
            <pc:docMk/>
            <pc:sldMk cId="748627821" sldId="287"/>
            <ac:spMk id="13" creationId="{EA9F544E-B379-6D5B-81BC-FBAE2C91A372}"/>
          </ac:spMkLst>
        </pc:spChg>
        <pc:spChg chg="add mod">
          <ac:chgData name="Natalia Zartha Suarez" userId="S::nzsuarez@personalsoft.com::03830f32-af8f-49fd-819e-2e996f0ba91b" providerId="AD" clId="Web-{F62C5151-2998-B7E8-0633-8132FE2BD5B5}" dt="2026-07-02T21:46:30.812" v="900" actId="1076"/>
          <ac:spMkLst>
            <pc:docMk/>
            <pc:sldMk cId="748627821" sldId="287"/>
            <ac:spMk id="15" creationId="{9E0A2E35-84DC-CEE0-73CD-30C9F3A5114D}"/>
          </ac:spMkLst>
        </pc:spChg>
        <pc:spChg chg="add mod">
          <ac:chgData name="Natalia Zartha Suarez" userId="S::nzsuarez@personalsoft.com::03830f32-af8f-49fd-819e-2e996f0ba91b" providerId="AD" clId="Web-{F62C5151-2998-B7E8-0633-8132FE2BD5B5}" dt="2026-07-02T21:46:30.906" v="901" actId="1076"/>
          <ac:spMkLst>
            <pc:docMk/>
            <pc:sldMk cId="748627821" sldId="287"/>
            <ac:spMk id="17" creationId="{FC3DFC75-74E1-51A8-7F8E-625467DB5484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3:22:46.996" v="3322" actId="14100"/>
          <ac:spMkLst>
            <pc:docMk/>
            <pc:sldMk cId="748627821" sldId="287"/>
            <ac:spMk id="19" creationId="{E3FA27DD-8793-A77E-F267-901278F387A3}"/>
          </ac:spMkLst>
        </pc:spChg>
        <pc:spChg chg="add mod">
          <ac:chgData name="Natalia Zartha Suarez" userId="S::nzsuarez@personalsoft.com::03830f32-af8f-49fd-819e-2e996f0ba91b" providerId="AD" clId="Web-{F62C5151-2998-B7E8-0633-8132FE2BD5B5}" dt="2026-07-02T21:46:31" v="902" actId="1076"/>
          <ac:spMkLst>
            <pc:docMk/>
            <pc:sldMk cId="748627821" sldId="287"/>
            <ac:spMk id="20" creationId="{071BEDAA-B323-ED74-9C28-B217DF7137F5}"/>
          </ac:spMkLst>
        </pc:spChg>
        <pc:spChg chg="add mod">
          <ac:chgData name="Natalia Zartha Suarez" userId="S::nzsuarez@personalsoft.com::03830f32-af8f-49fd-819e-2e996f0ba91b" providerId="AD" clId="Web-{F62C5151-2998-B7E8-0633-8132FE2BD5B5}" dt="2026-07-02T21:46:40.578" v="906" actId="1076"/>
          <ac:spMkLst>
            <pc:docMk/>
            <pc:sldMk cId="748627821" sldId="287"/>
            <ac:spMk id="21" creationId="{A9737F9F-D3F2-5470-00F8-436C71167D9B}"/>
          </ac:spMkLst>
        </pc:spChg>
        <pc:spChg chg="add mod">
          <ac:chgData name="Natalia Zartha Suarez" userId="S::nzsuarez@personalsoft.com::03830f32-af8f-49fd-819e-2e996f0ba91b" providerId="AD" clId="Web-{F62C5151-2998-B7E8-0633-8132FE2BD5B5}" dt="2026-07-02T21:46:44.313" v="908" actId="1076"/>
          <ac:spMkLst>
            <pc:docMk/>
            <pc:sldMk cId="748627821" sldId="287"/>
            <ac:spMk id="22" creationId="{3323DB7D-E6AF-D9B3-5FE5-1007D719A064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1:37:59.623" v="631" actId="20577"/>
          <ac:spMkLst>
            <pc:docMk/>
            <pc:sldMk cId="748627821" sldId="287"/>
            <ac:spMk id="23" creationId="{E9408C5F-E950-AF15-64CE-64E635604BF3}"/>
          </ac:spMkLst>
        </pc:spChg>
        <pc:spChg chg="add mod">
          <ac:chgData name="Natalia Zartha Suarez" userId="S::nzsuarez@personalsoft.com::03830f32-af8f-49fd-819e-2e996f0ba91b" providerId="AD" clId="Web-{F62C5151-2998-B7E8-0633-8132FE2BD5B5}" dt="2026-07-02T21:46:47.188" v="910" actId="1076"/>
          <ac:spMkLst>
            <pc:docMk/>
            <pc:sldMk cId="748627821" sldId="287"/>
            <ac:spMk id="24" creationId="{FC5683D6-CCD0-0EA4-CECD-5BB0CA1CEA71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1:38:02.107" v="632" actId="20577"/>
          <ac:spMkLst>
            <pc:docMk/>
            <pc:sldMk cId="748627821" sldId="287"/>
            <ac:spMk id="25" creationId="{3A53E36D-15CA-5D71-2B69-A70F4DDB6310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1:38:05.123" v="633" actId="20577"/>
          <ac:spMkLst>
            <pc:docMk/>
            <pc:sldMk cId="748627821" sldId="287"/>
            <ac:spMk id="27" creationId="{E414F6A8-1018-D7BC-1DD7-6692C22AEF41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3:18:16.251" v="3031" actId="20577"/>
          <ac:spMkLst>
            <pc:docMk/>
            <pc:sldMk cId="748627821" sldId="287"/>
            <ac:spMk id="53" creationId="{DC991B8E-021B-EC77-E034-CBEA633B4016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3:50:56.873" v="3494" actId="20577"/>
          <ac:spMkLst>
            <pc:docMk/>
            <pc:sldMk cId="748627821" sldId="287"/>
            <ac:spMk id="64" creationId="{BFC94FAC-A03D-2BBF-4601-BBD72FF20A2A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3:49:05.087" v="3467" actId="20577"/>
          <ac:spMkLst>
            <pc:docMk/>
            <pc:sldMk cId="748627821" sldId="287"/>
            <ac:spMk id="65" creationId="{4D67D610-C9FA-B84E-1049-D4AA7C737DDC}"/>
          </ac:spMkLst>
        </pc:spChg>
        <pc:spChg chg="mod">
          <ac:chgData name="Natalia Zartha Suarez" userId="S::nzsuarez@personalsoft.com::03830f32-af8f-49fd-819e-2e996f0ba91b" providerId="AD" clId="Web-{F62C5151-2998-B7E8-0633-8132FE2BD5B5}" dt="2026-07-02T23:22:16.198" v="3321" actId="20577"/>
          <ac:spMkLst>
            <pc:docMk/>
            <pc:sldMk cId="748627821" sldId="287"/>
            <ac:spMk id="88" creationId="{3C497DDC-BF2A-0C01-A11A-988B41A22048}"/>
          </ac:spMkLst>
        </pc:spChg>
      </pc:sldChg>
    </pc:docChg>
  </pc:docChgLst>
  <pc:docChgLst>
    <pc:chgData name="Natalia Zartha Suarez" userId="S::nzsuarez@personalsoft.com::03830f32-af8f-49fd-819e-2e996f0ba91b" providerId="AD" clId="Web-{17BDB0EA-8440-535B-18DB-FF5CDE3BDD8A}"/>
    <pc:docChg chg="addSld delSld modSld sldOrd addMainMaster modMainMaster">
      <pc:chgData name="Natalia Zartha Suarez" userId="S::nzsuarez@personalsoft.com::03830f32-af8f-49fd-819e-2e996f0ba91b" providerId="AD" clId="Web-{17BDB0EA-8440-535B-18DB-FF5CDE3BDD8A}" dt="2026-07-02T00:31:07.748" v="5595" actId="1076"/>
      <pc:docMkLst>
        <pc:docMk/>
      </pc:docMkLst>
      <pc:sldChg chg="modSp">
        <pc:chgData name="Natalia Zartha Suarez" userId="S::nzsuarez@personalsoft.com::03830f32-af8f-49fd-819e-2e996f0ba91b" providerId="AD" clId="Web-{17BDB0EA-8440-535B-18DB-FF5CDE3BDD8A}" dt="2026-07-01T23:48:31.105" v="5243" actId="20577"/>
        <pc:sldMkLst>
          <pc:docMk/>
          <pc:sldMk cId="0" sldId="257"/>
        </pc:sldMkLst>
        <pc:spChg chg="mod">
          <ac:chgData name="Natalia Zartha Suarez" userId="S::nzsuarez@personalsoft.com::03830f32-af8f-49fd-819e-2e996f0ba91b" providerId="AD" clId="Web-{17BDB0EA-8440-535B-18DB-FF5CDE3BDD8A}" dt="2026-07-01T23:48:31.105" v="5243" actId="20577"/>
          <ac:spMkLst>
            <pc:docMk/>
            <pc:sldMk cId="0" sldId="257"/>
            <ac:spMk id="109" creationId="{00000000-0000-0000-0000-000000000000}"/>
          </ac:spMkLst>
        </pc:spChg>
      </pc:sldChg>
      <pc:sldChg chg="modSp">
        <pc:chgData name="Natalia Zartha Suarez" userId="S::nzsuarez@personalsoft.com::03830f32-af8f-49fd-819e-2e996f0ba91b" providerId="AD" clId="Web-{17BDB0EA-8440-535B-18DB-FF5CDE3BDD8A}" dt="2026-07-02T00:08:32.136" v="5249" actId="20577"/>
        <pc:sldMkLst>
          <pc:docMk/>
          <pc:sldMk cId="0" sldId="259"/>
        </pc:sldMkLst>
        <pc:spChg chg="mod">
          <ac:chgData name="Natalia Zartha Suarez" userId="S::nzsuarez@personalsoft.com::03830f32-af8f-49fd-819e-2e996f0ba91b" providerId="AD" clId="Web-{17BDB0EA-8440-535B-18DB-FF5CDE3BDD8A}" dt="2026-07-01T20:47:06.967" v="20" actId="20577"/>
          <ac:spMkLst>
            <pc:docMk/>
            <pc:sldMk cId="0" sldId="259"/>
            <ac:spMk id="124" creationId="{00000000-0000-0000-0000-000000000000}"/>
          </ac:spMkLst>
        </pc:spChg>
        <pc:spChg chg="mod">
          <ac:chgData name="Natalia Zartha Suarez" userId="S::nzsuarez@personalsoft.com::03830f32-af8f-49fd-819e-2e996f0ba91b" providerId="AD" clId="Web-{17BDB0EA-8440-535B-18DB-FF5CDE3BDD8A}" dt="2026-07-02T00:08:32.136" v="5249" actId="20577"/>
          <ac:spMkLst>
            <pc:docMk/>
            <pc:sldMk cId="0" sldId="259"/>
            <ac:spMk id="125" creationId="{00000000-0000-0000-0000-000000000000}"/>
          </ac:spMkLst>
        </pc:spChg>
      </pc:sldChg>
      <pc:sldChg chg="addSp delSp modSp mod ord modShow">
        <pc:chgData name="Natalia Zartha Suarez" userId="S::nzsuarez@personalsoft.com::03830f32-af8f-49fd-819e-2e996f0ba91b" providerId="AD" clId="Web-{17BDB0EA-8440-535B-18DB-FF5CDE3BDD8A}" dt="2026-07-02T00:26:11.596" v="5561"/>
        <pc:sldMkLst>
          <pc:docMk/>
          <pc:sldMk cId="0" sldId="260"/>
        </pc:sldMkLst>
        <pc:spChg chg="add mod">
          <ac:chgData name="Natalia Zartha Suarez" userId="S::nzsuarez@personalsoft.com::03830f32-af8f-49fd-819e-2e996f0ba91b" providerId="AD" clId="Web-{17BDB0EA-8440-535B-18DB-FF5CDE3BDD8A}" dt="2026-07-02T00:26:03.659" v="5559" actId="1076"/>
          <ac:spMkLst>
            <pc:docMk/>
            <pc:sldMk cId="0" sldId="260"/>
            <ac:spMk id="4" creationId="{ED1A1633-87B8-69A8-F58D-616529537203}"/>
          </ac:spMkLst>
        </pc:spChg>
        <pc:spChg chg="mod">
          <ac:chgData name="Natalia Zartha Suarez" userId="S::nzsuarez@personalsoft.com::03830f32-af8f-49fd-819e-2e996f0ba91b" providerId="AD" clId="Web-{17BDB0EA-8440-535B-18DB-FF5CDE3BDD8A}" dt="2026-07-02T00:08:49.871" v="5258" actId="20577"/>
          <ac:spMkLst>
            <pc:docMk/>
            <pc:sldMk cId="0" sldId="260"/>
            <ac:spMk id="130" creationId="{00000000-0000-0000-0000-000000000000}"/>
          </ac:spMkLst>
        </pc:spChg>
        <pc:spChg chg="mod">
          <ac:chgData name="Natalia Zartha Suarez" userId="S::nzsuarez@personalsoft.com::03830f32-af8f-49fd-819e-2e996f0ba91b" providerId="AD" clId="Web-{17BDB0EA-8440-535B-18DB-FF5CDE3BDD8A}" dt="2026-07-02T00:24:45.671" v="5530" actId="14100"/>
          <ac:spMkLst>
            <pc:docMk/>
            <pc:sldMk cId="0" sldId="260"/>
            <ac:spMk id="131" creationId="{00000000-0000-0000-0000-000000000000}"/>
          </ac:spMkLst>
        </pc:spChg>
      </pc:sldChg>
      <pc:sldChg chg="addSp delSp modSp mod ord modShow">
        <pc:chgData name="Natalia Zartha Suarez" userId="S::nzsuarez@personalsoft.com::03830f32-af8f-49fd-819e-2e996f0ba91b" providerId="AD" clId="Web-{17BDB0EA-8440-535B-18DB-FF5CDE3BDD8A}" dt="2026-07-02T00:21:04.585" v="5457" actId="20577"/>
        <pc:sldMkLst>
          <pc:docMk/>
          <pc:sldMk cId="0" sldId="262"/>
        </pc:sldMkLst>
        <pc:spChg chg="add mod">
          <ac:chgData name="Natalia Zartha Suarez" userId="S::nzsuarez@personalsoft.com::03830f32-af8f-49fd-819e-2e996f0ba91b" providerId="AD" clId="Web-{17BDB0EA-8440-535B-18DB-FF5CDE3BDD8A}" dt="2026-07-02T00:18:36.955" v="5450" actId="20577"/>
          <ac:spMkLst>
            <pc:docMk/>
            <pc:sldMk cId="0" sldId="262"/>
            <ac:spMk id="4" creationId="{5495EA2D-6DD3-3FCA-401B-6EC35075AA0A}"/>
          </ac:spMkLst>
        </pc:spChg>
        <pc:spChg chg="mod">
          <ac:chgData name="Natalia Zartha Suarez" userId="S::nzsuarez@personalsoft.com::03830f32-af8f-49fd-819e-2e996f0ba91b" providerId="AD" clId="Web-{17BDB0EA-8440-535B-18DB-FF5CDE3BDD8A}" dt="2026-07-02T00:18:44.064" v="5451" actId="20577"/>
          <ac:spMkLst>
            <pc:docMk/>
            <pc:sldMk cId="0" sldId="262"/>
            <ac:spMk id="144" creationId="{00000000-0000-0000-0000-000000000000}"/>
          </ac:spMkLst>
        </pc:spChg>
        <pc:spChg chg="mod">
          <ac:chgData name="Natalia Zartha Suarez" userId="S::nzsuarez@personalsoft.com::03830f32-af8f-49fd-819e-2e996f0ba91b" providerId="AD" clId="Web-{17BDB0EA-8440-535B-18DB-FF5CDE3BDD8A}" dt="2026-07-02T00:21:04.585" v="5457" actId="20577"/>
          <ac:spMkLst>
            <pc:docMk/>
            <pc:sldMk cId="0" sldId="262"/>
            <ac:spMk id="146" creationId="{00000000-0000-0000-0000-000000000000}"/>
          </ac:spMkLst>
        </pc:spChg>
      </pc:sldChg>
      <pc:sldChg chg="addSp delSp modSp">
        <pc:chgData name="Natalia Zartha Suarez" userId="S::nzsuarez@personalsoft.com::03830f32-af8f-49fd-819e-2e996f0ba91b" providerId="AD" clId="Web-{17BDB0EA-8440-535B-18DB-FF5CDE3BDD8A}" dt="2026-07-01T23:45:48.828" v="5153" actId="20577"/>
        <pc:sldMkLst>
          <pc:docMk/>
          <pc:sldMk cId="0" sldId="266"/>
        </pc:sldMkLst>
        <pc:spChg chg="add del mod">
          <ac:chgData name="Natalia Zartha Suarez" userId="S::nzsuarez@personalsoft.com::03830f32-af8f-49fd-819e-2e996f0ba91b" providerId="AD" clId="Web-{17BDB0EA-8440-535B-18DB-FF5CDE3BDD8A}" dt="2026-07-01T23:24:33.475" v="4099" actId="1076"/>
          <ac:spMkLst>
            <pc:docMk/>
            <pc:sldMk cId="0" sldId="266"/>
            <ac:spMk id="15" creationId="{5BB601F8-5566-9947-256D-59532ADDFB50}"/>
          </ac:spMkLst>
        </pc:spChg>
        <pc:spChg chg="mod">
          <ac:chgData name="Natalia Zartha Suarez" userId="S::nzsuarez@personalsoft.com::03830f32-af8f-49fd-819e-2e996f0ba91b" providerId="AD" clId="Web-{17BDB0EA-8440-535B-18DB-FF5CDE3BDD8A}" dt="2026-07-01T23:42:10.312" v="5086"/>
          <ac:spMkLst>
            <pc:docMk/>
            <pc:sldMk cId="0" sldId="266"/>
            <ac:spMk id="17" creationId="{32B72BFF-D543-CF03-ED0E-3CFA2E0844E3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2:45:25.582" v="2458" actId="1076"/>
          <ac:spMkLst>
            <pc:docMk/>
            <pc:sldMk cId="0" sldId="266"/>
            <ac:spMk id="18" creationId="{87602290-382C-F064-EF7A-3172019619BC}"/>
          </ac:spMkLst>
        </pc:spChg>
        <pc:spChg chg="mod">
          <ac:chgData name="Natalia Zartha Suarez" userId="S::nzsuarez@personalsoft.com::03830f32-af8f-49fd-819e-2e996f0ba91b" providerId="AD" clId="Web-{17BDB0EA-8440-535B-18DB-FF5CDE3BDD8A}" dt="2026-07-01T23:42:10.328" v="5087"/>
          <ac:spMkLst>
            <pc:docMk/>
            <pc:sldMk cId="0" sldId="266"/>
            <ac:spMk id="19" creationId="{1311ED60-70CF-2CCC-5BB1-80EACE70EC27}"/>
          </ac:spMkLst>
        </pc:spChg>
        <pc:spChg chg="mod">
          <ac:chgData name="Natalia Zartha Suarez" userId="S::nzsuarez@personalsoft.com::03830f32-af8f-49fd-819e-2e996f0ba91b" providerId="AD" clId="Web-{17BDB0EA-8440-535B-18DB-FF5CDE3BDD8A}" dt="2026-07-01T23:42:10.328" v="5088"/>
          <ac:spMkLst>
            <pc:docMk/>
            <pc:sldMk cId="0" sldId="266"/>
            <ac:spMk id="21" creationId="{F19A7F53-C2C8-0962-735A-726BC7B1B042}"/>
          </ac:spMkLst>
        </pc:spChg>
        <pc:spChg chg="mod">
          <ac:chgData name="Natalia Zartha Suarez" userId="S::nzsuarez@personalsoft.com::03830f32-af8f-49fd-819e-2e996f0ba91b" providerId="AD" clId="Web-{17BDB0EA-8440-535B-18DB-FF5CDE3BDD8A}" dt="2026-07-01T23:42:10.328" v="5089"/>
          <ac:spMkLst>
            <pc:docMk/>
            <pc:sldMk cId="0" sldId="266"/>
            <ac:spMk id="25" creationId="{6F79083F-6844-07ED-2968-D80C5002C8E9}"/>
          </ac:spMkLst>
        </pc:spChg>
        <pc:spChg chg="mod">
          <ac:chgData name="Natalia Zartha Suarez" userId="S::nzsuarez@personalsoft.com::03830f32-af8f-49fd-819e-2e996f0ba91b" providerId="AD" clId="Web-{17BDB0EA-8440-535B-18DB-FF5CDE3BDD8A}" dt="2026-07-01T23:42:10.734" v="5090"/>
          <ac:spMkLst>
            <pc:docMk/>
            <pc:sldMk cId="0" sldId="266"/>
            <ac:spMk id="27" creationId="{B19D1D67-A365-B731-0ABC-A7A7C6C203BC}"/>
          </ac:spMkLst>
        </pc:spChg>
        <pc:spChg chg="add mod ord">
          <ac:chgData name="Natalia Zartha Suarez" userId="S::nzsuarez@personalsoft.com::03830f32-af8f-49fd-819e-2e996f0ba91b" providerId="AD" clId="Web-{17BDB0EA-8440-535B-18DB-FF5CDE3BDD8A}" dt="2026-07-01T22:50:01.647" v="2784"/>
          <ac:spMkLst>
            <pc:docMk/>
            <pc:sldMk cId="0" sldId="266"/>
            <ac:spMk id="30" creationId="{75B2EC64-AAEB-80A0-2E7C-B337049F02B0}"/>
          </ac:spMkLst>
        </pc:spChg>
        <pc:spChg chg="add mod ord">
          <ac:chgData name="Natalia Zartha Suarez" userId="S::nzsuarez@personalsoft.com::03830f32-af8f-49fd-819e-2e996f0ba91b" providerId="AD" clId="Web-{17BDB0EA-8440-535B-18DB-FF5CDE3BDD8A}" dt="2026-07-01T22:50:01.647" v="2785"/>
          <ac:spMkLst>
            <pc:docMk/>
            <pc:sldMk cId="0" sldId="266"/>
            <ac:spMk id="31" creationId="{1BB1913D-BF6A-E67C-53B8-E57EF62C7319}"/>
          </ac:spMkLst>
        </pc:spChg>
        <pc:spChg chg="add mod ord">
          <ac:chgData name="Natalia Zartha Suarez" userId="S::nzsuarez@personalsoft.com::03830f32-af8f-49fd-819e-2e996f0ba91b" providerId="AD" clId="Web-{17BDB0EA-8440-535B-18DB-FF5CDE3BDD8A}" dt="2026-07-01T22:50:01.866" v="2786"/>
          <ac:spMkLst>
            <pc:docMk/>
            <pc:sldMk cId="0" sldId="266"/>
            <ac:spMk id="32" creationId="{686C6AFD-758B-AA33-CDAE-D4A668DAB4D6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2:26:18.380" v="1943" actId="1076"/>
          <ac:spMkLst>
            <pc:docMk/>
            <pc:sldMk cId="0" sldId="266"/>
            <ac:spMk id="41" creationId="{8E6283EB-B92E-463D-4350-C26DBFB19BB3}"/>
          </ac:spMkLst>
        </pc:spChg>
        <pc:spChg chg="add del mod">
          <ac:chgData name="Natalia Zartha Suarez" userId="S::nzsuarez@personalsoft.com::03830f32-af8f-49fd-819e-2e996f0ba91b" providerId="AD" clId="Web-{17BDB0EA-8440-535B-18DB-FF5CDE3BDD8A}" dt="2026-07-01T22:34:30.023" v="2146" actId="1076"/>
          <ac:spMkLst>
            <pc:docMk/>
            <pc:sldMk cId="0" sldId="266"/>
            <ac:spMk id="42" creationId="{613549EC-2702-C3B7-5164-A7E93EE6C9C7}"/>
          </ac:spMkLst>
        </pc:spChg>
        <pc:spChg chg="add mod ord">
          <ac:chgData name="Natalia Zartha Suarez" userId="S::nzsuarez@personalsoft.com::03830f32-af8f-49fd-819e-2e996f0ba91b" providerId="AD" clId="Web-{17BDB0EA-8440-535B-18DB-FF5CDE3BDD8A}" dt="2026-07-01T22:37:13.003" v="2280" actId="1076"/>
          <ac:spMkLst>
            <pc:docMk/>
            <pc:sldMk cId="0" sldId="266"/>
            <ac:spMk id="43" creationId="{10B432EA-1C9F-4EC7-E4B8-D3B837082F02}"/>
          </ac:spMkLst>
        </pc:spChg>
        <pc:spChg chg="add mod ord">
          <ac:chgData name="Natalia Zartha Suarez" userId="S::nzsuarez@personalsoft.com::03830f32-af8f-49fd-819e-2e996f0ba91b" providerId="AD" clId="Web-{17BDB0EA-8440-535B-18DB-FF5CDE3BDD8A}" dt="2026-07-01T22:37:18.769" v="2283" actId="1076"/>
          <ac:spMkLst>
            <pc:docMk/>
            <pc:sldMk cId="0" sldId="266"/>
            <ac:spMk id="48" creationId="{76EF5295-96C4-926C-84C5-95FD93FA591B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30:37.141" v="4489" actId="1076"/>
          <ac:spMkLst>
            <pc:docMk/>
            <pc:sldMk cId="0" sldId="266"/>
            <ac:spMk id="54" creationId="{D696F69B-CBB8-EB9D-F537-957DB0B0EFC1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30:37.219" v="4490" actId="1076"/>
          <ac:spMkLst>
            <pc:docMk/>
            <pc:sldMk cId="0" sldId="266"/>
            <ac:spMk id="55" creationId="{D690B408-E977-B681-6218-CBBD9914EA14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30:37.282" v="4491" actId="1076"/>
          <ac:spMkLst>
            <pc:docMk/>
            <pc:sldMk cId="0" sldId="266"/>
            <ac:spMk id="56" creationId="{3F5665C4-39A2-D097-D477-4A14BD58842A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30:37.360" v="4492" actId="1076"/>
          <ac:spMkLst>
            <pc:docMk/>
            <pc:sldMk cId="0" sldId="266"/>
            <ac:spMk id="57" creationId="{61C4338C-4B26-C80E-5230-7A1381D384A4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25:00.336" v="4114" actId="14100"/>
          <ac:spMkLst>
            <pc:docMk/>
            <pc:sldMk cId="0" sldId="266"/>
            <ac:spMk id="131" creationId="{B1D377E7-02CC-BB00-D36D-1FAE90E89AE5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38:48.189" v="4942" actId="14100"/>
          <ac:spMkLst>
            <pc:docMk/>
            <pc:sldMk cId="0" sldId="266"/>
            <ac:spMk id="132" creationId="{89AA025D-ACC2-8BE3-3531-ADBA5332DDF4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2:37:01.252" v="2277" actId="1076"/>
          <ac:spMkLst>
            <pc:docMk/>
            <pc:sldMk cId="0" sldId="266"/>
            <ac:spMk id="140" creationId="{4D62D34E-3794-458E-ABAD-31CA8C1D18B7}"/>
          </ac:spMkLst>
        </pc:spChg>
        <pc:spChg chg="add mod ord">
          <ac:chgData name="Natalia Zartha Suarez" userId="S::nzsuarez@personalsoft.com::03830f32-af8f-49fd-819e-2e996f0ba91b" providerId="AD" clId="Web-{17BDB0EA-8440-535B-18DB-FF5CDE3BDD8A}" dt="2026-07-01T23:41:50.936" v="5079"/>
          <ac:spMkLst>
            <pc:docMk/>
            <pc:sldMk cId="0" sldId="266"/>
            <ac:spMk id="143" creationId="{3B6C005C-DF51-C63C-277B-B435DA0CDD80}"/>
          </ac:spMkLst>
        </pc:spChg>
        <pc:spChg chg="add mod ord">
          <ac:chgData name="Natalia Zartha Suarez" userId="S::nzsuarez@personalsoft.com::03830f32-af8f-49fd-819e-2e996f0ba91b" providerId="AD" clId="Web-{17BDB0EA-8440-535B-18DB-FF5CDE3BDD8A}" dt="2026-07-01T23:41:50.561" v="5078"/>
          <ac:spMkLst>
            <pc:docMk/>
            <pc:sldMk cId="0" sldId="266"/>
            <ac:spMk id="144" creationId="{A5F021EF-C10E-00A3-2323-7E60D70FF2B4}"/>
          </ac:spMkLst>
        </pc:spChg>
        <pc:spChg chg="add mod ord">
          <ac:chgData name="Natalia Zartha Suarez" userId="S::nzsuarez@personalsoft.com::03830f32-af8f-49fd-819e-2e996f0ba91b" providerId="AD" clId="Web-{17BDB0EA-8440-535B-18DB-FF5CDE3BDD8A}" dt="2026-07-01T23:41:55.780" v="5080" actId="1076"/>
          <ac:spMkLst>
            <pc:docMk/>
            <pc:sldMk cId="0" sldId="266"/>
            <ac:spMk id="145" creationId="{E1B84A3B-3A8B-3783-5D29-A956A64588F1}"/>
          </ac:spMkLst>
        </pc:spChg>
        <pc:spChg chg="add mod ord">
          <ac:chgData name="Natalia Zartha Suarez" userId="S::nzsuarez@personalsoft.com::03830f32-af8f-49fd-819e-2e996f0ba91b" providerId="AD" clId="Web-{17BDB0EA-8440-535B-18DB-FF5CDE3BDD8A}" dt="2026-07-01T23:41:50.561" v="5076"/>
          <ac:spMkLst>
            <pc:docMk/>
            <pc:sldMk cId="0" sldId="266"/>
            <ac:spMk id="146" creationId="{8B6280EC-8BC9-4B04-CDFE-3ECF08AD4E33}"/>
          </ac:spMkLst>
        </pc:spChg>
        <pc:spChg chg="add mod ord">
          <ac:chgData name="Natalia Zartha Suarez" userId="S::nzsuarez@personalsoft.com::03830f32-af8f-49fd-819e-2e996f0ba91b" providerId="AD" clId="Web-{17BDB0EA-8440-535B-18DB-FF5CDE3BDD8A}" dt="2026-07-01T23:41:50.561" v="5075"/>
          <ac:spMkLst>
            <pc:docMk/>
            <pc:sldMk cId="0" sldId="266"/>
            <ac:spMk id="147" creationId="{8F033BD4-E602-272F-7902-F203B6C6FADF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2:33:59.552" v="2130" actId="1076"/>
          <ac:spMkLst>
            <pc:docMk/>
            <pc:sldMk cId="0" sldId="266"/>
            <ac:spMk id="148" creationId="{4775264B-67DF-405A-6101-AE5518412D5D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2:33:57.317" v="2129" actId="1076"/>
          <ac:spMkLst>
            <pc:docMk/>
            <pc:sldMk cId="0" sldId="266"/>
            <ac:spMk id="149" creationId="{DB455B26-C013-533E-9B69-0018318D53BB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2:33:55.348" v="2128" actId="1076"/>
          <ac:spMkLst>
            <pc:docMk/>
            <pc:sldMk cId="0" sldId="266"/>
            <ac:spMk id="150" creationId="{83127475-4A1E-FC30-8FF4-FF4CB0FE1276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2:34:18.991" v="2135" actId="14100"/>
          <ac:spMkLst>
            <pc:docMk/>
            <pc:sldMk cId="0" sldId="266"/>
            <ac:spMk id="151" creationId="{23F92958-03E3-48E4-ABF8-B161B4E7E99D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2:45:25.660" v="2459" actId="1076"/>
          <ac:spMkLst>
            <pc:docMk/>
            <pc:sldMk cId="0" sldId="266"/>
            <ac:spMk id="159" creationId="{FDBE4934-27B3-8AF2-9806-755794E991C9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2:47:00.104" v="2567" actId="1076"/>
          <ac:spMkLst>
            <pc:docMk/>
            <pc:sldMk cId="0" sldId="266"/>
            <ac:spMk id="160" creationId="{4CD09477-E38C-EE17-621C-734ED54B0F30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2:45:36.942" v="2463" actId="1076"/>
          <ac:spMkLst>
            <pc:docMk/>
            <pc:sldMk cId="0" sldId="266"/>
            <ac:spMk id="161" creationId="{23CEA72B-8F42-C6E5-CC5E-7DDBE220B673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2:45:50.021" v="2466" actId="1076"/>
          <ac:spMkLst>
            <pc:docMk/>
            <pc:sldMk cId="0" sldId="266"/>
            <ac:spMk id="162" creationId="{F5625070-A44A-26FA-CB75-DFA50D0F1E47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2:46:57.978" v="2566" actId="1076"/>
          <ac:spMkLst>
            <pc:docMk/>
            <pc:sldMk cId="0" sldId="266"/>
            <ac:spMk id="163" creationId="{A379B0E7-4465-0A6B-A743-F2DF6B6596A7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2:47:30.621" v="2599" actId="1076"/>
          <ac:spMkLst>
            <pc:docMk/>
            <pc:sldMk cId="0" sldId="266"/>
            <ac:spMk id="164" creationId="{AB6E717F-283D-DA6F-377A-7BA7C716D90D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2:47:46.732" v="2627" actId="20577"/>
          <ac:spMkLst>
            <pc:docMk/>
            <pc:sldMk cId="0" sldId="266"/>
            <ac:spMk id="165" creationId="{72F19235-8B32-8B77-8033-22BE696285D4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2:54:42.246" v="2925" actId="1076"/>
          <ac:spMkLst>
            <pc:docMk/>
            <pc:sldMk cId="0" sldId="266"/>
            <ac:spMk id="166" creationId="{38A9D9DB-644D-7476-7D22-74E9613711EE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21:21.087" v="3959" actId="14100"/>
          <ac:spMkLst>
            <pc:docMk/>
            <pc:sldMk cId="0" sldId="266"/>
            <ac:spMk id="167" creationId="{FE77458F-06C0-A05A-663F-A2913ABCE4CE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20:50.538" v="3951"/>
          <ac:spMkLst>
            <pc:docMk/>
            <pc:sldMk cId="0" sldId="266"/>
            <ac:spMk id="168" creationId="{BC194BDD-543E-DE19-1B1B-F57E384A6594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05:20.897" v="3370" actId="14100"/>
          <ac:spMkLst>
            <pc:docMk/>
            <pc:sldMk cId="0" sldId="266"/>
            <ac:spMk id="171" creationId="{5AA448EF-F0A3-4DD8-5DCE-B892C81C46D9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20:50.538" v="3952"/>
          <ac:spMkLst>
            <pc:docMk/>
            <pc:sldMk cId="0" sldId="266"/>
            <ac:spMk id="172" creationId="{E9FE6999-A6A7-E2E8-7379-1C52E53878E7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05:09.302" v="3366" actId="1076"/>
          <ac:spMkLst>
            <pc:docMk/>
            <pc:sldMk cId="0" sldId="266"/>
            <ac:spMk id="173" creationId="{891BC76A-4C2F-3071-5AD9-7A5D38D13446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30:41.454" v="4498" actId="1076"/>
          <ac:spMkLst>
            <pc:docMk/>
            <pc:sldMk cId="0" sldId="266"/>
            <ac:spMk id="174" creationId="{40BC8697-7EC2-FDD0-5975-6A6E6FED0E64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20:50.757" v="3953"/>
          <ac:spMkLst>
            <pc:docMk/>
            <pc:sldMk cId="0" sldId="266"/>
            <ac:spMk id="175" creationId="{510278FA-4908-7510-D203-73B1B75C3C60}"/>
          </ac:spMkLst>
        </pc:spChg>
        <pc:spChg chg="mod">
          <ac:chgData name="Natalia Zartha Suarez" userId="S::nzsuarez@personalsoft.com::03830f32-af8f-49fd-819e-2e996f0ba91b" providerId="AD" clId="Web-{17BDB0EA-8440-535B-18DB-FF5CDE3BDD8A}" dt="2026-07-01T23:45:48.828" v="5153" actId="20577"/>
          <ac:spMkLst>
            <pc:docMk/>
            <pc:sldMk cId="0" sldId="266"/>
            <ac:spMk id="176" creationId="{00000000-0000-0000-0000-000000000000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29:32.746" v="4444" actId="1076"/>
          <ac:spMkLst>
            <pc:docMk/>
            <pc:sldMk cId="0" sldId="266"/>
            <ac:spMk id="177" creationId="{DB9A8AC7-82C2-010D-642A-05795CD26E1F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22:14.637" v="4023" actId="1076"/>
          <ac:spMkLst>
            <pc:docMk/>
            <pc:sldMk cId="0" sldId="266"/>
            <ac:spMk id="178" creationId="{E2AA5A9D-22D0-3A10-B9C4-093CEFEACE2B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22:17.590" v="4025" actId="1076"/>
          <ac:spMkLst>
            <pc:docMk/>
            <pc:sldMk cId="0" sldId="266"/>
            <ac:spMk id="180" creationId="{E451BAF3-B5C4-E221-DC3C-F6D781574CA8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22:24.888" v="4026" actId="1076"/>
          <ac:spMkLst>
            <pc:docMk/>
            <pc:sldMk cId="0" sldId="266"/>
            <ac:spMk id="181" creationId="{15FA741A-E940-6E97-15B5-7C4C823EEF99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22:27.279" v="4028" actId="1076"/>
          <ac:spMkLst>
            <pc:docMk/>
            <pc:sldMk cId="0" sldId="266"/>
            <ac:spMk id="182" creationId="{DC2B6ADF-0848-643D-DBF6-0201E25A007D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25:22.369" v="4120" actId="14100"/>
          <ac:spMkLst>
            <pc:docMk/>
            <pc:sldMk cId="0" sldId="266"/>
            <ac:spMk id="185" creationId="{32B49168-0274-3E40-263F-6ECCBD77DB41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30:41.532" v="4499" actId="1076"/>
          <ac:spMkLst>
            <pc:docMk/>
            <pc:sldMk cId="0" sldId="266"/>
            <ac:spMk id="186" creationId="{C2B6B279-8305-CE42-86A5-4A577DCCAD64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30:41.610" v="4500" actId="1076"/>
          <ac:spMkLst>
            <pc:docMk/>
            <pc:sldMk cId="0" sldId="266"/>
            <ac:spMk id="187" creationId="{D5B128C5-B672-C7F9-4B8C-6FB231567AE3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20:41.866" v="3950" actId="1076"/>
          <ac:spMkLst>
            <pc:docMk/>
            <pc:sldMk cId="0" sldId="266"/>
            <ac:spMk id="188" creationId="{F8F76A08-F447-06F6-00FD-A17E3DF374CA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25:18.119" v="4119" actId="1076"/>
          <ac:spMkLst>
            <pc:docMk/>
            <pc:sldMk cId="0" sldId="266"/>
            <ac:spMk id="189" creationId="{DA53FA94-1164-92A0-D3E8-C53C805AA8AD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25:54.137" v="4129" actId="1076"/>
          <ac:spMkLst>
            <pc:docMk/>
            <pc:sldMk cId="0" sldId="266"/>
            <ac:spMk id="191" creationId="{66139D7D-2607-7644-D34B-609C0AF5FBAD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31:44.583" v="4521" actId="1076"/>
          <ac:spMkLst>
            <pc:docMk/>
            <pc:sldMk cId="0" sldId="266"/>
            <ac:spMk id="192" creationId="{1FC565A4-3505-DA58-C84A-9AD58B006C87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31:41.942" v="4520" actId="14100"/>
          <ac:spMkLst>
            <pc:docMk/>
            <pc:sldMk cId="0" sldId="266"/>
            <ac:spMk id="193" creationId="{69C0F964-3CFE-1B90-9F50-042CB36139F4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32:14.476" v="4559" actId="1076"/>
          <ac:spMkLst>
            <pc:docMk/>
            <pc:sldMk cId="0" sldId="266"/>
            <ac:spMk id="194" creationId="{DAA21406-89E2-459A-4A5A-DDECF6872EE9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34:55.017" v="4793" actId="14100"/>
          <ac:spMkLst>
            <pc:docMk/>
            <pc:sldMk cId="0" sldId="266"/>
            <ac:spMk id="195" creationId="{08D72159-319B-C816-9563-22D50CE9EB72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31:00.580" v="4504" actId="1076"/>
          <ac:spMkLst>
            <pc:docMk/>
            <pc:sldMk cId="0" sldId="266"/>
            <ac:spMk id="196" creationId="{345742A8-1631-D27D-8C78-D70987FD74A9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30:37.657" v="4496" actId="1076"/>
          <ac:spMkLst>
            <pc:docMk/>
            <pc:sldMk cId="0" sldId="266"/>
            <ac:spMk id="197" creationId="{8CA14C9F-39C7-1063-9EFF-6685956A8DE9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30:43.595" v="4501" actId="14100"/>
          <ac:spMkLst>
            <pc:docMk/>
            <pc:sldMk cId="0" sldId="266"/>
            <ac:spMk id="198" creationId="{78FAB60E-601B-0A3C-2095-2B4DD2724FB6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37:06.604" v="4870" actId="1076"/>
          <ac:spMkLst>
            <pc:docMk/>
            <pc:sldMk cId="0" sldId="266"/>
            <ac:spMk id="199" creationId="{48978DE4-B3E0-0B34-EF8D-C00F491B9C54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37:06.667" v="4871" actId="1076"/>
          <ac:spMkLst>
            <pc:docMk/>
            <pc:sldMk cId="0" sldId="266"/>
            <ac:spMk id="200" creationId="{B6201EDC-CC68-5DD5-5D2C-5382B78A97E6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36:08.475" v="4819" actId="1076"/>
          <ac:spMkLst>
            <pc:docMk/>
            <pc:sldMk cId="0" sldId="266"/>
            <ac:spMk id="204" creationId="{A5943974-5799-F84A-1E6E-4C5D982EC9A5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37:09.604" v="4872" actId="1076"/>
          <ac:spMkLst>
            <pc:docMk/>
            <pc:sldMk cId="0" sldId="266"/>
            <ac:spMk id="205" creationId="{B9738A09-EF12-CD41-21D1-CC5398A921D7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37:09.667" v="4873" actId="1076"/>
          <ac:spMkLst>
            <pc:docMk/>
            <pc:sldMk cId="0" sldId="266"/>
            <ac:spMk id="206" creationId="{EAB8AC16-1A75-B07B-67E5-8D9032D8199F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37:20.183" v="4877" actId="1076"/>
          <ac:spMkLst>
            <pc:docMk/>
            <pc:sldMk cId="0" sldId="266"/>
            <ac:spMk id="207" creationId="{9EC06F50-C9B0-C182-6C30-B084237CFC3F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37:51.513" v="4919" actId="1076"/>
          <ac:spMkLst>
            <pc:docMk/>
            <pc:sldMk cId="0" sldId="266"/>
            <ac:spMk id="208" creationId="{BD3B7044-81A8-6135-06D6-F5AE7632D3C3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38:08.327" v="4924" actId="20577"/>
          <ac:spMkLst>
            <pc:docMk/>
            <pc:sldMk cId="0" sldId="266"/>
            <ac:spMk id="210" creationId="{48BA21B8-BFDD-F15E-4383-2279F41541CA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40:31.711" v="5027" actId="14100"/>
          <ac:spMkLst>
            <pc:docMk/>
            <pc:sldMk cId="0" sldId="266"/>
            <ac:spMk id="211" creationId="{1B6AE260-61CA-AA80-3B00-3F546B8BF826}"/>
          </ac:spMkLst>
        </pc:spChg>
        <pc:cxnChg chg="add mod">
          <ac:chgData name="Natalia Zartha Suarez" userId="S::nzsuarez@personalsoft.com::03830f32-af8f-49fd-819e-2e996f0ba91b" providerId="AD" clId="Web-{17BDB0EA-8440-535B-18DB-FF5CDE3BDD8A}" dt="2026-07-01T22:25:50.160" v="1935" actId="1076"/>
          <ac:cxnSpMkLst>
            <pc:docMk/>
            <pc:sldMk cId="0" sldId="266"/>
            <ac:cxnSpMk id="141" creationId="{424CC519-BBF4-FA42-F777-459CCC693C13}"/>
          </ac:cxnSpMkLst>
        </pc:cxnChg>
        <pc:cxnChg chg="add mod">
          <ac:chgData name="Natalia Zartha Suarez" userId="S::nzsuarez@personalsoft.com::03830f32-af8f-49fd-819e-2e996f0ba91b" providerId="AD" clId="Web-{17BDB0EA-8440-535B-18DB-FF5CDE3BDD8A}" dt="2026-07-01T22:33:48.567" v="2125" actId="1076"/>
          <ac:cxnSpMkLst>
            <pc:docMk/>
            <pc:sldMk cId="0" sldId="266"/>
            <ac:cxnSpMk id="152" creationId="{3DCAA23E-04B7-F20D-CDAA-8E36F3814F35}"/>
          </ac:cxnSpMkLst>
        </pc:cxnChg>
        <pc:cxnChg chg="add mod">
          <ac:chgData name="Natalia Zartha Suarez" userId="S::nzsuarez@personalsoft.com::03830f32-af8f-49fd-819e-2e996f0ba91b" providerId="AD" clId="Web-{17BDB0EA-8440-535B-18DB-FF5CDE3BDD8A}" dt="2026-07-01T23:25:50.449" v="4128" actId="1076"/>
          <ac:cxnSpMkLst>
            <pc:docMk/>
            <pc:sldMk cId="0" sldId="266"/>
            <ac:cxnSpMk id="153" creationId="{3C4D310E-DE01-6E94-DE7F-85ED2574567E}"/>
          </ac:cxnSpMkLst>
        </pc:cxnChg>
        <pc:cxnChg chg="add mod">
          <ac:chgData name="Natalia Zartha Suarez" userId="S::nzsuarez@personalsoft.com::03830f32-af8f-49fd-819e-2e996f0ba91b" providerId="AD" clId="Web-{17BDB0EA-8440-535B-18DB-FF5CDE3BDD8A}" dt="2026-07-01T22:34:13.068" v="2133" actId="1076"/>
          <ac:cxnSpMkLst>
            <pc:docMk/>
            <pc:sldMk cId="0" sldId="266"/>
            <ac:cxnSpMk id="154" creationId="{94C2861A-81F4-1E62-DAC6-B6325FD369D9}"/>
          </ac:cxnSpMkLst>
        </pc:cxnChg>
        <pc:cxnChg chg="add mod">
          <ac:chgData name="Natalia Zartha Suarez" userId="S::nzsuarez@personalsoft.com::03830f32-af8f-49fd-819e-2e996f0ba91b" providerId="AD" clId="Web-{17BDB0EA-8440-535B-18DB-FF5CDE3BDD8A}" dt="2026-07-01T22:40:15.718" v="2314" actId="14100"/>
          <ac:cxnSpMkLst>
            <pc:docMk/>
            <pc:sldMk cId="0" sldId="266"/>
            <ac:cxnSpMk id="155" creationId="{AB892158-E68C-874C-E15B-A40E40D8E5B1}"/>
          </ac:cxnSpMkLst>
        </pc:cxnChg>
        <pc:cxnChg chg="add mod">
          <ac:chgData name="Natalia Zartha Suarez" userId="S::nzsuarez@personalsoft.com::03830f32-af8f-49fd-819e-2e996f0ba91b" providerId="AD" clId="Web-{17BDB0EA-8440-535B-18DB-FF5CDE3BDD8A}" dt="2026-07-01T23:24:42.007" v="4101" actId="1076"/>
          <ac:cxnSpMkLst>
            <pc:docMk/>
            <pc:sldMk cId="0" sldId="266"/>
            <ac:cxnSpMk id="156" creationId="{629336BF-83C6-1FDF-8604-320CB4C9F9EC}"/>
          </ac:cxnSpMkLst>
        </pc:cxnChg>
        <pc:cxnChg chg="add mod">
          <ac:chgData name="Natalia Zartha Suarez" userId="S::nzsuarez@personalsoft.com::03830f32-af8f-49fd-819e-2e996f0ba91b" providerId="AD" clId="Web-{17BDB0EA-8440-535B-18DB-FF5CDE3BDD8A}" dt="2026-07-01T23:41:31.622" v="5074" actId="1076"/>
          <ac:cxnSpMkLst>
            <pc:docMk/>
            <pc:sldMk cId="0" sldId="266"/>
            <ac:cxnSpMk id="157" creationId="{1E2018A3-62EE-970D-B821-D3A2DB070167}"/>
          </ac:cxnSpMkLst>
        </pc:cxnChg>
        <pc:cxnChg chg="add mod">
          <ac:chgData name="Natalia Zartha Suarez" userId="S::nzsuarez@personalsoft.com::03830f32-af8f-49fd-819e-2e996f0ba91b" providerId="AD" clId="Web-{17BDB0EA-8440-535B-18DB-FF5CDE3BDD8A}" dt="2026-07-01T23:41:29.169" v="5073" actId="1076"/>
          <ac:cxnSpMkLst>
            <pc:docMk/>
            <pc:sldMk cId="0" sldId="266"/>
            <ac:cxnSpMk id="158" creationId="{5D54C481-8D29-2F15-8A8C-D54259A86D14}"/>
          </ac:cxnSpMkLst>
        </pc:cxnChg>
        <pc:cxnChg chg="mod">
          <ac:chgData name="Natalia Zartha Suarez" userId="S::nzsuarez@personalsoft.com::03830f32-af8f-49fd-819e-2e996f0ba91b" providerId="AD" clId="Web-{17BDB0EA-8440-535B-18DB-FF5CDE3BDD8A}" dt="2026-07-01T20:47:45.562" v="120" actId="1076"/>
          <ac:cxnSpMkLst>
            <pc:docMk/>
            <pc:sldMk cId="0" sldId="266"/>
            <ac:cxnSpMk id="179" creationId="{00000000-0000-0000-0000-000000000000}"/>
          </ac:cxnSpMkLst>
        </pc:cxnChg>
      </pc:sldChg>
      <pc:sldChg chg="addSp delSp modSp new mod modClrScheme chgLayout">
        <pc:chgData name="Natalia Zartha Suarez" userId="S::nzsuarez@personalsoft.com::03830f32-af8f-49fd-819e-2e996f0ba91b" providerId="AD" clId="Web-{17BDB0EA-8440-535B-18DB-FF5CDE3BDD8A}" dt="2026-07-02T00:28:34.086" v="5578" actId="1076"/>
        <pc:sldMkLst>
          <pc:docMk/>
          <pc:sldMk cId="590371081" sldId="270"/>
        </pc:sldMkLst>
        <pc:spChg chg="mod ord">
          <ac:chgData name="Natalia Zartha Suarez" userId="S::nzsuarez@personalsoft.com::03830f32-af8f-49fd-819e-2e996f0ba91b" providerId="AD" clId="Web-{17BDB0EA-8440-535B-18DB-FF5CDE3BDD8A}" dt="2026-07-02T00:28:34.086" v="5578" actId="1076"/>
          <ac:spMkLst>
            <pc:docMk/>
            <pc:sldMk cId="590371081" sldId="270"/>
            <ac:spMk id="3" creationId="{52DEC60A-957A-9F54-0195-287D0DD1F228}"/>
          </ac:spMkLst>
        </pc:spChg>
        <pc:spChg chg="mod ord">
          <ac:chgData name="Natalia Zartha Suarez" userId="S::nzsuarez@personalsoft.com::03830f32-af8f-49fd-819e-2e996f0ba91b" providerId="AD" clId="Web-{17BDB0EA-8440-535B-18DB-FF5CDE3BDD8A}" dt="2026-07-02T00:24:12.420" v="5517"/>
          <ac:spMkLst>
            <pc:docMk/>
            <pc:sldMk cId="590371081" sldId="270"/>
            <ac:spMk id="4" creationId="{24BAB874-5873-7035-205D-E1E1A2B02651}"/>
          </ac:spMkLst>
        </pc:spChg>
      </pc:sldChg>
      <pc:sldChg chg="addSp delSp modSp new">
        <pc:chgData name="Natalia Zartha Suarez" userId="S::nzsuarez@personalsoft.com::03830f32-af8f-49fd-819e-2e996f0ba91b" providerId="AD" clId="Web-{17BDB0EA-8440-535B-18DB-FF5CDE3BDD8A}" dt="2026-07-01T23:45:51.828" v="5158" actId="20577"/>
        <pc:sldMkLst>
          <pc:docMk/>
          <pc:sldMk cId="3541293710" sldId="272"/>
        </pc:sldMkLst>
        <pc:spChg chg="add mod">
          <ac:chgData name="Natalia Zartha Suarez" userId="S::nzsuarez@personalsoft.com::03830f32-af8f-49fd-819e-2e996f0ba91b" providerId="AD" clId="Web-{17BDB0EA-8440-535B-18DB-FF5CDE3BDD8A}" dt="2026-07-01T22:38:49.525" v="2308" actId="1076"/>
          <ac:spMkLst>
            <pc:docMk/>
            <pc:sldMk cId="3541293710" sldId="272"/>
            <ac:spMk id="5" creationId="{145F327D-4348-70E7-13D6-32A2BAE2F8BE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45:51.828" v="5158" actId="20577"/>
          <ac:spMkLst>
            <pc:docMk/>
            <pc:sldMk cId="3541293710" sldId="272"/>
            <ac:spMk id="11" creationId="{E1A0AA3D-88E5-3D13-D465-B35D6F9C4502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2:48:10.639" v="2656" actId="1076"/>
          <ac:spMkLst>
            <pc:docMk/>
            <pc:sldMk cId="3541293710" sldId="272"/>
            <ac:spMk id="19" creationId="{E3FA27DD-8793-A77E-F267-901278F387A3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41:05.745" v="5048" actId="1076"/>
          <ac:spMkLst>
            <pc:docMk/>
            <pc:sldMk cId="3541293710" sldId="272"/>
            <ac:spMk id="23" creationId="{E9408C5F-E950-AF15-64CE-64E635604BF3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41:05.823" v="5049" actId="1076"/>
          <ac:spMkLst>
            <pc:docMk/>
            <pc:sldMk cId="3541293710" sldId="272"/>
            <ac:spMk id="25" creationId="{3A53E36D-15CA-5D71-2B69-A70F4DDB6310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41:05.901" v="5050" actId="1076"/>
          <ac:spMkLst>
            <pc:docMk/>
            <pc:sldMk cId="3541293710" sldId="272"/>
            <ac:spMk id="27" creationId="{E414F6A8-1018-D7BC-1DD7-6692C22AEF41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41:05.979" v="5051" actId="1076"/>
          <ac:spMkLst>
            <pc:docMk/>
            <pc:sldMk cId="3541293710" sldId="272"/>
            <ac:spMk id="29" creationId="{9633E68C-6E3F-DB3B-22B6-05B421634494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41:06.058" v="5052" actId="1076"/>
          <ac:spMkLst>
            <pc:docMk/>
            <pc:sldMk cId="3541293710" sldId="272"/>
            <ac:spMk id="31" creationId="{4B050ACB-3FB6-E019-C71A-4572E0D00025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41:06.136" v="5053" actId="1076"/>
          <ac:spMkLst>
            <pc:docMk/>
            <pc:sldMk cId="3541293710" sldId="272"/>
            <ac:spMk id="33" creationId="{A9723865-5A41-F725-C91B-0057835821BF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41:06.308" v="5055" actId="1076"/>
          <ac:spMkLst>
            <pc:docMk/>
            <pc:sldMk cId="3541293710" sldId="272"/>
            <ac:spMk id="37" creationId="{EE04F3D4-2E69-CCF8-C888-FC89A4983DD7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41:06.386" v="5056" actId="1076"/>
          <ac:spMkLst>
            <pc:docMk/>
            <pc:sldMk cId="3541293710" sldId="272"/>
            <ac:spMk id="39" creationId="{B4970034-3526-F52C-92F3-D759F2021FAF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41:06.464" v="5057" actId="1076"/>
          <ac:spMkLst>
            <pc:docMk/>
            <pc:sldMk cId="3541293710" sldId="272"/>
            <ac:spMk id="41" creationId="{F8A3F251-7D3F-1B69-7AB5-392781C71481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41:06.542" v="5058" actId="1076"/>
          <ac:spMkLst>
            <pc:docMk/>
            <pc:sldMk cId="3541293710" sldId="272"/>
            <ac:spMk id="43" creationId="{BE015285-C0C4-0359-3C2B-226C613353D8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41:06.855" v="5062" actId="1076"/>
          <ac:spMkLst>
            <pc:docMk/>
            <pc:sldMk cId="3541293710" sldId="272"/>
            <ac:spMk id="53" creationId="{DC991B8E-021B-EC77-E034-CBEA633B4016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41:06.948" v="5063" actId="1076"/>
          <ac:spMkLst>
            <pc:docMk/>
            <pc:sldMk cId="3541293710" sldId="272"/>
            <ac:spMk id="64" creationId="{BFC94FAC-A03D-2BBF-4601-BBD72FF20A2A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41:07.042" v="5064" actId="1076"/>
          <ac:spMkLst>
            <pc:docMk/>
            <pc:sldMk cId="3541293710" sldId="272"/>
            <ac:spMk id="65" creationId="{4D67D610-C9FA-B84E-1049-D4AA7C737DDC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41:07.136" v="5065" actId="1076"/>
          <ac:spMkLst>
            <pc:docMk/>
            <pc:sldMk cId="3541293710" sldId="272"/>
            <ac:spMk id="67" creationId="{FE56A9FC-4DA0-EA9E-B693-65DC3D0DFD1C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41:07.214" v="5066" actId="1076"/>
          <ac:spMkLst>
            <pc:docMk/>
            <pc:sldMk cId="3541293710" sldId="272"/>
            <ac:spMk id="69" creationId="{6A96B953-3EAE-34E6-E7AB-9509AE1EB014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41:07.292" v="5067" actId="1076"/>
          <ac:spMkLst>
            <pc:docMk/>
            <pc:sldMk cId="3541293710" sldId="272"/>
            <ac:spMk id="71" creationId="{CE1FE641-FA41-1611-A826-E22AF35DB61D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41:07.370" v="5068" actId="1076"/>
          <ac:spMkLst>
            <pc:docMk/>
            <pc:sldMk cId="3541293710" sldId="272"/>
            <ac:spMk id="73" creationId="{8CE9423A-756E-9604-472D-001E3E81D468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41:07.464" v="5069" actId="1076"/>
          <ac:spMkLst>
            <pc:docMk/>
            <pc:sldMk cId="3541293710" sldId="272"/>
            <ac:spMk id="75" creationId="{81F313C5-5B53-A963-0933-5D3806C604DB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31:19.488" v="4511" actId="1076"/>
          <ac:spMkLst>
            <pc:docMk/>
            <pc:sldMk cId="3541293710" sldId="272"/>
            <ac:spMk id="77" creationId="{A242F2B6-8686-2AA1-C6E7-A7C77DB8EC93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31:19.550" v="4512" actId="1076"/>
          <ac:spMkLst>
            <pc:docMk/>
            <pc:sldMk cId="3541293710" sldId="272"/>
            <ac:spMk id="79" creationId="{4D253D2B-D6F0-01C7-B0A6-6ABFEA98A181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31:19.613" v="4513" actId="1076"/>
          <ac:spMkLst>
            <pc:docMk/>
            <pc:sldMk cId="3541293710" sldId="272"/>
            <ac:spMk id="81" creationId="{77344D26-50FF-1B85-A155-2B5D83898AD9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31:19.675" v="4514" actId="1076"/>
          <ac:spMkLst>
            <pc:docMk/>
            <pc:sldMk cId="3541293710" sldId="272"/>
            <ac:spMk id="83" creationId="{D30AAF17-737D-3CBC-3FDD-0324F5E06EAF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31:19.738" v="4515" actId="1076"/>
          <ac:spMkLst>
            <pc:docMk/>
            <pc:sldMk cId="3541293710" sldId="272"/>
            <ac:spMk id="85" creationId="{D96B36E2-EE26-D336-A4A4-5DA35E386A50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31:19.785" v="4516" actId="1076"/>
          <ac:spMkLst>
            <pc:docMk/>
            <pc:sldMk cId="3541293710" sldId="272"/>
            <ac:spMk id="87" creationId="{7C692534-F65E-5138-FDEF-C0B07CBF6B31}"/>
          </ac:spMkLst>
        </pc:spChg>
        <pc:spChg chg="add mod">
          <ac:chgData name="Natalia Zartha Suarez" userId="S::nzsuarez@personalsoft.com::03830f32-af8f-49fd-819e-2e996f0ba91b" providerId="AD" clId="Web-{17BDB0EA-8440-535B-18DB-FF5CDE3BDD8A}" dt="2026-07-01T23:44:51.637" v="5092" actId="20577"/>
          <ac:spMkLst>
            <pc:docMk/>
            <pc:sldMk cId="3541293710" sldId="272"/>
            <ac:spMk id="88" creationId="{3C497DDC-BF2A-0C01-A11A-988B41A22048}"/>
          </ac:spMkLst>
        </pc:spChg>
        <pc:cxnChg chg="add">
          <ac:chgData name="Natalia Zartha Suarez" userId="S::nzsuarez@personalsoft.com::03830f32-af8f-49fd-819e-2e996f0ba91b" providerId="AD" clId="Web-{17BDB0EA-8440-535B-18DB-FF5CDE3BDD8A}" dt="2026-07-01T22:38:17.367" v="2301"/>
          <ac:cxnSpMkLst>
            <pc:docMk/>
            <pc:sldMk cId="3541293710" sldId="272"/>
            <ac:cxnSpMk id="7" creationId="{F4156A76-728E-D91D-CFF1-BF69AF932F73}"/>
          </ac:cxnSpMkLst>
        </pc:cxnChg>
        <pc:cxnChg chg="add mod">
          <ac:chgData name="Natalia Zartha Suarez" userId="S::nzsuarez@personalsoft.com::03830f32-af8f-49fd-819e-2e996f0ba91b" providerId="AD" clId="Web-{17BDB0EA-8440-535B-18DB-FF5CDE3BDD8A}" dt="2026-07-01T23:41:06.214" v="5054" actId="1076"/>
          <ac:cxnSpMkLst>
            <pc:docMk/>
            <pc:sldMk cId="3541293710" sldId="272"/>
            <ac:cxnSpMk id="35" creationId="{0CD3CD7E-9620-69A8-67EC-DED704E8E1E1}"/>
          </ac:cxnSpMkLst>
        </pc:cxnChg>
        <pc:cxnChg chg="add mod">
          <ac:chgData name="Natalia Zartha Suarez" userId="S::nzsuarez@personalsoft.com::03830f32-af8f-49fd-819e-2e996f0ba91b" providerId="AD" clId="Web-{17BDB0EA-8440-535B-18DB-FF5CDE3BDD8A}" dt="2026-07-01T23:41:06.620" v="5059" actId="1076"/>
          <ac:cxnSpMkLst>
            <pc:docMk/>
            <pc:sldMk cId="3541293710" sldId="272"/>
            <ac:cxnSpMk id="45" creationId="{45014E92-E35F-0381-2BD8-5CDA490D1AB8}"/>
          </ac:cxnSpMkLst>
        </pc:cxnChg>
        <pc:cxnChg chg="add mod">
          <ac:chgData name="Natalia Zartha Suarez" userId="S::nzsuarez@personalsoft.com::03830f32-af8f-49fd-819e-2e996f0ba91b" providerId="AD" clId="Web-{17BDB0EA-8440-535B-18DB-FF5CDE3BDD8A}" dt="2026-07-01T23:41:06.698" v="5060" actId="1076"/>
          <ac:cxnSpMkLst>
            <pc:docMk/>
            <pc:sldMk cId="3541293710" sldId="272"/>
            <ac:cxnSpMk id="47" creationId="{93F2F33F-D377-1629-4288-1ADCDA614014}"/>
          </ac:cxnSpMkLst>
        </pc:cxnChg>
        <pc:cxnChg chg="add mod">
          <ac:chgData name="Natalia Zartha Suarez" userId="S::nzsuarez@personalsoft.com::03830f32-af8f-49fd-819e-2e996f0ba91b" providerId="AD" clId="Web-{17BDB0EA-8440-535B-18DB-FF5CDE3BDD8A}" dt="2026-07-01T23:41:06.776" v="5061" actId="1076"/>
          <ac:cxnSpMkLst>
            <pc:docMk/>
            <pc:sldMk cId="3541293710" sldId="272"/>
            <ac:cxnSpMk id="49" creationId="{F5C5A59F-D40D-E871-B46E-4447C66ED326}"/>
          </ac:cxnSpMkLst>
        </pc:cxnChg>
      </pc:sldChg>
      <pc:sldChg chg="modSp add del mod ord modShow">
        <pc:chgData name="Natalia Zartha Suarez" userId="S::nzsuarez@personalsoft.com::03830f32-af8f-49fd-819e-2e996f0ba91b" providerId="AD" clId="Web-{17BDB0EA-8440-535B-18DB-FF5CDE3BDD8A}" dt="2026-07-01T22:23:22.728" v="1888"/>
        <pc:sldMkLst>
          <pc:docMk/>
          <pc:sldMk cId="1785190774" sldId="284"/>
        </pc:sldMkLst>
        <pc:graphicFrameChg chg="mod modGraphic">
          <ac:chgData name="Natalia Zartha Suarez" userId="S::nzsuarez@personalsoft.com::03830f32-af8f-49fd-819e-2e996f0ba91b" providerId="AD" clId="Web-{17BDB0EA-8440-535B-18DB-FF5CDE3BDD8A}" dt="2026-07-01T22:23:22.728" v="1888"/>
          <ac:graphicFrameMkLst>
            <pc:docMk/>
            <pc:sldMk cId="1785190774" sldId="284"/>
            <ac:graphicFrameMk id="146" creationId="{FBF55B3E-F11F-63C4-EE30-2EE14C599427}"/>
          </ac:graphicFrameMkLst>
        </pc:graphicFrameChg>
      </pc:sldChg>
      <pc:sldChg chg="modSp add mod ord modClrScheme chgLayout">
        <pc:chgData name="Natalia Zartha Suarez" userId="S::nzsuarez@personalsoft.com::03830f32-af8f-49fd-819e-2e996f0ba91b" providerId="AD" clId="Web-{17BDB0EA-8440-535B-18DB-FF5CDE3BDD8A}" dt="2026-07-02T00:31:07.748" v="5595" actId="1076"/>
        <pc:sldMkLst>
          <pc:docMk/>
          <pc:sldMk cId="0" sldId="285"/>
        </pc:sldMkLst>
        <pc:spChg chg="mod ord">
          <ac:chgData name="Natalia Zartha Suarez" userId="S::nzsuarez@personalsoft.com::03830f32-af8f-49fd-819e-2e996f0ba91b" providerId="AD" clId="Web-{17BDB0EA-8440-535B-18DB-FF5CDE3BDD8A}" dt="2026-07-02T00:30:32.122" v="5581"/>
          <ac:spMkLst>
            <pc:docMk/>
            <pc:sldMk cId="0" sldId="285"/>
            <ac:spMk id="2" creationId="{00000000-0000-0000-0000-000000000000}"/>
          </ac:spMkLst>
        </pc:spChg>
        <pc:spChg chg="mod ord">
          <ac:chgData name="Natalia Zartha Suarez" userId="S::nzsuarez@personalsoft.com::03830f32-af8f-49fd-819e-2e996f0ba91b" providerId="AD" clId="Web-{17BDB0EA-8440-535B-18DB-FF5CDE3BDD8A}" dt="2026-07-02T00:31:07.748" v="5595" actId="1076"/>
          <ac:spMkLst>
            <pc:docMk/>
            <pc:sldMk cId="0" sldId="285"/>
            <ac:spMk id="3" creationId="{00000000-0000-0000-0000-000000000000}"/>
          </ac:spMkLst>
        </pc:spChg>
        <pc:spChg chg="mod">
          <ac:chgData name="Natalia Zartha Suarez" userId="S::nzsuarez@personalsoft.com::03830f32-af8f-49fd-819e-2e996f0ba91b" providerId="AD" clId="Web-{17BDB0EA-8440-535B-18DB-FF5CDE3BDD8A}" dt="2026-07-02T00:21:33.055" v="5458" actId="20577"/>
          <ac:spMkLst>
            <pc:docMk/>
            <pc:sldMk cId="0" sldId="285"/>
            <ac:spMk id="21" creationId="{00000000-0000-0000-0000-000000000000}"/>
          </ac:spMkLst>
        </pc:spChg>
        <pc:spChg chg="mod">
          <ac:chgData name="Natalia Zartha Suarez" userId="S::nzsuarez@personalsoft.com::03830f32-af8f-49fd-819e-2e996f0ba91b" providerId="AD" clId="Web-{17BDB0EA-8440-535B-18DB-FF5CDE3BDD8A}" dt="2026-07-02T00:14:47.087" v="5377" actId="20577"/>
          <ac:spMkLst>
            <pc:docMk/>
            <pc:sldMk cId="0" sldId="285"/>
            <ac:spMk id="22" creationId="{00000000-0000-0000-0000-000000000000}"/>
          </ac:spMkLst>
        </pc:spChg>
        <pc:spChg chg="mod">
          <ac:chgData name="Natalia Zartha Suarez" userId="S::nzsuarez@personalsoft.com::03830f32-af8f-49fd-819e-2e996f0ba91b" providerId="AD" clId="Web-{17BDB0EA-8440-535B-18DB-FF5CDE3BDD8A}" dt="2026-07-02T00:21:37.836" v="5460" actId="20577"/>
          <ac:spMkLst>
            <pc:docMk/>
            <pc:sldMk cId="0" sldId="285"/>
            <ac:spMk id="24" creationId="{00000000-0000-0000-0000-000000000000}"/>
          </ac:spMkLst>
        </pc:spChg>
      </pc:sldChg>
      <pc:sldMasterChg chg="add addSldLayout">
        <pc:chgData name="Natalia Zartha Suarez" userId="S::nzsuarez@personalsoft.com::03830f32-af8f-49fd-819e-2e996f0ba91b" providerId="AD" clId="Web-{17BDB0EA-8440-535B-18DB-FF5CDE3BDD8A}" dt="2026-07-01T22:22:12.380" v="1860"/>
        <pc:sldMasterMkLst>
          <pc:docMk/>
          <pc:sldMasterMk cId="3834784126" sldId="2147483648"/>
        </pc:sldMasterMkLst>
        <pc:sldLayoutChg chg="add">
          <pc:chgData name="Natalia Zartha Suarez" userId="S::nzsuarez@personalsoft.com::03830f32-af8f-49fd-819e-2e996f0ba91b" providerId="AD" clId="Web-{17BDB0EA-8440-535B-18DB-FF5CDE3BDD8A}" dt="2026-07-01T22:22:12.380" v="1860"/>
          <pc:sldLayoutMkLst>
            <pc:docMk/>
            <pc:sldMasterMk cId="3834784126" sldId="2147483648"/>
            <pc:sldLayoutMk cId="2689790542" sldId="2147483649"/>
          </pc:sldLayoutMkLst>
        </pc:sldLayoutChg>
        <pc:sldLayoutChg chg="add">
          <pc:chgData name="Natalia Zartha Suarez" userId="S::nzsuarez@personalsoft.com::03830f32-af8f-49fd-819e-2e996f0ba91b" providerId="AD" clId="Web-{17BDB0EA-8440-535B-18DB-FF5CDE3BDD8A}" dt="2026-07-01T22:22:12.380" v="1860"/>
          <pc:sldLayoutMkLst>
            <pc:docMk/>
            <pc:sldMasterMk cId="3834784126" sldId="2147483648"/>
            <pc:sldLayoutMk cId="3054969318" sldId="2147483650"/>
          </pc:sldLayoutMkLst>
        </pc:sldLayoutChg>
        <pc:sldLayoutChg chg="add">
          <pc:chgData name="Natalia Zartha Suarez" userId="S::nzsuarez@personalsoft.com::03830f32-af8f-49fd-819e-2e996f0ba91b" providerId="AD" clId="Web-{17BDB0EA-8440-535B-18DB-FF5CDE3BDD8A}" dt="2026-07-01T22:22:12.380" v="1860"/>
          <pc:sldLayoutMkLst>
            <pc:docMk/>
            <pc:sldMasterMk cId="3834784126" sldId="2147483648"/>
            <pc:sldLayoutMk cId="3279642327" sldId="2147483651"/>
          </pc:sldLayoutMkLst>
        </pc:sldLayoutChg>
        <pc:sldLayoutChg chg="add">
          <pc:chgData name="Natalia Zartha Suarez" userId="S::nzsuarez@personalsoft.com::03830f32-af8f-49fd-819e-2e996f0ba91b" providerId="AD" clId="Web-{17BDB0EA-8440-535B-18DB-FF5CDE3BDD8A}" dt="2026-07-01T22:22:12.380" v="1860"/>
          <pc:sldLayoutMkLst>
            <pc:docMk/>
            <pc:sldMasterMk cId="3834784126" sldId="2147483648"/>
            <pc:sldLayoutMk cId="1589827407" sldId="2147483652"/>
          </pc:sldLayoutMkLst>
        </pc:sldLayoutChg>
        <pc:sldLayoutChg chg="add">
          <pc:chgData name="Natalia Zartha Suarez" userId="S::nzsuarez@personalsoft.com::03830f32-af8f-49fd-819e-2e996f0ba91b" providerId="AD" clId="Web-{17BDB0EA-8440-535B-18DB-FF5CDE3BDD8A}" dt="2026-07-01T22:22:12.380" v="1860"/>
          <pc:sldLayoutMkLst>
            <pc:docMk/>
            <pc:sldMasterMk cId="3834784126" sldId="2147483648"/>
            <pc:sldLayoutMk cId="3303206894" sldId="2147483653"/>
          </pc:sldLayoutMkLst>
        </pc:sldLayoutChg>
        <pc:sldLayoutChg chg="add">
          <pc:chgData name="Natalia Zartha Suarez" userId="S::nzsuarez@personalsoft.com::03830f32-af8f-49fd-819e-2e996f0ba91b" providerId="AD" clId="Web-{17BDB0EA-8440-535B-18DB-FF5CDE3BDD8A}" dt="2026-07-01T22:22:12.380" v="1860"/>
          <pc:sldLayoutMkLst>
            <pc:docMk/>
            <pc:sldMasterMk cId="3834784126" sldId="2147483648"/>
            <pc:sldLayoutMk cId="3400943018" sldId="2147483654"/>
          </pc:sldLayoutMkLst>
        </pc:sldLayoutChg>
        <pc:sldLayoutChg chg="add">
          <pc:chgData name="Natalia Zartha Suarez" userId="S::nzsuarez@personalsoft.com::03830f32-af8f-49fd-819e-2e996f0ba91b" providerId="AD" clId="Web-{17BDB0EA-8440-535B-18DB-FF5CDE3BDD8A}" dt="2026-07-01T22:22:12.380" v="1860"/>
          <pc:sldLayoutMkLst>
            <pc:docMk/>
            <pc:sldMasterMk cId="3834784126" sldId="2147483648"/>
            <pc:sldLayoutMk cId="2931066386" sldId="2147483655"/>
          </pc:sldLayoutMkLst>
        </pc:sldLayoutChg>
        <pc:sldLayoutChg chg="add">
          <pc:chgData name="Natalia Zartha Suarez" userId="S::nzsuarez@personalsoft.com::03830f32-af8f-49fd-819e-2e996f0ba91b" providerId="AD" clId="Web-{17BDB0EA-8440-535B-18DB-FF5CDE3BDD8A}" dt="2026-07-01T22:22:12.380" v="1860"/>
          <pc:sldLayoutMkLst>
            <pc:docMk/>
            <pc:sldMasterMk cId="3834784126" sldId="2147483648"/>
            <pc:sldLayoutMk cId="992257368" sldId="2147483656"/>
          </pc:sldLayoutMkLst>
        </pc:sldLayoutChg>
        <pc:sldLayoutChg chg="add">
          <pc:chgData name="Natalia Zartha Suarez" userId="S::nzsuarez@personalsoft.com::03830f32-af8f-49fd-819e-2e996f0ba91b" providerId="AD" clId="Web-{17BDB0EA-8440-535B-18DB-FF5CDE3BDD8A}" dt="2026-07-01T22:22:12.380" v="1860"/>
          <pc:sldLayoutMkLst>
            <pc:docMk/>
            <pc:sldMasterMk cId="3834784126" sldId="2147483648"/>
            <pc:sldLayoutMk cId="2953430684" sldId="2147483657"/>
          </pc:sldLayoutMkLst>
        </pc:sldLayoutChg>
        <pc:sldLayoutChg chg="add">
          <pc:chgData name="Natalia Zartha Suarez" userId="S::nzsuarez@personalsoft.com::03830f32-af8f-49fd-819e-2e996f0ba91b" providerId="AD" clId="Web-{17BDB0EA-8440-535B-18DB-FF5CDE3BDD8A}" dt="2026-07-01T22:22:12.380" v="1860"/>
          <pc:sldLayoutMkLst>
            <pc:docMk/>
            <pc:sldMasterMk cId="3834784126" sldId="2147483648"/>
            <pc:sldLayoutMk cId="220839971" sldId="2147483658"/>
          </pc:sldLayoutMkLst>
        </pc:sldLayoutChg>
        <pc:sldLayoutChg chg="add">
          <pc:chgData name="Natalia Zartha Suarez" userId="S::nzsuarez@personalsoft.com::03830f32-af8f-49fd-819e-2e996f0ba91b" providerId="AD" clId="Web-{17BDB0EA-8440-535B-18DB-FF5CDE3BDD8A}" dt="2026-07-01T22:22:12.380" v="1860"/>
          <pc:sldLayoutMkLst>
            <pc:docMk/>
            <pc:sldMasterMk cId="3834784126" sldId="2147483648"/>
            <pc:sldLayoutMk cId="134303450" sldId="2147483659"/>
          </pc:sldLayoutMkLst>
        </pc:sldLayoutChg>
        <pc:sldLayoutChg chg="add">
          <pc:chgData name="Natalia Zartha Suarez" userId="S::nzsuarez@personalsoft.com::03830f32-af8f-49fd-819e-2e996f0ba91b" providerId="AD" clId="Web-{17BDB0EA-8440-535B-18DB-FF5CDE3BDD8A}" dt="2026-07-01T22:22:12.380" v="1860"/>
          <pc:sldLayoutMkLst>
            <pc:docMk/>
            <pc:sldMasterMk cId="3834784126" sldId="2147483648"/>
            <pc:sldLayoutMk cId="2506364330" sldId="2147483660"/>
          </pc:sldLayoutMkLst>
        </pc:sldLayoutChg>
      </pc:sldMasterChg>
      <pc:sldMasterChg chg="replId addSldLayout modSldLayout">
        <pc:chgData name="Natalia Zartha Suarez" userId="S::nzsuarez@personalsoft.com::03830f32-af8f-49fd-819e-2e996f0ba91b" providerId="AD" clId="Web-{17BDB0EA-8440-535B-18DB-FF5CDE3BDD8A}" dt="2026-07-01T22:22:12.380" v="1860"/>
        <pc:sldMasterMkLst>
          <pc:docMk/>
          <pc:sldMasterMk cId="0" sldId="2147483666"/>
        </pc:sldMasterMkLst>
        <pc:sldLayoutChg chg="add">
          <pc:chgData name="Natalia Zartha Suarez" userId="S::nzsuarez@personalsoft.com::03830f32-af8f-49fd-819e-2e996f0ba91b" providerId="AD" clId="Web-{17BDB0EA-8440-535B-18DB-FF5CDE3BDD8A}" dt="2026-07-01T22:21:21.861" v="1853"/>
          <pc:sldLayoutMkLst>
            <pc:docMk/>
            <pc:sldMasterMk cId="0" sldId="2147483666"/>
            <pc:sldLayoutMk cId="4239443793" sldId="2147483665"/>
          </pc:sldLayoutMkLst>
        </pc:sldLayoutChg>
        <pc:sldLayoutChg chg="replId">
          <pc:chgData name="Natalia Zartha Suarez" userId="S::nzsuarez@personalsoft.com::03830f32-af8f-49fd-819e-2e996f0ba91b" providerId="AD" clId="Web-{17BDB0EA-8440-535B-18DB-FF5CDE3BDD8A}" dt="2026-07-01T22:22:12.380" v="1860"/>
          <pc:sldLayoutMkLst>
            <pc:docMk/>
            <pc:sldMasterMk cId="0" sldId="2147483666"/>
            <pc:sldLayoutMk cId="0" sldId="2147483667"/>
          </pc:sldLayoutMkLst>
        </pc:sldLayoutChg>
        <pc:sldLayoutChg chg="replId">
          <pc:chgData name="Natalia Zartha Suarez" userId="S::nzsuarez@personalsoft.com::03830f32-af8f-49fd-819e-2e996f0ba91b" providerId="AD" clId="Web-{17BDB0EA-8440-535B-18DB-FF5CDE3BDD8A}" dt="2026-07-01T22:22:12.380" v="1860"/>
          <pc:sldLayoutMkLst>
            <pc:docMk/>
            <pc:sldMasterMk cId="0" sldId="2147483666"/>
            <pc:sldLayoutMk cId="0" sldId="2147483668"/>
          </pc:sldLayoutMkLst>
        </pc:sldLayoutChg>
        <pc:sldLayoutChg chg="replId">
          <pc:chgData name="Natalia Zartha Suarez" userId="S::nzsuarez@personalsoft.com::03830f32-af8f-49fd-819e-2e996f0ba91b" providerId="AD" clId="Web-{17BDB0EA-8440-535B-18DB-FF5CDE3BDD8A}" dt="2026-07-01T22:22:12.380" v="1860"/>
          <pc:sldLayoutMkLst>
            <pc:docMk/>
            <pc:sldMasterMk cId="0" sldId="2147483666"/>
            <pc:sldLayoutMk cId="0" sldId="2147483669"/>
          </pc:sldLayoutMkLst>
        </pc:sldLayoutChg>
        <pc:sldLayoutChg chg="replId">
          <pc:chgData name="Natalia Zartha Suarez" userId="S::nzsuarez@personalsoft.com::03830f32-af8f-49fd-819e-2e996f0ba91b" providerId="AD" clId="Web-{17BDB0EA-8440-535B-18DB-FF5CDE3BDD8A}" dt="2026-07-01T22:22:12.380" v="1860"/>
          <pc:sldLayoutMkLst>
            <pc:docMk/>
            <pc:sldMasterMk cId="0" sldId="2147483666"/>
            <pc:sldLayoutMk cId="0" sldId="2147483670"/>
          </pc:sldLayoutMkLst>
        </pc:sldLayoutChg>
        <pc:sldLayoutChg chg="replId">
          <pc:chgData name="Natalia Zartha Suarez" userId="S::nzsuarez@personalsoft.com::03830f32-af8f-49fd-819e-2e996f0ba91b" providerId="AD" clId="Web-{17BDB0EA-8440-535B-18DB-FF5CDE3BDD8A}" dt="2026-07-01T22:22:12.380" v="1860"/>
          <pc:sldLayoutMkLst>
            <pc:docMk/>
            <pc:sldMasterMk cId="0" sldId="2147483666"/>
            <pc:sldLayoutMk cId="0" sldId="2147483671"/>
          </pc:sldLayoutMkLst>
        </pc:sldLayoutChg>
        <pc:sldLayoutChg chg="replId">
          <pc:chgData name="Natalia Zartha Suarez" userId="S::nzsuarez@personalsoft.com::03830f32-af8f-49fd-819e-2e996f0ba91b" providerId="AD" clId="Web-{17BDB0EA-8440-535B-18DB-FF5CDE3BDD8A}" dt="2026-07-01T22:22:12.380" v="1860"/>
          <pc:sldLayoutMkLst>
            <pc:docMk/>
            <pc:sldMasterMk cId="0" sldId="2147483666"/>
            <pc:sldLayoutMk cId="0" sldId="2147483672"/>
          </pc:sldLayoutMkLst>
        </pc:sldLayoutChg>
        <pc:sldLayoutChg chg="replId">
          <pc:chgData name="Natalia Zartha Suarez" userId="S::nzsuarez@personalsoft.com::03830f32-af8f-49fd-819e-2e996f0ba91b" providerId="AD" clId="Web-{17BDB0EA-8440-535B-18DB-FF5CDE3BDD8A}" dt="2026-07-01T22:22:12.380" v="1860"/>
          <pc:sldLayoutMkLst>
            <pc:docMk/>
            <pc:sldMasterMk cId="0" sldId="2147483666"/>
            <pc:sldLayoutMk cId="0" sldId="2147483673"/>
          </pc:sldLayoutMkLst>
        </pc:sldLayoutChg>
        <pc:sldLayoutChg chg="replId">
          <pc:chgData name="Natalia Zartha Suarez" userId="S::nzsuarez@personalsoft.com::03830f32-af8f-49fd-819e-2e996f0ba91b" providerId="AD" clId="Web-{17BDB0EA-8440-535B-18DB-FF5CDE3BDD8A}" dt="2026-07-01T22:22:12.380" v="1860"/>
          <pc:sldLayoutMkLst>
            <pc:docMk/>
            <pc:sldMasterMk cId="0" sldId="2147483666"/>
            <pc:sldLayoutMk cId="0" sldId="2147483674"/>
          </pc:sldLayoutMkLst>
        </pc:sldLayoutChg>
      </pc:sldMasterChg>
    </pc:docChg>
  </pc:docChgLst>
  <pc:docChgLst>
    <pc:chgData name="Natalia Zartha Suarez" userId="S::nzsuarez@personalsoft.com::03830f32-af8f-49fd-819e-2e996f0ba91b" providerId="AD" clId="Web-{49FFAE20-B3F5-172E-E134-6223BE6F4ECE}"/>
    <pc:docChg chg="addSld modSld">
      <pc:chgData name="Natalia Zartha Suarez" userId="S::nzsuarez@personalsoft.com::03830f32-af8f-49fd-819e-2e996f0ba91b" providerId="AD" clId="Web-{49FFAE20-B3F5-172E-E134-6223BE6F4ECE}" dt="2026-07-02T21:17:38.705" v="206" actId="20577"/>
      <pc:docMkLst>
        <pc:docMk/>
      </pc:docMkLst>
      <pc:sldChg chg="addSp modSp mod modShow">
        <pc:chgData name="Natalia Zartha Suarez" userId="S::nzsuarez@personalsoft.com::03830f32-af8f-49fd-819e-2e996f0ba91b" providerId="AD" clId="Web-{49FFAE20-B3F5-172E-E134-6223BE6F4ECE}" dt="2026-07-02T21:11:57.707" v="182"/>
        <pc:sldMkLst>
          <pc:docMk/>
          <pc:sldMk cId="590371081" sldId="270"/>
        </pc:sldMkLst>
        <pc:spChg chg="mod">
          <ac:chgData name="Natalia Zartha Suarez" userId="S::nzsuarez@personalsoft.com::03830f32-af8f-49fd-819e-2e996f0ba91b" providerId="AD" clId="Web-{49FFAE20-B3F5-172E-E134-6223BE6F4ECE}" dt="2026-07-02T21:11:46.832" v="181" actId="20577"/>
          <ac:spMkLst>
            <pc:docMk/>
            <pc:sldMk cId="590371081" sldId="270"/>
            <ac:spMk id="3" creationId="{52DEC60A-957A-9F54-0195-287D0DD1F228}"/>
          </ac:spMkLst>
        </pc:spChg>
        <pc:spChg chg="add mod">
          <ac:chgData name="Natalia Zartha Suarez" userId="S::nzsuarez@personalsoft.com::03830f32-af8f-49fd-819e-2e996f0ba91b" providerId="AD" clId="Web-{49FFAE20-B3F5-172E-E134-6223BE6F4ECE}" dt="2026-07-02T21:11:30.175" v="171" actId="14100"/>
          <ac:spMkLst>
            <pc:docMk/>
            <pc:sldMk cId="590371081" sldId="270"/>
            <ac:spMk id="5" creationId="{C3BB3210-6144-D853-09A6-F2AA46156985}"/>
          </ac:spMkLst>
        </pc:spChg>
      </pc:sldChg>
      <pc:sldChg chg="modSp">
        <pc:chgData name="Natalia Zartha Suarez" userId="S::nzsuarez@personalsoft.com::03830f32-af8f-49fd-819e-2e996f0ba91b" providerId="AD" clId="Web-{49FFAE20-B3F5-172E-E134-6223BE6F4ECE}" dt="2026-07-02T21:17:38.705" v="206" actId="20577"/>
        <pc:sldMkLst>
          <pc:docMk/>
          <pc:sldMk cId="0" sldId="285"/>
        </pc:sldMkLst>
        <pc:spChg chg="mod">
          <ac:chgData name="Natalia Zartha Suarez" userId="S::nzsuarez@personalsoft.com::03830f32-af8f-49fd-819e-2e996f0ba91b" providerId="AD" clId="Web-{49FFAE20-B3F5-172E-E134-6223BE6F4ECE}" dt="2026-07-02T21:17:30.033" v="205"/>
          <ac:spMkLst>
            <pc:docMk/>
            <pc:sldMk cId="0" sldId="285"/>
            <ac:spMk id="18" creationId="{00000000-0000-0000-0000-000000000000}"/>
          </ac:spMkLst>
        </pc:spChg>
        <pc:spChg chg="mod">
          <ac:chgData name="Natalia Zartha Suarez" userId="S::nzsuarez@personalsoft.com::03830f32-af8f-49fd-819e-2e996f0ba91b" providerId="AD" clId="Web-{49FFAE20-B3F5-172E-E134-6223BE6F4ECE}" dt="2026-07-02T21:17:38.705" v="206" actId="20577"/>
          <ac:spMkLst>
            <pc:docMk/>
            <pc:sldMk cId="0" sldId="285"/>
            <ac:spMk id="24" creationId="{00000000-0000-0000-0000-000000000000}"/>
          </ac:spMkLst>
        </pc:spChg>
        <pc:spChg chg="mod">
          <ac:chgData name="Natalia Zartha Suarez" userId="S::nzsuarez@personalsoft.com::03830f32-af8f-49fd-819e-2e996f0ba91b" providerId="AD" clId="Web-{49FFAE20-B3F5-172E-E134-6223BE6F4ECE}" dt="2026-07-02T21:17:23.814" v="203"/>
          <ac:spMkLst>
            <pc:docMk/>
            <pc:sldMk cId="0" sldId="285"/>
            <ac:spMk id="32" creationId="{00000000-0000-0000-0000-000000000000}"/>
          </ac:spMkLst>
        </pc:spChg>
      </pc:sldChg>
    </pc:docChg>
  </pc:docChgLst>
  <pc:docChgLst>
    <pc:chgData name="Natalia Zartha Suarez" userId="S::nzsuarez@personalsoft.com::03830f32-af8f-49fd-819e-2e996f0ba91b" providerId="AD" clId="Web-{E7485014-231F-B8DA-2975-04396FBA5646}"/>
    <pc:docChg chg="modSld">
      <pc:chgData name="Natalia Zartha Suarez" userId="S::nzsuarez@personalsoft.com::03830f32-af8f-49fd-819e-2e996f0ba91b" providerId="AD" clId="Web-{E7485014-231F-B8DA-2975-04396FBA5646}" dt="2026-07-02T13:20:18.747" v="353" actId="1076"/>
      <pc:docMkLst>
        <pc:docMk/>
      </pc:docMkLst>
      <pc:sldChg chg="modSp modNotes">
        <pc:chgData name="Natalia Zartha Suarez" userId="S::nzsuarez@personalsoft.com::03830f32-af8f-49fd-819e-2e996f0ba91b" providerId="AD" clId="Web-{E7485014-231F-B8DA-2975-04396FBA5646}" dt="2026-07-02T13:07:50.640" v="241" actId="20577"/>
        <pc:sldMkLst>
          <pc:docMk/>
          <pc:sldMk cId="0" sldId="266"/>
        </pc:sldMkLst>
        <pc:spChg chg="mod">
          <ac:chgData name="Natalia Zartha Suarez" userId="S::nzsuarez@personalsoft.com::03830f32-af8f-49fd-819e-2e996f0ba91b" providerId="AD" clId="Web-{E7485014-231F-B8DA-2975-04396FBA5646}" dt="2026-07-02T12:45:16.996" v="3" actId="14100"/>
          <ac:spMkLst>
            <pc:docMk/>
            <pc:sldMk cId="0" sldId="266"/>
            <ac:spMk id="167" creationId="{FE77458F-06C0-A05A-663F-A2913ABCE4CE}"/>
          </ac:spMkLst>
        </pc:spChg>
        <pc:spChg chg="mod">
          <ac:chgData name="Natalia Zartha Suarez" userId="S::nzsuarez@personalsoft.com::03830f32-af8f-49fd-819e-2e996f0ba91b" providerId="AD" clId="Web-{E7485014-231F-B8DA-2975-04396FBA5646}" dt="2026-07-02T12:45:19.511" v="4" actId="14100"/>
          <ac:spMkLst>
            <pc:docMk/>
            <pc:sldMk cId="0" sldId="266"/>
            <ac:spMk id="168" creationId="{BC194BDD-543E-DE19-1B1B-F57E384A6594}"/>
          </ac:spMkLst>
        </pc:spChg>
        <pc:spChg chg="mod">
          <ac:chgData name="Natalia Zartha Suarez" userId="S::nzsuarez@personalsoft.com::03830f32-af8f-49fd-819e-2e996f0ba91b" providerId="AD" clId="Web-{E7485014-231F-B8DA-2975-04396FBA5646}" dt="2026-07-02T12:50:40.163" v="50" actId="1076"/>
          <ac:spMkLst>
            <pc:docMk/>
            <pc:sldMk cId="0" sldId="266"/>
            <ac:spMk id="171" creationId="{5AA448EF-F0A3-4DD8-5DCE-B892C81C46D9}"/>
          </ac:spMkLst>
        </pc:spChg>
        <pc:spChg chg="mod">
          <ac:chgData name="Natalia Zartha Suarez" userId="S::nzsuarez@personalsoft.com::03830f32-af8f-49fd-819e-2e996f0ba91b" providerId="AD" clId="Web-{E7485014-231F-B8DA-2975-04396FBA5646}" dt="2026-07-02T12:50:36.210" v="49" actId="1076"/>
          <ac:spMkLst>
            <pc:docMk/>
            <pc:sldMk cId="0" sldId="266"/>
            <ac:spMk id="172" creationId="{E9FE6999-A6A7-E2E8-7379-1C52E53878E7}"/>
          </ac:spMkLst>
        </pc:spChg>
        <pc:spChg chg="mod">
          <ac:chgData name="Natalia Zartha Suarez" userId="S::nzsuarez@personalsoft.com::03830f32-af8f-49fd-819e-2e996f0ba91b" providerId="AD" clId="Web-{E7485014-231F-B8DA-2975-04396FBA5646}" dt="2026-07-02T12:48:12.486" v="35" actId="1076"/>
          <ac:spMkLst>
            <pc:docMk/>
            <pc:sldMk cId="0" sldId="266"/>
            <ac:spMk id="175" creationId="{510278FA-4908-7510-D203-73B1B75C3C60}"/>
          </ac:spMkLst>
        </pc:spChg>
        <pc:spChg chg="mod">
          <ac:chgData name="Natalia Zartha Suarez" userId="S::nzsuarez@personalsoft.com::03830f32-af8f-49fd-819e-2e996f0ba91b" providerId="AD" clId="Web-{E7485014-231F-B8DA-2975-04396FBA5646}" dt="2026-07-02T12:45:42.903" v="7" actId="20577"/>
          <ac:spMkLst>
            <pc:docMk/>
            <pc:sldMk cId="0" sldId="266"/>
            <ac:spMk id="180" creationId="{E451BAF3-B5C4-E221-DC3C-F6D781574CA8}"/>
          </ac:spMkLst>
        </pc:spChg>
        <pc:spChg chg="mod">
          <ac:chgData name="Natalia Zartha Suarez" userId="S::nzsuarez@personalsoft.com::03830f32-af8f-49fd-819e-2e996f0ba91b" providerId="AD" clId="Web-{E7485014-231F-B8DA-2975-04396FBA5646}" dt="2026-07-02T13:07:50.640" v="241" actId="20577"/>
          <ac:spMkLst>
            <pc:docMk/>
            <pc:sldMk cId="0" sldId="266"/>
            <ac:spMk id="193" creationId="{69C0F964-3CFE-1B90-9F50-042CB36139F4}"/>
          </ac:spMkLst>
        </pc:spChg>
        <pc:spChg chg="mod">
          <ac:chgData name="Natalia Zartha Suarez" userId="S::nzsuarez@personalsoft.com::03830f32-af8f-49fd-819e-2e996f0ba91b" providerId="AD" clId="Web-{E7485014-231F-B8DA-2975-04396FBA5646}" dt="2026-07-02T12:52:50.918" v="93" actId="1076"/>
          <ac:spMkLst>
            <pc:docMk/>
            <pc:sldMk cId="0" sldId="266"/>
            <ac:spMk id="194" creationId="{DAA21406-89E2-459A-4A5A-DDECF6872EE9}"/>
          </ac:spMkLst>
        </pc:spChg>
        <pc:spChg chg="mod">
          <ac:chgData name="Natalia Zartha Suarez" userId="S::nzsuarez@personalsoft.com::03830f32-af8f-49fd-819e-2e996f0ba91b" providerId="AD" clId="Web-{E7485014-231F-B8DA-2975-04396FBA5646}" dt="2026-07-02T12:52:52.902" v="94" actId="1076"/>
          <ac:spMkLst>
            <pc:docMk/>
            <pc:sldMk cId="0" sldId="266"/>
            <ac:spMk id="195" creationId="{08D72159-319B-C816-9563-22D50CE9EB72}"/>
          </ac:spMkLst>
        </pc:spChg>
        <pc:spChg chg="mod">
          <ac:chgData name="Natalia Zartha Suarez" userId="S::nzsuarez@personalsoft.com::03830f32-af8f-49fd-819e-2e996f0ba91b" providerId="AD" clId="Web-{E7485014-231F-B8DA-2975-04396FBA5646}" dt="2026-07-02T12:53:05.090" v="98" actId="14100"/>
          <ac:spMkLst>
            <pc:docMk/>
            <pc:sldMk cId="0" sldId="266"/>
            <ac:spMk id="199" creationId="{48978DE4-B3E0-0B34-EF8D-C00F491B9C54}"/>
          </ac:spMkLst>
        </pc:spChg>
        <pc:spChg chg="mod">
          <ac:chgData name="Natalia Zartha Suarez" userId="S::nzsuarez@personalsoft.com::03830f32-af8f-49fd-819e-2e996f0ba91b" providerId="AD" clId="Web-{E7485014-231F-B8DA-2975-04396FBA5646}" dt="2026-07-02T13:07:40.733" v="238" actId="14100"/>
          <ac:spMkLst>
            <pc:docMk/>
            <pc:sldMk cId="0" sldId="266"/>
            <ac:spMk id="200" creationId="{B6201EDC-CC68-5DD5-5D2C-5382B78A97E6}"/>
          </ac:spMkLst>
        </pc:spChg>
        <pc:spChg chg="mod">
          <ac:chgData name="Natalia Zartha Suarez" userId="S::nzsuarez@personalsoft.com::03830f32-af8f-49fd-819e-2e996f0ba91b" providerId="AD" clId="Web-{E7485014-231F-B8DA-2975-04396FBA5646}" dt="2026-07-02T12:53:16.091" v="101" actId="14100"/>
          <ac:spMkLst>
            <pc:docMk/>
            <pc:sldMk cId="0" sldId="266"/>
            <ac:spMk id="205" creationId="{B9738A09-EF12-CD41-21D1-CC5398A921D7}"/>
          </ac:spMkLst>
        </pc:spChg>
        <pc:spChg chg="mod">
          <ac:chgData name="Natalia Zartha Suarez" userId="S::nzsuarez@personalsoft.com::03830f32-af8f-49fd-819e-2e996f0ba91b" providerId="AD" clId="Web-{E7485014-231F-B8DA-2975-04396FBA5646}" dt="2026-07-02T13:07:43.999" v="240" actId="20577"/>
          <ac:spMkLst>
            <pc:docMk/>
            <pc:sldMk cId="0" sldId="266"/>
            <ac:spMk id="206" creationId="{EAB8AC16-1A75-B07B-67E5-8D9032D8199F}"/>
          </ac:spMkLst>
        </pc:spChg>
        <pc:spChg chg="mod">
          <ac:chgData name="Natalia Zartha Suarez" userId="S::nzsuarez@personalsoft.com::03830f32-af8f-49fd-819e-2e996f0ba91b" providerId="AD" clId="Web-{E7485014-231F-B8DA-2975-04396FBA5646}" dt="2026-07-02T12:52:33.120" v="88" actId="1076"/>
          <ac:spMkLst>
            <pc:docMk/>
            <pc:sldMk cId="0" sldId="266"/>
            <ac:spMk id="207" creationId="{9EC06F50-C9B0-C182-6C30-B084237CFC3F}"/>
          </ac:spMkLst>
        </pc:spChg>
        <pc:spChg chg="mod">
          <ac:chgData name="Natalia Zartha Suarez" userId="S::nzsuarez@personalsoft.com::03830f32-af8f-49fd-819e-2e996f0ba91b" providerId="AD" clId="Web-{E7485014-231F-B8DA-2975-04396FBA5646}" dt="2026-07-02T12:52:36.183" v="89" actId="1076"/>
          <ac:spMkLst>
            <pc:docMk/>
            <pc:sldMk cId="0" sldId="266"/>
            <ac:spMk id="208" creationId="{BD3B7044-81A8-6135-06D6-F5AE7632D3C3}"/>
          </ac:spMkLst>
        </pc:spChg>
      </pc:sldChg>
      <pc:sldChg chg="modNotes">
        <pc:chgData name="Natalia Zartha Suarez" userId="S::nzsuarez@personalsoft.com::03830f32-af8f-49fd-819e-2e996f0ba91b" providerId="AD" clId="Web-{E7485014-231F-B8DA-2975-04396FBA5646}" dt="2026-07-02T13:09:12.314" v="313"/>
        <pc:sldMkLst>
          <pc:docMk/>
          <pc:sldMk cId="590371081" sldId="270"/>
        </pc:sldMkLst>
      </pc:sldChg>
      <pc:sldChg chg="modSp">
        <pc:chgData name="Natalia Zartha Suarez" userId="S::nzsuarez@personalsoft.com::03830f32-af8f-49fd-819e-2e996f0ba91b" providerId="AD" clId="Web-{E7485014-231F-B8DA-2975-04396FBA5646}" dt="2026-07-02T13:20:18.747" v="353" actId="1076"/>
        <pc:sldMkLst>
          <pc:docMk/>
          <pc:sldMk cId="3541293710" sldId="272"/>
        </pc:sldMkLst>
        <pc:spChg chg="mod">
          <ac:chgData name="Natalia Zartha Suarez" userId="S::nzsuarez@personalsoft.com::03830f32-af8f-49fd-819e-2e996f0ba91b" providerId="AD" clId="Web-{E7485014-231F-B8DA-2975-04396FBA5646}" dt="2026-07-02T13:20:18.747" v="353" actId="1076"/>
          <ac:spMkLst>
            <pc:docMk/>
            <pc:sldMk cId="3541293710" sldId="272"/>
            <ac:spMk id="19" creationId="{E3FA27DD-8793-A77E-F267-901278F387A3}"/>
          </ac:spMkLst>
        </pc:spChg>
        <pc:spChg chg="mod">
          <ac:chgData name="Natalia Zartha Suarez" userId="S::nzsuarez@personalsoft.com::03830f32-af8f-49fd-819e-2e996f0ba91b" providerId="AD" clId="Web-{E7485014-231F-B8DA-2975-04396FBA5646}" dt="2026-07-02T13:20:14.184" v="329" actId="1076"/>
          <ac:spMkLst>
            <pc:docMk/>
            <pc:sldMk cId="3541293710" sldId="272"/>
            <ac:spMk id="23" creationId="{E9408C5F-E950-AF15-64CE-64E635604BF3}"/>
          </ac:spMkLst>
        </pc:spChg>
        <pc:spChg chg="mod">
          <ac:chgData name="Natalia Zartha Suarez" userId="S::nzsuarez@personalsoft.com::03830f32-af8f-49fd-819e-2e996f0ba91b" providerId="AD" clId="Web-{E7485014-231F-B8DA-2975-04396FBA5646}" dt="2026-07-02T13:20:14.450" v="330" actId="1076"/>
          <ac:spMkLst>
            <pc:docMk/>
            <pc:sldMk cId="3541293710" sldId="272"/>
            <ac:spMk id="25" creationId="{3A53E36D-15CA-5D71-2B69-A70F4DDB6310}"/>
          </ac:spMkLst>
        </pc:spChg>
        <pc:spChg chg="mod">
          <ac:chgData name="Natalia Zartha Suarez" userId="S::nzsuarez@personalsoft.com::03830f32-af8f-49fd-819e-2e996f0ba91b" providerId="AD" clId="Web-{E7485014-231F-B8DA-2975-04396FBA5646}" dt="2026-07-02T13:20:14.621" v="331" actId="1076"/>
          <ac:spMkLst>
            <pc:docMk/>
            <pc:sldMk cId="3541293710" sldId="272"/>
            <ac:spMk id="27" creationId="{E414F6A8-1018-D7BC-1DD7-6692C22AEF41}"/>
          </ac:spMkLst>
        </pc:spChg>
        <pc:spChg chg="mod">
          <ac:chgData name="Natalia Zartha Suarez" userId="S::nzsuarez@personalsoft.com::03830f32-af8f-49fd-819e-2e996f0ba91b" providerId="AD" clId="Web-{E7485014-231F-B8DA-2975-04396FBA5646}" dt="2026-07-02T13:20:14.793" v="332" actId="1076"/>
          <ac:spMkLst>
            <pc:docMk/>
            <pc:sldMk cId="3541293710" sldId="272"/>
            <ac:spMk id="29" creationId="{9633E68C-6E3F-DB3B-22B6-05B421634494}"/>
          </ac:spMkLst>
        </pc:spChg>
        <pc:spChg chg="mod">
          <ac:chgData name="Natalia Zartha Suarez" userId="S::nzsuarez@personalsoft.com::03830f32-af8f-49fd-819e-2e996f0ba91b" providerId="AD" clId="Web-{E7485014-231F-B8DA-2975-04396FBA5646}" dt="2026-07-02T13:20:15.012" v="333" actId="1076"/>
          <ac:spMkLst>
            <pc:docMk/>
            <pc:sldMk cId="3541293710" sldId="272"/>
            <ac:spMk id="31" creationId="{4B050ACB-3FB6-E019-C71A-4572E0D00025}"/>
          </ac:spMkLst>
        </pc:spChg>
        <pc:spChg chg="mod">
          <ac:chgData name="Natalia Zartha Suarez" userId="S::nzsuarez@personalsoft.com::03830f32-af8f-49fd-819e-2e996f0ba91b" providerId="AD" clId="Web-{E7485014-231F-B8DA-2975-04396FBA5646}" dt="2026-07-02T13:20:15.184" v="334" actId="1076"/>
          <ac:spMkLst>
            <pc:docMk/>
            <pc:sldMk cId="3541293710" sldId="272"/>
            <ac:spMk id="33" creationId="{A9723865-5A41-F725-C91B-0057835821BF}"/>
          </ac:spMkLst>
        </pc:spChg>
        <pc:spChg chg="mod">
          <ac:chgData name="Natalia Zartha Suarez" userId="S::nzsuarez@personalsoft.com::03830f32-af8f-49fd-819e-2e996f0ba91b" providerId="AD" clId="Web-{E7485014-231F-B8DA-2975-04396FBA5646}" dt="2026-07-02T13:20:15.465" v="336" actId="1076"/>
          <ac:spMkLst>
            <pc:docMk/>
            <pc:sldMk cId="3541293710" sldId="272"/>
            <ac:spMk id="37" creationId="{EE04F3D4-2E69-CCF8-C888-FC89A4983DD7}"/>
          </ac:spMkLst>
        </pc:spChg>
        <pc:spChg chg="mod">
          <ac:chgData name="Natalia Zartha Suarez" userId="S::nzsuarez@personalsoft.com::03830f32-af8f-49fd-819e-2e996f0ba91b" providerId="AD" clId="Web-{E7485014-231F-B8DA-2975-04396FBA5646}" dt="2026-07-02T13:20:15.590" v="337" actId="1076"/>
          <ac:spMkLst>
            <pc:docMk/>
            <pc:sldMk cId="3541293710" sldId="272"/>
            <ac:spMk id="39" creationId="{B4970034-3526-F52C-92F3-D759F2021FAF}"/>
          </ac:spMkLst>
        </pc:spChg>
        <pc:spChg chg="mod">
          <ac:chgData name="Natalia Zartha Suarez" userId="S::nzsuarez@personalsoft.com::03830f32-af8f-49fd-819e-2e996f0ba91b" providerId="AD" clId="Web-{E7485014-231F-B8DA-2975-04396FBA5646}" dt="2026-07-02T13:20:15.715" v="338" actId="1076"/>
          <ac:spMkLst>
            <pc:docMk/>
            <pc:sldMk cId="3541293710" sldId="272"/>
            <ac:spMk id="41" creationId="{F8A3F251-7D3F-1B69-7AB5-392781C71481}"/>
          </ac:spMkLst>
        </pc:spChg>
        <pc:spChg chg="mod">
          <ac:chgData name="Natalia Zartha Suarez" userId="S::nzsuarez@personalsoft.com::03830f32-af8f-49fd-819e-2e996f0ba91b" providerId="AD" clId="Web-{E7485014-231F-B8DA-2975-04396FBA5646}" dt="2026-07-02T13:20:15.840" v="339" actId="1076"/>
          <ac:spMkLst>
            <pc:docMk/>
            <pc:sldMk cId="3541293710" sldId="272"/>
            <ac:spMk id="43" creationId="{BE015285-C0C4-0359-3C2B-226C613353D8}"/>
          </ac:spMkLst>
        </pc:spChg>
        <pc:spChg chg="mod">
          <ac:chgData name="Natalia Zartha Suarez" userId="S::nzsuarez@personalsoft.com::03830f32-af8f-49fd-819e-2e996f0ba91b" providerId="AD" clId="Web-{E7485014-231F-B8DA-2975-04396FBA5646}" dt="2026-07-02T13:20:16.325" v="343" actId="1076"/>
          <ac:spMkLst>
            <pc:docMk/>
            <pc:sldMk cId="3541293710" sldId="272"/>
            <ac:spMk id="53" creationId="{DC991B8E-021B-EC77-E034-CBEA633B4016}"/>
          </ac:spMkLst>
        </pc:spChg>
        <pc:spChg chg="mod">
          <ac:chgData name="Natalia Zartha Suarez" userId="S::nzsuarez@personalsoft.com::03830f32-af8f-49fd-819e-2e996f0ba91b" providerId="AD" clId="Web-{E7485014-231F-B8DA-2975-04396FBA5646}" dt="2026-07-02T13:20:16.450" v="344" actId="1076"/>
          <ac:spMkLst>
            <pc:docMk/>
            <pc:sldMk cId="3541293710" sldId="272"/>
            <ac:spMk id="64" creationId="{BFC94FAC-A03D-2BBF-4601-BBD72FF20A2A}"/>
          </ac:spMkLst>
        </pc:spChg>
        <pc:spChg chg="mod">
          <ac:chgData name="Natalia Zartha Suarez" userId="S::nzsuarez@personalsoft.com::03830f32-af8f-49fd-819e-2e996f0ba91b" providerId="AD" clId="Web-{E7485014-231F-B8DA-2975-04396FBA5646}" dt="2026-07-02T13:20:16.559" v="345" actId="1076"/>
          <ac:spMkLst>
            <pc:docMk/>
            <pc:sldMk cId="3541293710" sldId="272"/>
            <ac:spMk id="65" creationId="{4D67D610-C9FA-B84E-1049-D4AA7C737DDC}"/>
          </ac:spMkLst>
        </pc:spChg>
        <pc:spChg chg="mod">
          <ac:chgData name="Natalia Zartha Suarez" userId="S::nzsuarez@personalsoft.com::03830f32-af8f-49fd-819e-2e996f0ba91b" providerId="AD" clId="Web-{E7485014-231F-B8DA-2975-04396FBA5646}" dt="2026-07-02T13:20:16.684" v="346" actId="1076"/>
          <ac:spMkLst>
            <pc:docMk/>
            <pc:sldMk cId="3541293710" sldId="272"/>
            <ac:spMk id="67" creationId="{FE56A9FC-4DA0-EA9E-B693-65DC3D0DFD1C}"/>
          </ac:spMkLst>
        </pc:spChg>
        <pc:spChg chg="mod">
          <ac:chgData name="Natalia Zartha Suarez" userId="S::nzsuarez@personalsoft.com::03830f32-af8f-49fd-819e-2e996f0ba91b" providerId="AD" clId="Web-{E7485014-231F-B8DA-2975-04396FBA5646}" dt="2026-07-02T13:20:16.793" v="347" actId="1076"/>
          <ac:spMkLst>
            <pc:docMk/>
            <pc:sldMk cId="3541293710" sldId="272"/>
            <ac:spMk id="69" creationId="{6A96B953-3EAE-34E6-E7AB-9509AE1EB014}"/>
          </ac:spMkLst>
        </pc:spChg>
        <pc:spChg chg="mod">
          <ac:chgData name="Natalia Zartha Suarez" userId="S::nzsuarez@personalsoft.com::03830f32-af8f-49fd-819e-2e996f0ba91b" providerId="AD" clId="Web-{E7485014-231F-B8DA-2975-04396FBA5646}" dt="2026-07-02T13:20:16.918" v="348" actId="1076"/>
          <ac:spMkLst>
            <pc:docMk/>
            <pc:sldMk cId="3541293710" sldId="272"/>
            <ac:spMk id="71" creationId="{CE1FE641-FA41-1611-A826-E22AF35DB61D}"/>
          </ac:spMkLst>
        </pc:spChg>
        <pc:spChg chg="mod">
          <ac:chgData name="Natalia Zartha Suarez" userId="S::nzsuarez@personalsoft.com::03830f32-af8f-49fd-819e-2e996f0ba91b" providerId="AD" clId="Web-{E7485014-231F-B8DA-2975-04396FBA5646}" dt="2026-07-02T13:20:17.028" v="349" actId="1076"/>
          <ac:spMkLst>
            <pc:docMk/>
            <pc:sldMk cId="3541293710" sldId="272"/>
            <ac:spMk id="73" creationId="{8CE9423A-756E-9604-472D-001E3E81D468}"/>
          </ac:spMkLst>
        </pc:spChg>
        <pc:spChg chg="mod">
          <ac:chgData name="Natalia Zartha Suarez" userId="S::nzsuarez@personalsoft.com::03830f32-af8f-49fd-819e-2e996f0ba91b" providerId="AD" clId="Web-{E7485014-231F-B8DA-2975-04396FBA5646}" dt="2026-07-02T13:20:17.137" v="350" actId="1076"/>
          <ac:spMkLst>
            <pc:docMk/>
            <pc:sldMk cId="3541293710" sldId="272"/>
            <ac:spMk id="75" creationId="{81F313C5-5B53-A963-0933-5D3806C604DB}"/>
          </ac:spMkLst>
        </pc:spChg>
        <pc:spChg chg="mod">
          <ac:chgData name="Natalia Zartha Suarez" userId="S::nzsuarez@personalsoft.com::03830f32-af8f-49fd-819e-2e996f0ba91b" providerId="AD" clId="Web-{E7485014-231F-B8DA-2975-04396FBA5646}" dt="2026-07-02T13:20:17.247" v="351" actId="1076"/>
          <ac:spMkLst>
            <pc:docMk/>
            <pc:sldMk cId="3541293710" sldId="272"/>
            <ac:spMk id="88" creationId="{3C497DDC-BF2A-0C01-A11A-988B41A22048}"/>
          </ac:spMkLst>
        </pc:spChg>
        <pc:cxnChg chg="mod">
          <ac:chgData name="Natalia Zartha Suarez" userId="S::nzsuarez@personalsoft.com::03830f32-af8f-49fd-819e-2e996f0ba91b" providerId="AD" clId="Web-{E7485014-231F-B8DA-2975-04396FBA5646}" dt="2026-07-02T13:20:15.325" v="335" actId="1076"/>
          <ac:cxnSpMkLst>
            <pc:docMk/>
            <pc:sldMk cId="3541293710" sldId="272"/>
            <ac:cxnSpMk id="35" creationId="{0CD3CD7E-9620-69A8-67EC-DED704E8E1E1}"/>
          </ac:cxnSpMkLst>
        </pc:cxnChg>
        <pc:cxnChg chg="mod">
          <ac:chgData name="Natalia Zartha Suarez" userId="S::nzsuarez@personalsoft.com::03830f32-af8f-49fd-819e-2e996f0ba91b" providerId="AD" clId="Web-{E7485014-231F-B8DA-2975-04396FBA5646}" dt="2026-07-02T13:20:15.950" v="340" actId="1076"/>
          <ac:cxnSpMkLst>
            <pc:docMk/>
            <pc:sldMk cId="3541293710" sldId="272"/>
            <ac:cxnSpMk id="45" creationId="{45014E92-E35F-0381-2BD8-5CDA490D1AB8}"/>
          </ac:cxnSpMkLst>
        </pc:cxnChg>
        <pc:cxnChg chg="mod">
          <ac:chgData name="Natalia Zartha Suarez" userId="S::nzsuarez@personalsoft.com::03830f32-af8f-49fd-819e-2e996f0ba91b" providerId="AD" clId="Web-{E7485014-231F-B8DA-2975-04396FBA5646}" dt="2026-07-02T13:20:16.059" v="341" actId="1076"/>
          <ac:cxnSpMkLst>
            <pc:docMk/>
            <pc:sldMk cId="3541293710" sldId="272"/>
            <ac:cxnSpMk id="47" creationId="{93F2F33F-D377-1629-4288-1ADCDA614014}"/>
          </ac:cxnSpMkLst>
        </pc:cxnChg>
        <pc:cxnChg chg="mod">
          <ac:chgData name="Natalia Zartha Suarez" userId="S::nzsuarez@personalsoft.com::03830f32-af8f-49fd-819e-2e996f0ba91b" providerId="AD" clId="Web-{E7485014-231F-B8DA-2975-04396FBA5646}" dt="2026-07-02T13:20:16.184" v="342" actId="1076"/>
          <ac:cxnSpMkLst>
            <pc:docMk/>
            <pc:sldMk cId="3541293710" sldId="272"/>
            <ac:cxnSpMk id="49" creationId="{F5C5A59F-D40D-E871-B46E-4447C66ED326}"/>
          </ac:cxnSpMkLst>
        </pc:cxnChg>
      </pc:sldChg>
    </pc:docChg>
  </pc:docChgLst>
  <pc:docChgLst>
    <pc:chgData name="Natalia Zartha Suarez" userId="S::nzsuarez@personalsoft.com::03830f32-af8f-49fd-819e-2e996f0ba91b" providerId="AD" clId="Web-{FE521D2E-0E3A-00CF-6404-D6572584B17B}"/>
    <pc:docChg chg="modSld">
      <pc:chgData name="Natalia Zartha Suarez" userId="S::nzsuarez@personalsoft.com::03830f32-af8f-49fd-819e-2e996f0ba91b" providerId="AD" clId="Web-{FE521D2E-0E3A-00CF-6404-D6572584B17B}" dt="2026-07-02T15:24:16.918" v="449" actId="20577"/>
      <pc:docMkLst>
        <pc:docMk/>
      </pc:docMkLst>
      <pc:sldChg chg="modSp">
        <pc:chgData name="Natalia Zartha Suarez" userId="S::nzsuarez@personalsoft.com::03830f32-af8f-49fd-819e-2e996f0ba91b" providerId="AD" clId="Web-{FE521D2E-0E3A-00CF-6404-D6572584B17B}" dt="2026-07-02T15:17:32.136" v="416" actId="20577"/>
        <pc:sldMkLst>
          <pc:docMk/>
          <pc:sldMk cId="0" sldId="262"/>
        </pc:sldMkLst>
        <pc:spChg chg="mod">
          <ac:chgData name="Natalia Zartha Suarez" userId="S::nzsuarez@personalsoft.com::03830f32-af8f-49fd-819e-2e996f0ba91b" providerId="AD" clId="Web-{FE521D2E-0E3A-00CF-6404-D6572584B17B}" dt="2026-07-02T15:17:32.136" v="416" actId="20577"/>
          <ac:spMkLst>
            <pc:docMk/>
            <pc:sldMk cId="0" sldId="262"/>
            <ac:spMk id="4" creationId="{5495EA2D-6DD3-3FCA-401B-6EC35075AA0A}"/>
          </ac:spMkLst>
        </pc:spChg>
      </pc:sldChg>
      <pc:sldChg chg="modSp">
        <pc:chgData name="Natalia Zartha Suarez" userId="S::nzsuarez@personalsoft.com::03830f32-af8f-49fd-819e-2e996f0ba91b" providerId="AD" clId="Web-{FE521D2E-0E3A-00CF-6404-D6572584B17B}" dt="2026-07-02T15:24:16.918" v="449" actId="20577"/>
        <pc:sldMkLst>
          <pc:docMk/>
          <pc:sldMk cId="0" sldId="266"/>
        </pc:sldMkLst>
        <pc:spChg chg="mod">
          <ac:chgData name="Natalia Zartha Suarez" userId="S::nzsuarez@personalsoft.com::03830f32-af8f-49fd-819e-2e996f0ba91b" providerId="AD" clId="Web-{FE521D2E-0E3A-00CF-6404-D6572584B17B}" dt="2026-07-02T15:22:57.461" v="433" actId="20577"/>
          <ac:spMkLst>
            <pc:docMk/>
            <pc:sldMk cId="0" sldId="266"/>
            <ac:spMk id="19" creationId="{1311ED60-70CF-2CCC-5BB1-80EACE70EC27}"/>
          </ac:spMkLst>
        </pc:spChg>
        <pc:spChg chg="mod">
          <ac:chgData name="Natalia Zartha Suarez" userId="S::nzsuarez@personalsoft.com::03830f32-af8f-49fd-819e-2e996f0ba91b" providerId="AD" clId="Web-{FE521D2E-0E3A-00CF-6404-D6572584B17B}" dt="2026-07-02T15:24:16.918" v="449" actId="20577"/>
          <ac:spMkLst>
            <pc:docMk/>
            <pc:sldMk cId="0" sldId="266"/>
            <ac:spMk id="41" creationId="{8E6283EB-B92E-463D-4350-C26DBFB19BB3}"/>
          </ac:spMkLst>
        </pc:spChg>
      </pc:sldChg>
      <pc:sldChg chg="modSp">
        <pc:chgData name="Natalia Zartha Suarez" userId="S::nzsuarez@personalsoft.com::03830f32-af8f-49fd-819e-2e996f0ba91b" providerId="AD" clId="Web-{FE521D2E-0E3A-00CF-6404-D6572584B17B}" dt="2026-07-02T15:16:22.164" v="402" actId="20577"/>
        <pc:sldMkLst>
          <pc:docMk/>
          <pc:sldMk cId="590371081" sldId="270"/>
        </pc:sldMkLst>
        <pc:spChg chg="mod">
          <ac:chgData name="Natalia Zartha Suarez" userId="S::nzsuarez@personalsoft.com::03830f32-af8f-49fd-819e-2e996f0ba91b" providerId="AD" clId="Web-{FE521D2E-0E3A-00CF-6404-D6572584B17B}" dt="2026-07-02T15:16:22.164" v="402" actId="20577"/>
          <ac:spMkLst>
            <pc:docMk/>
            <pc:sldMk cId="590371081" sldId="270"/>
            <ac:spMk id="3" creationId="{52DEC60A-957A-9F54-0195-287D0DD1F228}"/>
          </ac:spMkLst>
        </pc:spChg>
      </pc:sldChg>
      <pc:sldChg chg="modSp">
        <pc:chgData name="Natalia Zartha Suarez" userId="S::nzsuarez@personalsoft.com::03830f32-af8f-49fd-819e-2e996f0ba91b" providerId="AD" clId="Web-{FE521D2E-0E3A-00CF-6404-D6572584B17B}" dt="2026-07-02T15:19:50.188" v="427" actId="20577"/>
        <pc:sldMkLst>
          <pc:docMk/>
          <pc:sldMk cId="0" sldId="285"/>
        </pc:sldMkLst>
        <pc:spChg chg="mod">
          <ac:chgData name="Natalia Zartha Suarez" userId="S::nzsuarez@personalsoft.com::03830f32-af8f-49fd-819e-2e996f0ba91b" providerId="AD" clId="Web-{FE521D2E-0E3A-00CF-6404-D6572584B17B}" dt="2026-07-02T15:17:50.746" v="421" actId="20577"/>
          <ac:spMkLst>
            <pc:docMk/>
            <pc:sldMk cId="0" sldId="285"/>
            <ac:spMk id="2" creationId="{00000000-0000-0000-0000-000000000000}"/>
          </ac:spMkLst>
        </pc:spChg>
        <pc:spChg chg="mod">
          <ac:chgData name="Natalia Zartha Suarez" userId="S::nzsuarez@personalsoft.com::03830f32-af8f-49fd-819e-2e996f0ba91b" providerId="AD" clId="Web-{FE521D2E-0E3A-00CF-6404-D6572584B17B}" dt="2026-07-02T15:18:08.294" v="423" actId="20577"/>
          <ac:spMkLst>
            <pc:docMk/>
            <pc:sldMk cId="0" sldId="285"/>
            <ac:spMk id="3" creationId="{00000000-0000-0000-0000-000000000000}"/>
          </ac:spMkLst>
        </pc:spChg>
        <pc:spChg chg="mod">
          <ac:chgData name="Natalia Zartha Suarez" userId="S::nzsuarez@personalsoft.com::03830f32-af8f-49fd-819e-2e996f0ba91b" providerId="AD" clId="Web-{FE521D2E-0E3A-00CF-6404-D6572584B17B}" dt="2026-07-02T15:19:50.188" v="427" actId="20577"/>
          <ac:spMkLst>
            <pc:docMk/>
            <pc:sldMk cId="0" sldId="285"/>
            <ac:spMk id="24" creationId="{00000000-0000-0000-0000-000000000000}"/>
          </ac:spMkLst>
        </pc:spChg>
      </pc:sldChg>
    </pc:docChg>
  </pc:docChgLst>
  <pc:docChgLst>
    <pc:chgData name="Natalia Zartha Suarez" userId="S::nzsuarez@personalsoft.com::03830f32-af8f-49fd-819e-2e996f0ba91b" providerId="AD" clId="Web-{CAA3FCA6-5FB7-EAA7-F1DE-B39E1F2E9B5E}"/>
    <pc:docChg chg="modSld">
      <pc:chgData name="Natalia Zartha Suarez" userId="S::nzsuarez@personalsoft.com::03830f32-af8f-49fd-819e-2e996f0ba91b" providerId="AD" clId="Web-{CAA3FCA6-5FB7-EAA7-F1DE-B39E1F2E9B5E}" dt="2026-07-03T01:29:31.488" v="39" actId="20577"/>
      <pc:docMkLst>
        <pc:docMk/>
      </pc:docMkLst>
      <pc:sldChg chg="modSp">
        <pc:chgData name="Natalia Zartha Suarez" userId="S::nzsuarez@personalsoft.com::03830f32-af8f-49fd-819e-2e996f0ba91b" providerId="AD" clId="Web-{CAA3FCA6-5FB7-EAA7-F1DE-B39E1F2E9B5E}" dt="2026-07-03T01:29:31.488" v="39" actId="20577"/>
        <pc:sldMkLst>
          <pc:docMk/>
          <pc:sldMk cId="842929138" sldId="286"/>
        </pc:sldMkLst>
        <pc:spChg chg="mod">
          <ac:chgData name="Natalia Zartha Suarez" userId="S::nzsuarez@personalsoft.com::03830f32-af8f-49fd-819e-2e996f0ba91b" providerId="AD" clId="Web-{CAA3FCA6-5FB7-EAA7-F1DE-B39E1F2E9B5E}" dt="2026-07-03T01:24:34.782" v="12" actId="1076"/>
          <ac:spMkLst>
            <pc:docMk/>
            <pc:sldMk cId="842929138" sldId="286"/>
            <ac:spMk id="14" creationId="{D951AAA8-2D7D-0CA7-6335-100335DE90A3}"/>
          </ac:spMkLst>
        </pc:spChg>
        <pc:spChg chg="mod">
          <ac:chgData name="Natalia Zartha Suarez" userId="S::nzsuarez@personalsoft.com::03830f32-af8f-49fd-819e-2e996f0ba91b" providerId="AD" clId="Web-{CAA3FCA6-5FB7-EAA7-F1DE-B39E1F2E9B5E}" dt="2026-07-03T01:25:03.532" v="13" actId="1076"/>
          <ac:spMkLst>
            <pc:docMk/>
            <pc:sldMk cId="842929138" sldId="286"/>
            <ac:spMk id="35" creationId="{AD443C5D-CC75-E4FA-3A09-1F052E15C89A}"/>
          </ac:spMkLst>
        </pc:spChg>
        <pc:spChg chg="mod">
          <ac:chgData name="Natalia Zartha Suarez" userId="S::nzsuarez@personalsoft.com::03830f32-af8f-49fd-819e-2e996f0ba91b" providerId="AD" clId="Web-{CAA3FCA6-5FB7-EAA7-F1DE-B39E1F2E9B5E}" dt="2026-07-03T01:29:31.488" v="39" actId="20577"/>
          <ac:spMkLst>
            <pc:docMk/>
            <pc:sldMk cId="842929138" sldId="286"/>
            <ac:spMk id="172" creationId="{E9FE6999-A6A7-E2E8-7379-1C52E53878E7}"/>
          </ac:spMkLst>
        </pc:spChg>
      </pc:sldChg>
      <pc:sldChg chg="modSp">
        <pc:chgData name="Natalia Zartha Suarez" userId="S::nzsuarez@personalsoft.com::03830f32-af8f-49fd-819e-2e996f0ba91b" providerId="AD" clId="Web-{CAA3FCA6-5FB7-EAA7-F1DE-B39E1F2E9B5E}" dt="2026-07-03T01:25:16.861" v="26" actId="20577"/>
        <pc:sldMkLst>
          <pc:docMk/>
          <pc:sldMk cId="748627821" sldId="287"/>
        </pc:sldMkLst>
        <pc:spChg chg="mod">
          <ac:chgData name="Natalia Zartha Suarez" userId="S::nzsuarez@personalsoft.com::03830f32-af8f-49fd-819e-2e996f0ba91b" providerId="AD" clId="Web-{CAA3FCA6-5FB7-EAA7-F1DE-B39E1F2E9B5E}" dt="2026-07-03T01:25:16.861" v="26" actId="20577"/>
          <ac:spMkLst>
            <pc:docMk/>
            <pc:sldMk cId="748627821" sldId="287"/>
            <ac:spMk id="64" creationId="{BFC94FAC-A03D-2BBF-4601-BBD72FF20A2A}"/>
          </ac:spMkLst>
        </pc:spChg>
      </pc:sldChg>
    </pc:docChg>
  </pc:docChgLst>
  <pc:docChgLst>
    <pc:chgData name="Natalia Zartha Suarez" userId="S::nzsuarez@personalsoft.com::03830f32-af8f-49fd-819e-2e996f0ba91b" providerId="AD" clId="Web-{D903F2FC-2E42-2B6F-3F3E-405017785FDF}"/>
    <pc:docChg chg="addSld delSld modSld">
      <pc:chgData name="Natalia Zartha Suarez" userId="S::nzsuarez@personalsoft.com::03830f32-af8f-49fd-819e-2e996f0ba91b" providerId="AD" clId="Web-{D903F2FC-2E42-2B6F-3F3E-405017785FDF}" dt="2026-07-06T20:18:19.086" v="5"/>
      <pc:docMkLst>
        <pc:docMk/>
      </pc:docMkLst>
      <pc:sldChg chg="modSp">
        <pc:chgData name="Natalia Zartha Suarez" userId="S::nzsuarez@personalsoft.com::03830f32-af8f-49fd-819e-2e996f0ba91b" providerId="AD" clId="Web-{D903F2FC-2E42-2B6F-3F3E-405017785FDF}" dt="2026-07-06T20:17:17.678" v="0"/>
        <pc:sldMkLst>
          <pc:docMk/>
          <pc:sldMk cId="1785190774" sldId="284"/>
        </pc:sldMkLst>
        <pc:spChg chg="mod">
          <ac:chgData name="Natalia Zartha Suarez" userId="S::nzsuarez@personalsoft.com::03830f32-af8f-49fd-819e-2e996f0ba91b" providerId="AD" clId="Web-{D903F2FC-2E42-2B6F-3F3E-405017785FDF}" dt="2026-07-06T20:17:17.678" v="0"/>
          <ac:spMkLst>
            <pc:docMk/>
            <pc:sldMk cId="1785190774" sldId="284"/>
            <ac:spMk id="2" creationId="{88A34EB4-EAB6-374D-AAB2-4904B5444682}"/>
          </ac:spMkLst>
        </pc:spChg>
        <pc:spChg chg="mod">
          <ac:chgData name="Natalia Zartha Suarez" userId="S::nzsuarez@personalsoft.com::03830f32-af8f-49fd-819e-2e996f0ba91b" providerId="AD" clId="Web-{D903F2FC-2E42-2B6F-3F3E-405017785FDF}" dt="2026-07-06T20:17:17.678" v="0"/>
          <ac:spMkLst>
            <pc:docMk/>
            <pc:sldMk cId="1785190774" sldId="284"/>
            <ac:spMk id="16" creationId="{FB3D29B5-306B-10BF-34D3-CB3A5DA81246}"/>
          </ac:spMkLst>
        </pc:spChg>
        <pc:spChg chg="mod">
          <ac:chgData name="Natalia Zartha Suarez" userId="S::nzsuarez@personalsoft.com::03830f32-af8f-49fd-819e-2e996f0ba91b" providerId="AD" clId="Web-{D903F2FC-2E42-2B6F-3F3E-405017785FDF}" dt="2026-07-06T20:17:17.678" v="0"/>
          <ac:spMkLst>
            <pc:docMk/>
            <pc:sldMk cId="1785190774" sldId="284"/>
            <ac:spMk id="25" creationId="{9533F742-F8CB-2262-5B27-27057EAEC721}"/>
          </ac:spMkLst>
        </pc:spChg>
        <pc:spChg chg="mod">
          <ac:chgData name="Natalia Zartha Suarez" userId="S::nzsuarez@personalsoft.com::03830f32-af8f-49fd-819e-2e996f0ba91b" providerId="AD" clId="Web-{D903F2FC-2E42-2B6F-3F3E-405017785FDF}" dt="2026-07-06T20:17:17.678" v="0"/>
          <ac:spMkLst>
            <pc:docMk/>
            <pc:sldMk cId="1785190774" sldId="284"/>
            <ac:spMk id="26" creationId="{C2F10970-AEE1-B67F-8F16-C29EE26E19B7}"/>
          </ac:spMkLst>
        </pc:spChg>
        <pc:spChg chg="mod">
          <ac:chgData name="Natalia Zartha Suarez" userId="S::nzsuarez@personalsoft.com::03830f32-af8f-49fd-819e-2e996f0ba91b" providerId="AD" clId="Web-{D903F2FC-2E42-2B6F-3F3E-405017785FDF}" dt="2026-07-06T20:17:17.678" v="0"/>
          <ac:spMkLst>
            <pc:docMk/>
            <pc:sldMk cId="1785190774" sldId="284"/>
            <ac:spMk id="37" creationId="{0ABDBDA2-70E7-76C2-FB63-D060289E1ABC}"/>
          </ac:spMkLst>
        </pc:spChg>
        <pc:spChg chg="mod">
          <ac:chgData name="Natalia Zartha Suarez" userId="S::nzsuarez@personalsoft.com::03830f32-af8f-49fd-819e-2e996f0ba91b" providerId="AD" clId="Web-{D903F2FC-2E42-2B6F-3F3E-405017785FDF}" dt="2026-07-06T20:17:17.678" v="0"/>
          <ac:spMkLst>
            <pc:docMk/>
            <pc:sldMk cId="1785190774" sldId="284"/>
            <ac:spMk id="67" creationId="{599320AE-9425-E0EE-0D48-A2F7E84BBBF8}"/>
          </ac:spMkLst>
        </pc:spChg>
        <pc:spChg chg="mod">
          <ac:chgData name="Natalia Zartha Suarez" userId="S::nzsuarez@personalsoft.com::03830f32-af8f-49fd-819e-2e996f0ba91b" providerId="AD" clId="Web-{D903F2FC-2E42-2B6F-3F3E-405017785FDF}" dt="2026-07-06T20:17:17.678" v="0"/>
          <ac:spMkLst>
            <pc:docMk/>
            <pc:sldMk cId="1785190774" sldId="284"/>
            <ac:spMk id="79" creationId="{B5949E68-056C-33F2-3E85-1B03511EAEBF}"/>
          </ac:spMkLst>
        </pc:spChg>
        <pc:spChg chg="mod">
          <ac:chgData name="Natalia Zartha Suarez" userId="S::nzsuarez@personalsoft.com::03830f32-af8f-49fd-819e-2e996f0ba91b" providerId="AD" clId="Web-{D903F2FC-2E42-2B6F-3F3E-405017785FDF}" dt="2026-07-06T20:17:17.678" v="0"/>
          <ac:spMkLst>
            <pc:docMk/>
            <pc:sldMk cId="1785190774" sldId="284"/>
            <ac:spMk id="101" creationId="{DB11EB4B-9F15-561A-EBBE-13324B85528D}"/>
          </ac:spMkLst>
        </pc:spChg>
        <pc:spChg chg="mod">
          <ac:chgData name="Natalia Zartha Suarez" userId="S::nzsuarez@personalsoft.com::03830f32-af8f-49fd-819e-2e996f0ba91b" providerId="AD" clId="Web-{D903F2FC-2E42-2B6F-3F3E-405017785FDF}" dt="2026-07-06T20:17:17.678" v="0"/>
          <ac:spMkLst>
            <pc:docMk/>
            <pc:sldMk cId="1785190774" sldId="284"/>
            <ac:spMk id="117" creationId="{F065E83A-E2BF-E04C-BB71-B5617BE13D6B}"/>
          </ac:spMkLst>
        </pc:spChg>
        <pc:spChg chg="mod">
          <ac:chgData name="Natalia Zartha Suarez" userId="S::nzsuarez@personalsoft.com::03830f32-af8f-49fd-819e-2e996f0ba91b" providerId="AD" clId="Web-{D903F2FC-2E42-2B6F-3F3E-405017785FDF}" dt="2026-07-06T20:17:17.678" v="0"/>
          <ac:spMkLst>
            <pc:docMk/>
            <pc:sldMk cId="1785190774" sldId="284"/>
            <ac:spMk id="145" creationId="{A86EB768-C338-7E12-BEB1-FE025DAE1195}"/>
          </ac:spMkLst>
        </pc:spChg>
      </pc:sldChg>
    </pc:docChg>
  </pc:docChgLst>
  <pc:docChgLst>
    <pc:chgData name="Natalia Zartha Suarez" userId="S::nzsuarez@personalsoft.com::03830f32-af8f-49fd-819e-2e996f0ba91b" providerId="AD" clId="Web-{2161D477-6E9E-B56B-ECFA-FB26EBADB247}"/>
    <pc:docChg chg="modSld">
      <pc:chgData name="Natalia Zartha Suarez" userId="S::nzsuarez@personalsoft.com::03830f32-af8f-49fd-819e-2e996f0ba91b" providerId="AD" clId="Web-{2161D477-6E9E-B56B-ECFA-FB26EBADB247}" dt="2026-07-02T12:42:56.294" v="288" actId="20577"/>
      <pc:docMkLst>
        <pc:docMk/>
      </pc:docMkLst>
      <pc:sldChg chg="modSp">
        <pc:chgData name="Natalia Zartha Suarez" userId="S::nzsuarez@personalsoft.com::03830f32-af8f-49fd-819e-2e996f0ba91b" providerId="AD" clId="Web-{2161D477-6E9E-B56B-ECFA-FB26EBADB247}" dt="2026-07-02T12:38:01.679" v="254" actId="14100"/>
        <pc:sldMkLst>
          <pc:docMk/>
          <pc:sldMk cId="0" sldId="260"/>
        </pc:sldMkLst>
        <pc:spChg chg="mod">
          <ac:chgData name="Natalia Zartha Suarez" userId="S::nzsuarez@personalsoft.com::03830f32-af8f-49fd-819e-2e996f0ba91b" providerId="AD" clId="Web-{2161D477-6E9E-B56B-ECFA-FB26EBADB247}" dt="2026-07-02T12:38:01.679" v="254" actId="14100"/>
          <ac:spMkLst>
            <pc:docMk/>
            <pc:sldMk cId="0" sldId="260"/>
            <ac:spMk id="4" creationId="{ED1A1633-87B8-69A8-F58D-616529537203}"/>
          </ac:spMkLst>
        </pc:spChg>
        <pc:spChg chg="mod">
          <ac:chgData name="Natalia Zartha Suarez" userId="S::nzsuarez@personalsoft.com::03830f32-af8f-49fd-819e-2e996f0ba91b" providerId="AD" clId="Web-{2161D477-6E9E-B56B-ECFA-FB26EBADB247}" dt="2026-07-02T12:37:54.210" v="253" actId="14100"/>
          <ac:spMkLst>
            <pc:docMk/>
            <pc:sldMk cId="0" sldId="260"/>
            <ac:spMk id="131" creationId="{00000000-0000-0000-0000-000000000000}"/>
          </ac:spMkLst>
        </pc:spChg>
      </pc:sldChg>
      <pc:sldChg chg="modSp">
        <pc:chgData name="Natalia Zartha Suarez" userId="S::nzsuarez@personalsoft.com::03830f32-af8f-49fd-819e-2e996f0ba91b" providerId="AD" clId="Web-{2161D477-6E9E-B56B-ECFA-FB26EBADB247}" dt="2026-07-02T12:22:16.331" v="42" actId="1076"/>
        <pc:sldMkLst>
          <pc:docMk/>
          <pc:sldMk cId="0" sldId="262"/>
        </pc:sldMkLst>
        <pc:spChg chg="mod">
          <ac:chgData name="Natalia Zartha Suarez" userId="S::nzsuarez@personalsoft.com::03830f32-af8f-49fd-819e-2e996f0ba91b" providerId="AD" clId="Web-{2161D477-6E9E-B56B-ECFA-FB26EBADB247}" dt="2026-07-02T12:22:16.331" v="42" actId="1076"/>
          <ac:spMkLst>
            <pc:docMk/>
            <pc:sldMk cId="0" sldId="262"/>
            <ac:spMk id="146" creationId="{00000000-0000-0000-0000-000000000000}"/>
          </ac:spMkLst>
        </pc:spChg>
      </pc:sldChg>
      <pc:sldChg chg="modSp">
        <pc:chgData name="Natalia Zartha Suarez" userId="S::nzsuarez@personalsoft.com::03830f32-af8f-49fd-819e-2e996f0ba91b" providerId="AD" clId="Web-{2161D477-6E9E-B56B-ECFA-FB26EBADB247}" dt="2026-07-02T12:42:56.294" v="288" actId="20577"/>
        <pc:sldMkLst>
          <pc:docMk/>
          <pc:sldMk cId="0" sldId="266"/>
        </pc:sldMkLst>
        <pc:spChg chg="mod">
          <ac:chgData name="Natalia Zartha Suarez" userId="S::nzsuarez@personalsoft.com::03830f32-af8f-49fd-819e-2e996f0ba91b" providerId="AD" clId="Web-{2161D477-6E9E-B56B-ECFA-FB26EBADB247}" dt="2026-07-02T12:42:56.294" v="288" actId="20577"/>
          <ac:spMkLst>
            <pc:docMk/>
            <pc:sldMk cId="0" sldId="266"/>
            <ac:spMk id="56" creationId="{3F5665C4-39A2-D097-D477-4A14BD58842A}"/>
          </ac:spMkLst>
        </pc:spChg>
      </pc:sldChg>
      <pc:sldChg chg="modSp">
        <pc:chgData name="Natalia Zartha Suarez" userId="S::nzsuarez@personalsoft.com::03830f32-af8f-49fd-819e-2e996f0ba91b" providerId="AD" clId="Web-{2161D477-6E9E-B56B-ECFA-FB26EBADB247}" dt="2026-07-02T12:38:53.339" v="283" actId="20577"/>
        <pc:sldMkLst>
          <pc:docMk/>
          <pc:sldMk cId="590371081" sldId="270"/>
        </pc:sldMkLst>
        <pc:spChg chg="mod">
          <ac:chgData name="Natalia Zartha Suarez" userId="S::nzsuarez@personalsoft.com::03830f32-af8f-49fd-819e-2e996f0ba91b" providerId="AD" clId="Web-{2161D477-6E9E-B56B-ECFA-FB26EBADB247}" dt="2026-07-02T12:38:53.339" v="283" actId="20577"/>
          <ac:spMkLst>
            <pc:docMk/>
            <pc:sldMk cId="590371081" sldId="270"/>
            <ac:spMk id="3" creationId="{52DEC60A-957A-9F54-0195-287D0DD1F228}"/>
          </ac:spMkLst>
        </pc:spChg>
      </pc:sldChg>
      <pc:sldChg chg="modSp modNotes">
        <pc:chgData name="Natalia Zartha Suarez" userId="S::nzsuarez@personalsoft.com::03830f32-af8f-49fd-819e-2e996f0ba91b" providerId="AD" clId="Web-{2161D477-6E9E-B56B-ECFA-FB26EBADB247}" dt="2026-07-02T12:36:31.501" v="243"/>
        <pc:sldMkLst>
          <pc:docMk/>
          <pc:sldMk cId="0" sldId="285"/>
        </pc:sldMkLst>
        <pc:spChg chg="mod">
          <ac:chgData name="Natalia Zartha Suarez" userId="S::nzsuarez@personalsoft.com::03830f32-af8f-49fd-819e-2e996f0ba91b" providerId="AD" clId="Web-{2161D477-6E9E-B56B-ECFA-FB26EBADB247}" dt="2026-07-02T12:33:48.615" v="202" actId="20577"/>
          <ac:spMkLst>
            <pc:docMk/>
            <pc:sldMk cId="0" sldId="285"/>
            <ac:spMk id="2" creationId="{00000000-0000-0000-0000-000000000000}"/>
          </ac:spMkLst>
        </pc:spChg>
        <pc:spChg chg="mod">
          <ac:chgData name="Natalia Zartha Suarez" userId="S::nzsuarez@personalsoft.com::03830f32-af8f-49fd-819e-2e996f0ba91b" providerId="AD" clId="Web-{2161D477-6E9E-B56B-ECFA-FB26EBADB247}" dt="2026-07-02T12:32:36.469" v="197" actId="20577"/>
          <ac:spMkLst>
            <pc:docMk/>
            <pc:sldMk cId="0" sldId="285"/>
            <ac:spMk id="21" creationId="{00000000-0000-0000-0000-000000000000}"/>
          </ac:spMkLst>
        </pc:spChg>
        <pc:spChg chg="mod">
          <ac:chgData name="Natalia Zartha Suarez" userId="S::nzsuarez@personalsoft.com::03830f32-af8f-49fd-819e-2e996f0ba91b" providerId="AD" clId="Web-{2161D477-6E9E-B56B-ECFA-FB26EBADB247}" dt="2026-07-02T12:33:12.690" v="199" actId="20577"/>
          <ac:spMkLst>
            <pc:docMk/>
            <pc:sldMk cId="0" sldId="285"/>
            <ac:spMk id="22" creationId="{00000000-0000-0000-0000-000000000000}"/>
          </ac:spMkLst>
        </pc:spChg>
        <pc:spChg chg="mod">
          <ac:chgData name="Natalia Zartha Suarez" userId="S::nzsuarez@personalsoft.com::03830f32-af8f-49fd-819e-2e996f0ba91b" providerId="AD" clId="Web-{2161D477-6E9E-B56B-ECFA-FB26EBADB247}" dt="2026-07-02T12:35:31.763" v="207" actId="20577"/>
          <ac:spMkLst>
            <pc:docMk/>
            <pc:sldMk cId="0" sldId="285"/>
            <ac:spMk id="24" creationId="{00000000-0000-0000-0000-000000000000}"/>
          </ac:spMkLst>
        </pc:spChg>
        <pc:spChg chg="mod">
          <ac:chgData name="Natalia Zartha Suarez" userId="S::nzsuarez@personalsoft.com::03830f32-af8f-49fd-819e-2e996f0ba91b" providerId="AD" clId="Web-{2161D477-6E9E-B56B-ECFA-FB26EBADB247}" dt="2026-07-02T12:32:44.438" v="198" actId="20577"/>
          <ac:spMkLst>
            <pc:docMk/>
            <pc:sldMk cId="0" sldId="285"/>
            <ac:spMk id="32" creationId="{00000000-0000-0000-0000-000000000000}"/>
          </ac:spMkLst>
        </pc:spChg>
      </pc:sldChg>
    </pc:docChg>
  </pc:docChgLst>
  <pc:docChgLst>
    <pc:chgData name="Natalia Zartha Suarez" userId="S::nzsuarez@personalsoft.com::03830f32-af8f-49fd-819e-2e996f0ba91b" providerId="AD" clId="Web-{42F75DD7-A174-D58A-A693-BD1BDDDBFB90}"/>
    <pc:docChg chg="delSld">
      <pc:chgData name="Natalia Zartha Suarez" userId="S::nzsuarez@personalsoft.com::03830f32-af8f-49fd-819e-2e996f0ba91b" providerId="AD" clId="Web-{42F75DD7-A174-D58A-A693-BD1BDDDBFB90}" dt="2026-07-08T19:20:45.760" v="1"/>
      <pc:docMkLst>
        <pc:docMk/>
      </pc:docMkLst>
      <pc:sldChg chg="del">
        <pc:chgData name="Natalia Zartha Suarez" userId="S::nzsuarez@personalsoft.com::03830f32-af8f-49fd-819e-2e996f0ba91b" providerId="AD" clId="Web-{42F75DD7-A174-D58A-A693-BD1BDDDBFB90}" dt="2026-07-08T19:20:45.760" v="1"/>
        <pc:sldMkLst>
          <pc:docMk/>
          <pc:sldMk cId="3452757276" sldId="288"/>
        </pc:sldMkLst>
      </pc:sldChg>
      <pc:sldChg chg="del">
        <pc:chgData name="Natalia Zartha Suarez" userId="S::nzsuarez@personalsoft.com::03830f32-af8f-49fd-819e-2e996f0ba91b" providerId="AD" clId="Web-{42F75DD7-A174-D58A-A693-BD1BDDDBFB90}" dt="2026-07-08T19:20:45.745" v="0"/>
        <pc:sldMkLst>
          <pc:docMk/>
          <pc:sldMk cId="409583974" sldId="289"/>
        </pc:sldMkLst>
      </pc:sldChg>
    </pc:docChg>
  </pc:docChgLst>
  <pc:docChgLst>
    <pc:chgData name="Natalia Zartha Suarez" userId="S::nzsuarez@personalsoft.com::03830f32-af8f-49fd-819e-2e996f0ba91b" providerId="AD" clId="Web-{F61C198F-8C16-829C-61DA-367F3471046A}"/>
    <pc:docChg chg="modSld">
      <pc:chgData name="Natalia Zartha Suarez" userId="S::nzsuarez@personalsoft.com::03830f32-af8f-49fd-819e-2e996f0ba91b" providerId="AD" clId="Web-{F61C198F-8C16-829C-61DA-367F3471046A}" dt="2026-07-07T16:30:06.371" v="425" actId="20577"/>
      <pc:docMkLst>
        <pc:docMk/>
      </pc:docMkLst>
      <pc:sldChg chg="modSp">
        <pc:chgData name="Natalia Zartha Suarez" userId="S::nzsuarez@personalsoft.com::03830f32-af8f-49fd-819e-2e996f0ba91b" providerId="AD" clId="Web-{F61C198F-8C16-829C-61DA-367F3471046A}" dt="2026-07-07T14:54:45.146" v="57"/>
        <pc:sldMkLst>
          <pc:docMk/>
          <pc:sldMk cId="1785190774" sldId="284"/>
        </pc:sldMkLst>
        <pc:spChg chg="mod">
          <ac:chgData name="Natalia Zartha Suarez" userId="S::nzsuarez@personalsoft.com::03830f32-af8f-49fd-819e-2e996f0ba91b" providerId="AD" clId="Web-{F61C198F-8C16-829C-61DA-367F3471046A}" dt="2026-07-07T14:54:45.146" v="57"/>
          <ac:spMkLst>
            <pc:docMk/>
            <pc:sldMk cId="1785190774" sldId="284"/>
            <ac:spMk id="3" creationId="{68104DF1-1946-F3B0-6B4A-F9D83311EBF8}"/>
          </ac:spMkLst>
        </pc:spChg>
        <pc:spChg chg="mod">
          <ac:chgData name="Natalia Zartha Suarez" userId="S::nzsuarez@personalsoft.com::03830f32-af8f-49fd-819e-2e996f0ba91b" providerId="AD" clId="Web-{F61C198F-8C16-829C-61DA-367F3471046A}" dt="2026-07-07T14:54:45.146" v="57"/>
          <ac:spMkLst>
            <pc:docMk/>
            <pc:sldMk cId="1785190774" sldId="284"/>
            <ac:spMk id="25" creationId="{9533F742-F8CB-2262-5B27-27057EAEC721}"/>
          </ac:spMkLst>
        </pc:spChg>
        <pc:spChg chg="mod">
          <ac:chgData name="Natalia Zartha Suarez" userId="S::nzsuarez@personalsoft.com::03830f32-af8f-49fd-819e-2e996f0ba91b" providerId="AD" clId="Web-{F61C198F-8C16-829C-61DA-367F3471046A}" dt="2026-07-07T14:54:45.146" v="57"/>
          <ac:spMkLst>
            <pc:docMk/>
            <pc:sldMk cId="1785190774" sldId="284"/>
            <ac:spMk id="37" creationId="{0ABDBDA2-70E7-76C2-FB63-D060289E1ABC}"/>
          </ac:spMkLst>
        </pc:spChg>
        <pc:spChg chg="mod">
          <ac:chgData name="Natalia Zartha Suarez" userId="S::nzsuarez@personalsoft.com::03830f32-af8f-49fd-819e-2e996f0ba91b" providerId="AD" clId="Web-{F61C198F-8C16-829C-61DA-367F3471046A}" dt="2026-07-07T14:54:45.146" v="57"/>
          <ac:spMkLst>
            <pc:docMk/>
            <pc:sldMk cId="1785190774" sldId="284"/>
            <ac:spMk id="68" creationId="{47B8E293-5090-0E6D-9C25-15D444122460}"/>
          </ac:spMkLst>
        </pc:spChg>
        <pc:spChg chg="mod">
          <ac:chgData name="Natalia Zartha Suarez" userId="S::nzsuarez@personalsoft.com::03830f32-af8f-49fd-819e-2e996f0ba91b" providerId="AD" clId="Web-{F61C198F-8C16-829C-61DA-367F3471046A}" dt="2026-07-07T14:54:45.146" v="57"/>
          <ac:spMkLst>
            <pc:docMk/>
            <pc:sldMk cId="1785190774" sldId="284"/>
            <ac:spMk id="69" creationId="{87C3A839-DD6E-0D32-B15E-B4795906375A}"/>
          </ac:spMkLst>
        </pc:spChg>
        <pc:spChg chg="mod">
          <ac:chgData name="Natalia Zartha Suarez" userId="S::nzsuarez@personalsoft.com::03830f32-af8f-49fd-819e-2e996f0ba91b" providerId="AD" clId="Web-{F61C198F-8C16-829C-61DA-367F3471046A}" dt="2026-07-07T14:54:45.146" v="57"/>
          <ac:spMkLst>
            <pc:docMk/>
            <pc:sldMk cId="1785190774" sldId="284"/>
            <ac:spMk id="79" creationId="{B5949E68-056C-33F2-3E85-1B03511EAEBF}"/>
          </ac:spMkLst>
        </pc:spChg>
        <pc:spChg chg="mod">
          <ac:chgData name="Natalia Zartha Suarez" userId="S::nzsuarez@personalsoft.com::03830f32-af8f-49fd-819e-2e996f0ba91b" providerId="AD" clId="Web-{F61C198F-8C16-829C-61DA-367F3471046A}" dt="2026-07-07T14:54:45.146" v="57"/>
          <ac:spMkLst>
            <pc:docMk/>
            <pc:sldMk cId="1785190774" sldId="284"/>
            <ac:spMk id="91" creationId="{A44F1890-C67D-07B7-EF9C-B20145399B2E}"/>
          </ac:spMkLst>
        </pc:spChg>
        <pc:spChg chg="mod">
          <ac:chgData name="Natalia Zartha Suarez" userId="S::nzsuarez@personalsoft.com::03830f32-af8f-49fd-819e-2e996f0ba91b" providerId="AD" clId="Web-{F61C198F-8C16-829C-61DA-367F3471046A}" dt="2026-07-07T14:54:45.146" v="57"/>
          <ac:spMkLst>
            <pc:docMk/>
            <pc:sldMk cId="1785190774" sldId="284"/>
            <ac:spMk id="98" creationId="{5C8154C9-FDD9-A1A7-53F3-73936BCFAAE5}"/>
          </ac:spMkLst>
        </pc:spChg>
        <pc:spChg chg="mod">
          <ac:chgData name="Natalia Zartha Suarez" userId="S::nzsuarez@personalsoft.com::03830f32-af8f-49fd-819e-2e996f0ba91b" providerId="AD" clId="Web-{F61C198F-8C16-829C-61DA-367F3471046A}" dt="2026-07-07T14:54:45.146" v="57"/>
          <ac:spMkLst>
            <pc:docMk/>
            <pc:sldMk cId="1785190774" sldId="284"/>
            <ac:spMk id="117" creationId="{F065E83A-E2BF-E04C-BB71-B5617BE13D6B}"/>
          </ac:spMkLst>
        </pc:spChg>
        <pc:spChg chg="mod">
          <ac:chgData name="Natalia Zartha Suarez" userId="S::nzsuarez@personalsoft.com::03830f32-af8f-49fd-819e-2e996f0ba91b" providerId="AD" clId="Web-{F61C198F-8C16-829C-61DA-367F3471046A}" dt="2026-07-07T14:54:45.146" v="57"/>
          <ac:spMkLst>
            <pc:docMk/>
            <pc:sldMk cId="1785190774" sldId="284"/>
            <ac:spMk id="147" creationId="{972983CC-4FB7-3A67-69DC-86CDCCBB02FD}"/>
          </ac:spMkLst>
        </pc:spChg>
      </pc:sldChg>
      <pc:sldChg chg="delSp modSp">
        <pc:chgData name="Natalia Zartha Suarez" userId="S::nzsuarez@personalsoft.com::03830f32-af8f-49fd-819e-2e996f0ba91b" providerId="AD" clId="Web-{F61C198F-8C16-829C-61DA-367F3471046A}" dt="2026-07-07T16:30:06.371" v="425" actId="20577"/>
        <pc:sldMkLst>
          <pc:docMk/>
          <pc:sldMk cId="0" sldId="285"/>
        </pc:sldMkLst>
        <pc:spChg chg="mod">
          <ac:chgData name="Natalia Zartha Suarez" userId="S::nzsuarez@personalsoft.com::03830f32-af8f-49fd-819e-2e996f0ba91b" providerId="AD" clId="Web-{F61C198F-8C16-829C-61DA-367F3471046A}" dt="2026-07-07T16:30:06.371" v="425" actId="20577"/>
          <ac:spMkLst>
            <pc:docMk/>
            <pc:sldMk cId="0" sldId="285"/>
            <ac:spMk id="20" creationId="{00000000-0000-0000-0000-000000000000}"/>
          </ac:spMkLst>
        </pc:spChg>
      </pc:sldChg>
      <pc:sldChg chg="delSp modSp">
        <pc:chgData name="Natalia Zartha Suarez" userId="S::nzsuarez@personalsoft.com::03830f32-af8f-49fd-819e-2e996f0ba91b" providerId="AD" clId="Web-{F61C198F-8C16-829C-61DA-367F3471046A}" dt="2026-07-07T16:03:54.229" v="414" actId="1076"/>
        <pc:sldMkLst>
          <pc:docMk/>
          <pc:sldMk cId="1358539403" sldId="290"/>
        </pc:sldMkLst>
        <pc:spChg chg="mod">
          <ac:chgData name="Natalia Zartha Suarez" userId="S::nzsuarez@personalsoft.com::03830f32-af8f-49fd-819e-2e996f0ba91b" providerId="AD" clId="Web-{F61C198F-8C16-829C-61DA-367F3471046A}" dt="2026-07-07T14:54:45.146" v="57"/>
          <ac:spMkLst>
            <pc:docMk/>
            <pc:sldMk cId="1358539403" sldId="290"/>
            <ac:spMk id="9" creationId="{37882BB2-7745-6B2C-47FA-247DABAAA7A1}"/>
          </ac:spMkLst>
        </pc:spChg>
        <pc:spChg chg="mod">
          <ac:chgData name="Natalia Zartha Suarez" userId="S::nzsuarez@personalsoft.com::03830f32-af8f-49fd-819e-2e996f0ba91b" providerId="AD" clId="Web-{F61C198F-8C16-829C-61DA-367F3471046A}" dt="2026-07-07T14:54:45.146" v="57"/>
          <ac:spMkLst>
            <pc:docMk/>
            <pc:sldMk cId="1358539403" sldId="290"/>
            <ac:spMk id="11" creationId="{741FB8C1-F80B-2D3D-533D-BC99790B6FDC}"/>
          </ac:spMkLst>
        </pc:spChg>
        <pc:spChg chg="mod">
          <ac:chgData name="Natalia Zartha Suarez" userId="S::nzsuarez@personalsoft.com::03830f32-af8f-49fd-819e-2e996f0ba91b" providerId="AD" clId="Web-{F61C198F-8C16-829C-61DA-367F3471046A}" dt="2026-07-07T14:46:39.629" v="30" actId="1076"/>
          <ac:spMkLst>
            <pc:docMk/>
            <pc:sldMk cId="1358539403" sldId="290"/>
            <ac:spMk id="23" creationId="{46B7E8F6-4C9F-CD3A-6BD9-EECDBAC34F88}"/>
          </ac:spMkLst>
        </pc:spChg>
        <pc:spChg chg="mod">
          <ac:chgData name="Natalia Zartha Suarez" userId="S::nzsuarez@personalsoft.com::03830f32-af8f-49fd-819e-2e996f0ba91b" providerId="AD" clId="Web-{F61C198F-8C16-829C-61DA-367F3471046A}" dt="2026-07-07T14:47:18.459" v="42" actId="1076"/>
          <ac:spMkLst>
            <pc:docMk/>
            <pc:sldMk cId="1358539403" sldId="290"/>
            <ac:spMk id="25" creationId="{A8D7DC06-B57E-62F5-577F-ED2309A30092}"/>
          </ac:spMkLst>
        </pc:spChg>
        <pc:spChg chg="mod">
          <ac:chgData name="Natalia Zartha Suarez" userId="S::nzsuarez@personalsoft.com::03830f32-af8f-49fd-819e-2e996f0ba91b" providerId="AD" clId="Web-{F61C198F-8C16-829C-61DA-367F3471046A}" dt="2026-07-07T14:46:48.067" v="31" actId="14100"/>
          <ac:spMkLst>
            <pc:docMk/>
            <pc:sldMk cId="1358539403" sldId="290"/>
            <ac:spMk id="131" creationId="{6382B717-C215-9586-0C14-654C3B4DDC0B}"/>
          </ac:spMkLst>
        </pc:spChg>
        <pc:spChg chg="mod">
          <ac:chgData name="Natalia Zartha Suarez" userId="S::nzsuarez@personalsoft.com::03830f32-af8f-49fd-819e-2e996f0ba91b" providerId="AD" clId="Web-{F61C198F-8C16-829C-61DA-367F3471046A}" dt="2026-07-07T14:46:50.817" v="33" actId="1076"/>
          <ac:spMkLst>
            <pc:docMk/>
            <pc:sldMk cId="1358539403" sldId="290"/>
            <ac:spMk id="132" creationId="{F4DB8385-54D7-60E5-0527-FD1274CCC5D2}"/>
          </ac:spMkLst>
        </pc:spChg>
        <pc:spChg chg="mod">
          <ac:chgData name="Natalia Zartha Suarez" userId="S::nzsuarez@personalsoft.com::03830f32-af8f-49fd-819e-2e996f0ba91b" providerId="AD" clId="Web-{F61C198F-8C16-829C-61DA-367F3471046A}" dt="2026-07-07T14:47:26.615" v="50" actId="1076"/>
          <ac:spMkLst>
            <pc:docMk/>
            <pc:sldMk cId="1358539403" sldId="290"/>
            <ac:spMk id="162" creationId="{9FC1D5E0-CEE7-396C-35CD-CE57B82CB9D7}"/>
          </ac:spMkLst>
        </pc:spChg>
        <pc:spChg chg="mod">
          <ac:chgData name="Natalia Zartha Suarez" userId="S::nzsuarez@personalsoft.com::03830f32-af8f-49fd-819e-2e996f0ba91b" providerId="AD" clId="Web-{F61C198F-8C16-829C-61DA-367F3471046A}" dt="2026-07-07T14:47:29.115" v="51" actId="1076"/>
          <ac:spMkLst>
            <pc:docMk/>
            <pc:sldMk cId="1358539403" sldId="290"/>
            <ac:spMk id="163" creationId="{130AC089-52A0-57DE-4EF6-A870849161A4}"/>
          </ac:spMkLst>
        </pc:spChg>
        <pc:spChg chg="mod">
          <ac:chgData name="Natalia Zartha Suarez" userId="S::nzsuarez@personalsoft.com::03830f32-af8f-49fd-819e-2e996f0ba91b" providerId="AD" clId="Web-{F61C198F-8C16-829C-61DA-367F3471046A}" dt="2026-07-07T15:01:53.067" v="281" actId="14100"/>
          <ac:spMkLst>
            <pc:docMk/>
            <pc:sldMk cId="1358539403" sldId="290"/>
            <ac:spMk id="171" creationId="{DC4725BD-ED8B-65C7-C15E-3A28C20E37B0}"/>
          </ac:spMkLst>
        </pc:spChg>
        <pc:spChg chg="mod">
          <ac:chgData name="Natalia Zartha Suarez" userId="S::nzsuarez@personalsoft.com::03830f32-af8f-49fd-819e-2e996f0ba91b" providerId="AD" clId="Web-{F61C198F-8C16-829C-61DA-367F3471046A}" dt="2026-07-07T15:01:55.989" v="282" actId="1076"/>
          <ac:spMkLst>
            <pc:docMk/>
            <pc:sldMk cId="1358539403" sldId="290"/>
            <ac:spMk id="172" creationId="{00525969-E2DC-EFD9-ED20-2FE91A11D63B}"/>
          </ac:spMkLst>
        </pc:spChg>
        <pc:spChg chg="mod">
          <ac:chgData name="Natalia Zartha Suarez" userId="S::nzsuarez@personalsoft.com::03830f32-af8f-49fd-819e-2e996f0ba91b" providerId="AD" clId="Web-{F61C198F-8C16-829C-61DA-367F3471046A}" dt="2026-07-07T16:03:51.432" v="413" actId="14100"/>
          <ac:spMkLst>
            <pc:docMk/>
            <pc:sldMk cId="1358539403" sldId="290"/>
            <ac:spMk id="173" creationId="{235C75B2-0720-AB3E-D85A-CE8EBA10A54E}"/>
          </ac:spMkLst>
        </pc:spChg>
        <pc:spChg chg="mod">
          <ac:chgData name="Natalia Zartha Suarez" userId="S::nzsuarez@personalsoft.com::03830f32-af8f-49fd-819e-2e996f0ba91b" providerId="AD" clId="Web-{F61C198F-8C16-829C-61DA-367F3471046A}" dt="2026-07-07T16:03:54.229" v="414" actId="1076"/>
          <ac:spMkLst>
            <pc:docMk/>
            <pc:sldMk cId="1358539403" sldId="290"/>
            <ac:spMk id="175" creationId="{BB1C42E6-881A-D8F5-CAFF-E0E57A259397}"/>
          </ac:spMkLst>
        </pc:spChg>
        <pc:spChg chg="mod">
          <ac:chgData name="Natalia Zartha Suarez" userId="S::nzsuarez@personalsoft.com::03830f32-af8f-49fd-819e-2e996f0ba91b" providerId="AD" clId="Web-{F61C198F-8C16-829C-61DA-367F3471046A}" dt="2026-07-07T14:47:33.475" v="53" actId="1076"/>
          <ac:spMkLst>
            <pc:docMk/>
            <pc:sldMk cId="1358539403" sldId="290"/>
            <ac:spMk id="178" creationId="{B852DB45-3B81-C168-A565-CF9B308C09B6}"/>
          </ac:spMkLst>
        </pc:spChg>
        <pc:spChg chg="mod">
          <ac:chgData name="Natalia Zartha Suarez" userId="S::nzsuarez@personalsoft.com::03830f32-af8f-49fd-819e-2e996f0ba91b" providerId="AD" clId="Web-{F61C198F-8C16-829C-61DA-367F3471046A}" dt="2026-07-07T14:47:31.303" v="52" actId="1076"/>
          <ac:spMkLst>
            <pc:docMk/>
            <pc:sldMk cId="1358539403" sldId="290"/>
            <ac:spMk id="180" creationId="{5B16DE53-D4DE-C70C-39F3-FC931AADA4B0}"/>
          </ac:spMkLst>
        </pc:spChg>
        <pc:spChg chg="mod">
          <ac:chgData name="Natalia Zartha Suarez" userId="S::nzsuarez@personalsoft.com::03830f32-af8f-49fd-819e-2e996f0ba91b" providerId="AD" clId="Web-{F61C198F-8C16-829C-61DA-367F3471046A}" dt="2026-07-07T14:47:24.522" v="48" actId="1076"/>
          <ac:spMkLst>
            <pc:docMk/>
            <pc:sldMk cId="1358539403" sldId="290"/>
            <ac:spMk id="181" creationId="{F257AA23-8634-C9B4-87B8-9993F08348BB}"/>
          </ac:spMkLst>
        </pc:spChg>
        <pc:spChg chg="mod">
          <ac:chgData name="Natalia Zartha Suarez" userId="S::nzsuarez@personalsoft.com::03830f32-af8f-49fd-819e-2e996f0ba91b" providerId="AD" clId="Web-{F61C198F-8C16-829C-61DA-367F3471046A}" dt="2026-07-07T14:47:24.615" v="49" actId="1076"/>
          <ac:spMkLst>
            <pc:docMk/>
            <pc:sldMk cId="1358539403" sldId="290"/>
            <ac:spMk id="182" creationId="{F6DF06AC-2B92-27BB-9E76-9C8C0E343E14}"/>
          </ac:spMkLst>
        </pc:spChg>
        <pc:spChg chg="mod">
          <ac:chgData name="Natalia Zartha Suarez" userId="S::nzsuarez@personalsoft.com::03830f32-af8f-49fd-819e-2e996f0ba91b" providerId="AD" clId="Web-{F61C198F-8C16-829C-61DA-367F3471046A}" dt="2026-07-07T14:57:26.651" v="146" actId="1076"/>
          <ac:spMkLst>
            <pc:docMk/>
            <pc:sldMk cId="1358539403" sldId="290"/>
            <ac:spMk id="204" creationId="{78627ABC-B033-ACB5-9116-D15DBA26E4D0}"/>
          </ac:spMkLst>
        </pc:spChg>
        <pc:grpChg chg="mod">
          <ac:chgData name="Natalia Zartha Suarez" userId="S::nzsuarez@personalsoft.com::03830f32-af8f-49fd-819e-2e996f0ba91b" providerId="AD" clId="Web-{F61C198F-8C16-829C-61DA-367F3471046A}" dt="2026-07-07T14:47:17.099" v="41" actId="1076"/>
          <ac:grpSpMkLst>
            <pc:docMk/>
            <pc:sldMk cId="1358539403" sldId="290"/>
            <ac:grpSpMk id="15" creationId="{16221CA3-E7B3-957B-18B7-DC1C10BC6571}"/>
          </ac:grpSpMkLst>
        </pc:grpChg>
        <pc:grpChg chg="mod">
          <ac:chgData name="Natalia Zartha Suarez" userId="S::nzsuarez@personalsoft.com::03830f32-af8f-49fd-819e-2e996f0ba91b" providerId="AD" clId="Web-{F61C198F-8C16-829C-61DA-367F3471046A}" dt="2026-07-07T14:46:57.880" v="35" actId="14100"/>
          <ac:grpSpMkLst>
            <pc:docMk/>
            <pc:sldMk cId="1358539403" sldId="290"/>
            <ac:grpSpMk id="36" creationId="{83696145-9F54-4D8F-4384-A812F58B4A0E}"/>
          </ac:grpSpMkLst>
        </pc:grpChg>
        <pc:grpChg chg="mod">
          <ac:chgData name="Natalia Zartha Suarez" userId="S::nzsuarez@personalsoft.com::03830f32-af8f-49fd-819e-2e996f0ba91b" providerId="AD" clId="Web-{F61C198F-8C16-829C-61DA-367F3471046A}" dt="2026-07-07T15:01:48.645" v="279" actId="1076"/>
          <ac:grpSpMkLst>
            <pc:docMk/>
            <pc:sldMk cId="1358539403" sldId="290"/>
            <ac:grpSpMk id="47" creationId="{E752F488-CC0B-2A12-AF8B-5278E4372119}"/>
          </ac:grpSpMkLst>
        </pc:grpChg>
        <pc:cxnChg chg="mod">
          <ac:chgData name="Natalia Zartha Suarez" userId="S::nzsuarez@personalsoft.com::03830f32-af8f-49fd-819e-2e996f0ba91b" providerId="AD" clId="Web-{F61C198F-8C16-829C-61DA-367F3471046A}" dt="2026-07-07T14:47:24.022" v="43" actId="1076"/>
          <ac:cxnSpMkLst>
            <pc:docMk/>
            <pc:sldMk cId="1358539403" sldId="290"/>
            <ac:cxnSpMk id="154" creationId="{BCD917FC-1786-17FD-42AB-06BA124DBFBD}"/>
          </ac:cxnSpMkLst>
        </pc:cxnChg>
        <pc:cxnChg chg="mod">
          <ac:chgData name="Natalia Zartha Suarez" userId="S::nzsuarez@personalsoft.com::03830f32-af8f-49fd-819e-2e996f0ba91b" providerId="AD" clId="Web-{F61C198F-8C16-829C-61DA-367F3471046A}" dt="2026-07-07T14:46:54.646" v="34" actId="1076"/>
          <ac:cxnSpMkLst>
            <pc:docMk/>
            <pc:sldMk cId="1358539403" sldId="290"/>
            <ac:cxnSpMk id="158" creationId="{B792CCEE-F9DA-9FD4-33EC-028D268BB735}"/>
          </ac:cxnSpMkLst>
        </pc:cxnChg>
      </pc:sldChg>
      <pc:sldChg chg="addSp delSp modSp">
        <pc:chgData name="Natalia Zartha Suarez" userId="S::nzsuarez@personalsoft.com::03830f32-af8f-49fd-819e-2e996f0ba91b" providerId="AD" clId="Web-{F61C198F-8C16-829C-61DA-367F3471046A}" dt="2026-07-07T15:04:48.322" v="408" actId="20577"/>
        <pc:sldMkLst>
          <pc:docMk/>
          <pc:sldMk cId="1639542909" sldId="291"/>
        </pc:sldMkLst>
        <pc:spChg chg="mod">
          <ac:chgData name="Natalia Zartha Suarez" userId="S::nzsuarez@personalsoft.com::03830f32-af8f-49fd-819e-2e996f0ba91b" providerId="AD" clId="Web-{F61C198F-8C16-829C-61DA-367F3471046A}" dt="2026-07-07T14:55:16.303" v="65" actId="20577"/>
          <ac:spMkLst>
            <pc:docMk/>
            <pc:sldMk cId="1639542909" sldId="291"/>
            <ac:spMk id="19" creationId="{E550BBAD-2BE0-02C6-E657-DB3053B74EC0}"/>
          </ac:spMkLst>
        </pc:spChg>
        <pc:spChg chg="mod">
          <ac:chgData name="Natalia Zartha Suarez" userId="S::nzsuarez@personalsoft.com::03830f32-af8f-49fd-819e-2e996f0ba91b" providerId="AD" clId="Web-{F61C198F-8C16-829C-61DA-367F3471046A}" dt="2026-07-07T15:04:03.462" v="383" actId="20577"/>
          <ac:spMkLst>
            <pc:docMk/>
            <pc:sldMk cId="1639542909" sldId="291"/>
            <ac:spMk id="53" creationId="{D12C89E0-C8B0-A253-980D-DD15E71DCD94}"/>
          </ac:spMkLst>
        </pc:spChg>
        <pc:spChg chg="add mod">
          <ac:chgData name="Natalia Zartha Suarez" userId="S::nzsuarez@personalsoft.com::03830f32-af8f-49fd-819e-2e996f0ba91b" providerId="AD" clId="Web-{F61C198F-8C16-829C-61DA-367F3471046A}" dt="2026-07-07T15:04:33.306" v="400" actId="20577"/>
          <ac:spMkLst>
            <pc:docMk/>
            <pc:sldMk cId="1639542909" sldId="291"/>
            <ac:spMk id="60" creationId="{00000000-0000-0000-0000-000000000000}"/>
          </ac:spMkLst>
        </pc:spChg>
        <pc:spChg chg="add mod">
          <ac:chgData name="Natalia Zartha Suarez" userId="S::nzsuarez@personalsoft.com::03830f32-af8f-49fd-819e-2e996f0ba91b" providerId="AD" clId="Web-{F61C198F-8C16-829C-61DA-367F3471046A}" dt="2026-07-07T15:04:48.322" v="408" actId="20577"/>
          <ac:spMkLst>
            <pc:docMk/>
            <pc:sldMk cId="1639542909" sldId="291"/>
            <ac:spMk id="61" creationId="{00000000-0000-0000-0000-000000000000}"/>
          </ac:spMkLst>
        </pc:spChg>
        <pc:spChg chg="add mod">
          <ac:chgData name="Natalia Zartha Suarez" userId="S::nzsuarez@personalsoft.com::03830f32-af8f-49fd-819e-2e996f0ba91b" providerId="AD" clId="Web-{F61C198F-8C16-829C-61DA-367F3471046A}" dt="2026-07-07T15:04:17.509" v="393" actId="20577"/>
          <ac:spMkLst>
            <pc:docMk/>
            <pc:sldMk cId="1639542909" sldId="291"/>
            <ac:spMk id="62" creationId="{00000000-0000-0000-0000-000000000000}"/>
          </ac:spMkLst>
        </pc:spChg>
      </pc:sldChg>
    </pc:docChg>
  </pc:docChgLst>
  <pc:docChgLst>
    <pc:chgData name="Natalia Zartha Suarez" userId="S::nzsuarez@personalsoft.com::03830f32-af8f-49fd-819e-2e996f0ba91b" providerId="AD" clId="Web-{746B6D1D-17C9-6C81-56F2-5020B4EA00D3}"/>
    <pc:docChg chg="addSld modSld sldOrd">
      <pc:chgData name="Natalia Zartha Suarez" userId="S::nzsuarez@personalsoft.com::03830f32-af8f-49fd-819e-2e996f0ba91b" providerId="AD" clId="Web-{746B6D1D-17C9-6C81-56F2-5020B4EA00D3}" dt="2026-07-07T14:44:42.162" v="571" actId="20577"/>
      <pc:docMkLst>
        <pc:docMk/>
      </pc:docMkLst>
      <pc:sldChg chg="addSp delSp modSp">
        <pc:chgData name="Natalia Zartha Suarez" userId="S::nzsuarez@personalsoft.com::03830f32-af8f-49fd-819e-2e996f0ba91b" providerId="AD" clId="Web-{746B6D1D-17C9-6C81-56F2-5020B4EA00D3}" dt="2026-07-07T14:37:33.741" v="402" actId="20577"/>
        <pc:sldMkLst>
          <pc:docMk/>
          <pc:sldMk cId="842929138" sldId="286"/>
        </pc:sldMkLst>
        <pc:spChg chg="mod">
          <ac:chgData name="Natalia Zartha Suarez" userId="S::nzsuarez@personalsoft.com::03830f32-af8f-49fd-819e-2e996f0ba91b" providerId="AD" clId="Web-{746B6D1D-17C9-6C81-56F2-5020B4EA00D3}" dt="2026-07-07T14:37:19.756" v="399" actId="14100"/>
          <ac:spMkLst>
            <pc:docMk/>
            <pc:sldMk cId="842929138" sldId="286"/>
            <ac:spMk id="3" creationId="{90E54E0B-872A-A20E-E58D-2A3DB519666B}"/>
          </ac:spMkLst>
        </pc:spChg>
        <pc:spChg chg="add">
          <ac:chgData name="Natalia Zartha Suarez" userId="S::nzsuarez@personalsoft.com::03830f32-af8f-49fd-819e-2e996f0ba91b" providerId="AD" clId="Web-{746B6D1D-17C9-6C81-56F2-5020B4EA00D3}" dt="2026-07-07T14:37:00.786" v="385"/>
          <ac:spMkLst>
            <pc:docMk/>
            <pc:sldMk cId="842929138" sldId="286"/>
            <ac:spMk id="60" creationId="{279D39A8-EEA1-B7CB-D3A1-548D18A4BE7E}"/>
          </ac:spMkLst>
        </pc:spChg>
        <pc:spChg chg="add">
          <ac:chgData name="Natalia Zartha Suarez" userId="S::nzsuarez@personalsoft.com::03830f32-af8f-49fd-819e-2e996f0ba91b" providerId="AD" clId="Web-{746B6D1D-17C9-6C81-56F2-5020B4EA00D3}" dt="2026-07-07T14:37:00.911" v="386"/>
          <ac:spMkLst>
            <pc:docMk/>
            <pc:sldMk cId="842929138" sldId="286"/>
            <ac:spMk id="62" creationId="{B1144FFA-101E-6ACC-CC87-6146704D41E3}"/>
          </ac:spMkLst>
        </pc:spChg>
        <pc:spChg chg="add">
          <ac:chgData name="Natalia Zartha Suarez" userId="S::nzsuarez@personalsoft.com::03830f32-af8f-49fd-819e-2e996f0ba91b" providerId="AD" clId="Web-{746B6D1D-17C9-6C81-56F2-5020B4EA00D3}" dt="2026-07-07T14:37:26.397" v="401"/>
          <ac:spMkLst>
            <pc:docMk/>
            <pc:sldMk cId="842929138" sldId="286"/>
            <ac:spMk id="128" creationId="{70897EEC-0DC2-834C-A185-85E34A9136AF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37:19.287" v="396" actId="14100"/>
          <ac:spMkLst>
            <pc:docMk/>
            <pc:sldMk cId="842929138" sldId="286"/>
            <ac:spMk id="174" creationId="{40BC8697-7EC2-FDD0-5975-6A6E6FED0E64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37:33.741" v="402" actId="20577"/>
          <ac:spMkLst>
            <pc:docMk/>
            <pc:sldMk cId="842929138" sldId="286"/>
            <ac:spMk id="176" creationId="{00000000-0000-0000-0000-000000000000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37:19.459" v="397" actId="14100"/>
          <ac:spMkLst>
            <pc:docMk/>
            <pc:sldMk cId="842929138" sldId="286"/>
            <ac:spMk id="186" creationId="{C2B6B279-8305-CE42-86A5-4A577DCCAD64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37:19.600" v="398" actId="14100"/>
          <ac:spMkLst>
            <pc:docMk/>
            <pc:sldMk cId="842929138" sldId="286"/>
            <ac:spMk id="187" creationId="{D5B128C5-B672-C7F9-4B8C-6FB231567AE3}"/>
          </ac:spMkLst>
        </pc:spChg>
      </pc:sldChg>
      <pc:sldChg chg="modSp ord">
        <pc:chgData name="Natalia Zartha Suarez" userId="S::nzsuarez@personalsoft.com::03830f32-af8f-49fd-819e-2e996f0ba91b" providerId="AD" clId="Web-{746B6D1D-17C9-6C81-56F2-5020B4EA00D3}" dt="2026-07-07T14:44:42.162" v="571" actId="20577"/>
        <pc:sldMkLst>
          <pc:docMk/>
          <pc:sldMk cId="748627821" sldId="287"/>
        </pc:sldMkLst>
        <pc:spChg chg="mod">
          <ac:chgData name="Natalia Zartha Suarez" userId="S::nzsuarez@personalsoft.com::03830f32-af8f-49fd-819e-2e996f0ba91b" providerId="AD" clId="Web-{746B6D1D-17C9-6C81-56F2-5020B4EA00D3}" dt="2026-07-07T14:44:42.162" v="571" actId="20577"/>
          <ac:spMkLst>
            <pc:docMk/>
            <pc:sldMk cId="748627821" sldId="287"/>
            <ac:spMk id="2" creationId="{0B1D456E-D1E4-5551-44B5-59EA84D46039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43:56.020" v="552" actId="20577"/>
          <ac:spMkLst>
            <pc:docMk/>
            <pc:sldMk cId="748627821" sldId="287"/>
            <ac:spMk id="3" creationId="{8B6FB371-87F0-7E92-F471-19FA2BBF8849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44:22.708" v="567" actId="20577"/>
          <ac:spMkLst>
            <pc:docMk/>
            <pc:sldMk cId="748627821" sldId="287"/>
            <ac:spMk id="4" creationId="{A5130E0D-C440-ECFE-4914-FF321BBB5531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43:13.346" v="522" actId="20577"/>
          <ac:spMkLst>
            <pc:docMk/>
            <pc:sldMk cId="748627821" sldId="287"/>
            <ac:spMk id="8" creationId="{5D0C368C-4BDE-93D1-8D67-93C0CFC01E83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42:33.016" v="513" actId="20577"/>
          <ac:spMkLst>
            <pc:docMk/>
            <pc:sldMk cId="748627821" sldId="287"/>
            <ac:spMk id="11" creationId="{E1A0AA3D-88E5-3D13-D465-B35D6F9C4502}"/>
          </ac:spMkLst>
        </pc:spChg>
      </pc:sldChg>
      <pc:sldChg chg="addSp delSp modSp">
        <pc:chgData name="Natalia Zartha Suarez" userId="S::nzsuarez@personalsoft.com::03830f32-af8f-49fd-819e-2e996f0ba91b" providerId="AD" clId="Web-{746B6D1D-17C9-6C81-56F2-5020B4EA00D3}" dt="2026-07-07T14:42:10.906" v="503" actId="1076"/>
        <pc:sldMkLst>
          <pc:docMk/>
          <pc:sldMk cId="1358539403" sldId="290"/>
        </pc:sldMkLst>
        <pc:spChg chg="add mod">
          <ac:chgData name="Natalia Zartha Suarez" userId="S::nzsuarez@personalsoft.com::03830f32-af8f-49fd-819e-2e996f0ba91b" providerId="AD" clId="Web-{746B6D1D-17C9-6C81-56F2-5020B4EA00D3}" dt="2026-07-07T14:37:23.772" v="400" actId="1076"/>
          <ac:spMkLst>
            <pc:docMk/>
            <pc:sldMk cId="1358539403" sldId="290"/>
            <ac:spMk id="2" creationId="{B8FAE66B-99D4-F1B4-2648-8255BABF4C0F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38:22.571" v="411"/>
          <ac:spMkLst>
            <pc:docMk/>
            <pc:sldMk cId="1358539403" sldId="290"/>
            <ac:spMk id="3" creationId="{A538B210-777B-CFB2-08B8-4F56103C285D}"/>
          </ac:spMkLst>
        </pc:spChg>
        <pc:spChg chg="add mod">
          <ac:chgData name="Natalia Zartha Suarez" userId="S::nzsuarez@personalsoft.com::03830f32-af8f-49fd-819e-2e996f0ba91b" providerId="AD" clId="Web-{746B6D1D-17C9-6C81-56F2-5020B4EA00D3}" dt="2026-07-07T14:41:45.125" v="491" actId="1076"/>
          <ac:spMkLst>
            <pc:docMk/>
            <pc:sldMk cId="1358539403" sldId="290"/>
            <ac:spMk id="4" creationId="{69D15E50-5117-F19C-BD5E-5029639E80A9}"/>
          </ac:spMkLst>
        </pc:spChg>
        <pc:spChg chg="add mod ord">
          <ac:chgData name="Natalia Zartha Suarez" userId="S::nzsuarez@personalsoft.com::03830f32-af8f-49fd-819e-2e996f0ba91b" providerId="AD" clId="Web-{746B6D1D-17C9-6C81-56F2-5020B4EA00D3}" dt="2026-07-07T14:41:41.234" v="490"/>
          <ac:spMkLst>
            <pc:docMk/>
            <pc:sldMk cId="1358539403" sldId="290"/>
            <ac:spMk id="5" creationId="{F9B99828-2D07-8A72-6CA7-9E3531082954}"/>
          </ac:spMkLst>
        </pc:spChg>
        <pc:spChg chg="add mod">
          <ac:chgData name="Natalia Zartha Suarez" userId="S::nzsuarez@personalsoft.com::03830f32-af8f-49fd-819e-2e996f0ba91b" providerId="AD" clId="Web-{746B6D1D-17C9-6C81-56F2-5020B4EA00D3}" dt="2026-07-07T14:39:45.527" v="447" actId="14100"/>
          <ac:spMkLst>
            <pc:docMk/>
            <pc:sldMk cId="1358539403" sldId="290"/>
            <ac:spMk id="9" creationId="{37882BB2-7745-6B2C-47FA-247DABAAA7A1}"/>
          </ac:spMkLst>
        </pc:spChg>
        <pc:spChg chg="mod ord">
          <ac:chgData name="Natalia Zartha Suarez" userId="S::nzsuarez@personalsoft.com::03830f32-af8f-49fd-819e-2e996f0ba91b" providerId="AD" clId="Web-{746B6D1D-17C9-6C81-56F2-5020B4EA00D3}" dt="2026-07-07T14:39:50.589" v="450" actId="1076"/>
          <ac:spMkLst>
            <pc:docMk/>
            <pc:sldMk cId="1358539403" sldId="290"/>
            <ac:spMk id="11" creationId="{741FB8C1-F80B-2D3D-533D-BC99790B6FDC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3:59:29.446" v="7" actId="20577"/>
          <ac:spMkLst>
            <pc:docMk/>
            <pc:sldMk cId="1358539403" sldId="290"/>
            <ac:spMk id="16" creationId="{91FDAEE1-4DA3-FE50-6199-004E909D4174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33:37.903" v="325" actId="20577"/>
          <ac:spMkLst>
            <pc:docMk/>
            <pc:sldMk cId="1358539403" sldId="290"/>
            <ac:spMk id="17" creationId="{2FF963B7-288B-A4BF-1DCD-153ADE5CE91A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40:40.013" v="459"/>
          <ac:spMkLst>
            <pc:docMk/>
            <pc:sldMk cId="1358539403" sldId="290"/>
            <ac:spMk id="18" creationId="{9911FF49-DC72-F530-EBD6-6B2C25D73C40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34:12.999" v="333" actId="1076"/>
          <ac:spMkLst>
            <pc:docMk/>
            <pc:sldMk cId="1358539403" sldId="290"/>
            <ac:spMk id="19" creationId="{09C1A8DA-6D6B-B140-7192-5C9076793FC5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36:12.066" v="371" actId="14100"/>
          <ac:spMkLst>
            <pc:docMk/>
            <pc:sldMk cId="1358539403" sldId="290"/>
            <ac:spMk id="22" creationId="{DE760ADA-0672-AFB1-9D9C-E4FDDFF93795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35:55.550" v="366" actId="1076"/>
          <ac:spMkLst>
            <pc:docMk/>
            <pc:sldMk cId="1358539403" sldId="290"/>
            <ac:spMk id="23" creationId="{46B7E8F6-4C9F-CD3A-6BD9-EECDBAC34F88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03:15.330" v="91" actId="14100"/>
          <ac:spMkLst>
            <pc:docMk/>
            <pc:sldMk cId="1358539403" sldId="290"/>
            <ac:spMk id="25" creationId="{A8D7DC06-B57E-62F5-577F-ED2309A30092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41:38.062" v="487" actId="1076"/>
          <ac:spMkLst>
            <pc:docMk/>
            <pc:sldMk cId="1358539403" sldId="290"/>
            <ac:spMk id="29" creationId="{AC18EC99-AC6B-CC22-50D0-2E0A5395F4FD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41:28.343" v="481" actId="1076"/>
          <ac:spMkLst>
            <pc:docMk/>
            <pc:sldMk cId="1358539403" sldId="290"/>
            <ac:spMk id="35" creationId="{D50FAD2C-E0ED-A90A-C5AD-43EBE9565C7C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41:26.812" v="480"/>
          <ac:spMkLst>
            <pc:docMk/>
            <pc:sldMk cId="1358539403" sldId="290"/>
            <ac:spMk id="38" creationId="{371BF19F-E47E-7575-0699-8DB276917E27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01:23.357" v="51" actId="1076"/>
          <ac:spMkLst>
            <pc:docMk/>
            <pc:sldMk cId="1358539403" sldId="290"/>
            <ac:spMk id="41" creationId="{833C86C9-8351-0614-D81A-06A00B0E7DF8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41:31.765" v="484"/>
          <ac:spMkLst>
            <pc:docMk/>
            <pc:sldMk cId="1358539403" sldId="290"/>
            <ac:spMk id="50" creationId="{F60CA91B-051E-48FA-30E4-EA0E6677BBDE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39:56.965" v="451" actId="1076"/>
          <ac:spMkLst>
            <pc:docMk/>
            <pc:sldMk cId="1358539403" sldId="290"/>
            <ac:spMk id="131" creationId="{6382B717-C215-9586-0C14-654C3B4DDC0B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40:02.324" v="453" actId="1076"/>
          <ac:spMkLst>
            <pc:docMk/>
            <pc:sldMk cId="1358539403" sldId="290"/>
            <ac:spMk id="132" creationId="{F4DB8385-54D7-60E5-0527-FD1274CCC5D2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40:52.904" v="464" actId="1076"/>
          <ac:spMkLst>
            <pc:docMk/>
            <pc:sldMk cId="1358539403" sldId="290"/>
            <ac:spMk id="159" creationId="{F72A2CD6-6E9B-EA84-0DC2-9B7350B59577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40:56.576" v="467"/>
          <ac:spMkLst>
            <pc:docMk/>
            <pc:sldMk cId="1358539403" sldId="290"/>
            <ac:spMk id="160" creationId="{7D22CFC5-B3A2-EBAD-084C-F113C86A02F9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40:59.389" v="468" actId="1076"/>
          <ac:spMkLst>
            <pc:docMk/>
            <pc:sldMk cId="1358539403" sldId="290"/>
            <ac:spMk id="161" creationId="{785E18AD-CD1C-C2AE-A02A-DB9543853C98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39:10.057" v="431"/>
          <ac:spMkLst>
            <pc:docMk/>
            <pc:sldMk cId="1358539403" sldId="290"/>
            <ac:spMk id="162" creationId="{9FC1D5E0-CEE7-396C-35CD-CE57B82CB9D7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39:12.572" v="432" actId="1076"/>
          <ac:spMkLst>
            <pc:docMk/>
            <pc:sldMk cId="1358539403" sldId="290"/>
            <ac:spMk id="163" creationId="{130AC089-52A0-57DE-4EF6-A870849161A4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41:02.795" v="471"/>
          <ac:spMkLst>
            <pc:docMk/>
            <pc:sldMk cId="1358539403" sldId="290"/>
            <ac:spMk id="164" creationId="{9CBF511A-8C27-08A2-FB1D-730D65364C33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41:14.264" v="475" actId="1076"/>
          <ac:spMkLst>
            <pc:docMk/>
            <pc:sldMk cId="1358539403" sldId="290"/>
            <ac:spMk id="165" creationId="{AB86449B-EDC5-BF0C-769F-14142C091898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41:49.344" v="494"/>
          <ac:spMkLst>
            <pc:docMk/>
            <pc:sldMk cId="1358539403" sldId="290"/>
            <ac:spMk id="171" creationId="{DC4725BD-ED8B-65C7-C15E-3A28C20E37B0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41:52.625" v="495" actId="1076"/>
          <ac:spMkLst>
            <pc:docMk/>
            <pc:sldMk cId="1358539403" sldId="290"/>
            <ac:spMk id="172" creationId="{00525969-E2DC-EFD9-ED20-2FE91A11D63B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42:01.266" v="498"/>
          <ac:spMkLst>
            <pc:docMk/>
            <pc:sldMk cId="1358539403" sldId="290"/>
            <ac:spMk id="173" creationId="{235C75B2-0720-AB3E-D85A-CE8EBA10A54E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40:47.357" v="462"/>
          <ac:spMkLst>
            <pc:docMk/>
            <pc:sldMk cId="1358539403" sldId="290"/>
            <ac:spMk id="174" creationId="{3ADF37BD-7406-6FE1-0D8F-7A7C24C7885B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42:04.657" v="499" actId="1076"/>
          <ac:spMkLst>
            <pc:docMk/>
            <pc:sldMk cId="1358539403" sldId="290"/>
            <ac:spMk id="175" creationId="{BB1C42E6-881A-D8F5-CAFF-E0E57A259397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38:48.447" v="421"/>
          <ac:spMkLst>
            <pc:docMk/>
            <pc:sldMk cId="1358539403" sldId="290"/>
            <ac:spMk id="178" creationId="{B852DB45-3B81-C168-A565-CF9B308C09B6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38:51.869" v="422" actId="1076"/>
          <ac:spMkLst>
            <pc:docMk/>
            <pc:sldMk cId="1358539403" sldId="290"/>
            <ac:spMk id="180" creationId="{5B16DE53-D4DE-C70C-39F3-FC931AADA4B0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38:58.103" v="425"/>
          <ac:spMkLst>
            <pc:docMk/>
            <pc:sldMk cId="1358539403" sldId="290"/>
            <ac:spMk id="181" creationId="{F257AA23-8634-C9B4-87B8-9993F08348BB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39:01.791" v="426" actId="1076"/>
          <ac:spMkLst>
            <pc:docMk/>
            <pc:sldMk cId="1358539403" sldId="290"/>
            <ac:spMk id="182" creationId="{F6DF06AC-2B92-27BB-9E76-9C8C0E343E14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35:59.347" v="367"/>
          <ac:spMkLst>
            <pc:docMk/>
            <pc:sldMk cId="1358539403" sldId="290"/>
            <ac:spMk id="185" creationId="{13BB3D3C-4DB4-2B26-0D9C-8236B9B00E2F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38:04.789" v="408"/>
          <ac:spMkLst>
            <pc:docMk/>
            <pc:sldMk cId="1358539403" sldId="290"/>
            <ac:spMk id="186" creationId="{69242A1A-CFCC-7241-9272-CB6D3310AD2C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38:07.601" v="409"/>
          <ac:spMkLst>
            <pc:docMk/>
            <pc:sldMk cId="1358539403" sldId="290"/>
            <ac:spMk id="187" creationId="{08D6132C-C29E-E7B2-0106-9635E581A731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28:59.504" v="212" actId="1076"/>
          <ac:spMkLst>
            <pc:docMk/>
            <pc:sldMk cId="1358539403" sldId="290"/>
            <ac:spMk id="189" creationId="{35C228B1-781B-BAD8-69B0-A7CCEFD1E869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02:16.250" v="70" actId="1076"/>
          <ac:spMkLst>
            <pc:docMk/>
            <pc:sldMk cId="1358539403" sldId="290"/>
            <ac:spMk id="197" creationId="{464215F9-CEEA-62F0-BA84-D614981A3481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02:27.516" v="81" actId="20577"/>
          <ac:spMkLst>
            <pc:docMk/>
            <pc:sldMk cId="1358539403" sldId="290"/>
            <ac:spMk id="198" creationId="{C971DD1A-006B-5A36-179F-DADD98D62599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36:03.191" v="369"/>
          <ac:spMkLst>
            <pc:docMk/>
            <pc:sldMk cId="1358539403" sldId="290"/>
            <ac:spMk id="204" creationId="{78627ABC-B033-ACB5-9116-D15DBA26E4D0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42:08.907" v="502"/>
          <ac:spMkLst>
            <pc:docMk/>
            <pc:sldMk cId="1358539403" sldId="290"/>
            <ac:spMk id="207" creationId="{354F3CF7-3B44-4804-4507-4688F15B07CD}"/>
          </ac:spMkLst>
        </pc:spChg>
        <pc:spChg chg="mod">
          <ac:chgData name="Natalia Zartha Suarez" userId="S::nzsuarez@personalsoft.com::03830f32-af8f-49fd-819e-2e996f0ba91b" providerId="AD" clId="Web-{746B6D1D-17C9-6C81-56F2-5020B4EA00D3}" dt="2026-07-07T14:42:10.906" v="503" actId="1076"/>
          <ac:spMkLst>
            <pc:docMk/>
            <pc:sldMk cId="1358539403" sldId="290"/>
            <ac:spMk id="208" creationId="{E7E92352-92D2-B042-D209-2B6C74FD0871}"/>
          </ac:spMkLst>
        </pc:spChg>
        <pc:grpChg chg="mod">
          <ac:chgData name="Natalia Zartha Suarez" userId="S::nzsuarez@personalsoft.com::03830f32-af8f-49fd-819e-2e996f0ba91b" providerId="AD" clId="Web-{746B6D1D-17C9-6C81-56F2-5020B4EA00D3}" dt="2026-07-07T14:40:06.715" v="455" actId="14100"/>
          <ac:grpSpMkLst>
            <pc:docMk/>
            <pc:sldMk cId="1358539403" sldId="290"/>
            <ac:grpSpMk id="15" creationId="{16221CA3-E7B3-957B-18B7-DC1C10BC6571}"/>
          </ac:grpSpMkLst>
        </pc:grpChg>
        <pc:grpChg chg="mod">
          <ac:chgData name="Natalia Zartha Suarez" userId="S::nzsuarez@personalsoft.com::03830f32-af8f-49fd-819e-2e996f0ba91b" providerId="AD" clId="Web-{746B6D1D-17C9-6C81-56F2-5020B4EA00D3}" dt="2026-07-07T14:40:09.840" v="456" actId="14100"/>
          <ac:grpSpMkLst>
            <pc:docMk/>
            <pc:sldMk cId="1358539403" sldId="290"/>
            <ac:grpSpMk id="36" creationId="{83696145-9F54-4D8F-4384-A812F58B4A0E}"/>
          </ac:grpSpMkLst>
        </pc:grpChg>
        <pc:grpChg chg="mod">
          <ac:chgData name="Natalia Zartha Suarez" userId="S::nzsuarez@personalsoft.com::03830f32-af8f-49fd-819e-2e996f0ba91b" providerId="AD" clId="Web-{746B6D1D-17C9-6C81-56F2-5020B4EA00D3}" dt="2026-07-07T14:34:09.421" v="332" actId="14100"/>
          <ac:grpSpMkLst>
            <pc:docMk/>
            <pc:sldMk cId="1358539403" sldId="290"/>
            <ac:grpSpMk id="39" creationId="{FA1F7DBB-D02F-2DEE-B4BF-614D08F329E1}"/>
          </ac:grpSpMkLst>
        </pc:grpChg>
        <pc:grpChg chg="mod">
          <ac:chgData name="Natalia Zartha Suarez" userId="S::nzsuarez@personalsoft.com::03830f32-af8f-49fd-819e-2e996f0ba91b" providerId="AD" clId="Web-{746B6D1D-17C9-6C81-56F2-5020B4EA00D3}" dt="2026-07-07T14:07:26.591" v="171" actId="14100"/>
          <ac:grpSpMkLst>
            <pc:docMk/>
            <pc:sldMk cId="1358539403" sldId="290"/>
            <ac:grpSpMk id="47" creationId="{E752F488-CC0B-2A12-AF8B-5278E4372119}"/>
          </ac:grpSpMkLst>
        </pc:grpChg>
        <pc:cxnChg chg="mod">
          <ac:chgData name="Natalia Zartha Suarez" userId="S::nzsuarez@personalsoft.com::03830f32-af8f-49fd-819e-2e996f0ba91b" providerId="AD" clId="Web-{746B6D1D-17C9-6C81-56F2-5020B4EA00D3}" dt="2026-07-07T14:33:47.795" v="329" actId="1076"/>
          <ac:cxnSpMkLst>
            <pc:docMk/>
            <pc:sldMk cId="1358539403" sldId="290"/>
            <ac:cxnSpMk id="155" creationId="{B09638D5-B7BD-75EE-D915-FA76D14BFAC8}"/>
          </ac:cxnSpMkLst>
        </pc:cxnChg>
        <pc:cxnChg chg="mod">
          <ac:chgData name="Natalia Zartha Suarez" userId="S::nzsuarez@personalsoft.com::03830f32-af8f-49fd-819e-2e996f0ba91b" providerId="AD" clId="Web-{746B6D1D-17C9-6C81-56F2-5020B4EA00D3}" dt="2026-07-07T14:40:03.902" v="454" actId="1076"/>
          <ac:cxnSpMkLst>
            <pc:docMk/>
            <pc:sldMk cId="1358539403" sldId="290"/>
            <ac:cxnSpMk id="158" creationId="{B792CCEE-F9DA-9FD4-33EC-028D268BB735}"/>
          </ac:cxnSpMkLst>
        </pc:cxnChg>
        <pc:cxnChg chg="mod">
          <ac:chgData name="Natalia Zartha Suarez" userId="S::nzsuarez@personalsoft.com::03830f32-af8f-49fd-819e-2e996f0ba91b" providerId="AD" clId="Web-{746B6D1D-17C9-6C81-56F2-5020B4EA00D3}" dt="2026-07-07T14:03:55.051" v="93" actId="14100"/>
          <ac:cxnSpMkLst>
            <pc:docMk/>
            <pc:sldMk cId="1358539403" sldId="290"/>
            <ac:cxnSpMk id="179" creationId="{38CB1BF6-BBA6-8E28-4BF9-9CF69853C3F7}"/>
          </ac:cxnSpMkLst>
        </pc:cxnChg>
      </pc:sldChg>
      <pc:sldChg chg="modSp add ord replId">
        <pc:chgData name="Natalia Zartha Suarez" userId="S::nzsuarez@personalsoft.com::03830f32-af8f-49fd-819e-2e996f0ba91b" providerId="AD" clId="Web-{746B6D1D-17C9-6C81-56F2-5020B4EA00D3}" dt="2026-07-07T14:43:09.315" v="518" actId="20577"/>
        <pc:sldMkLst>
          <pc:docMk/>
          <pc:sldMk cId="1639542909" sldId="291"/>
        </pc:sldMkLst>
        <pc:spChg chg="mod">
          <ac:chgData name="Natalia Zartha Suarez" userId="S::nzsuarez@personalsoft.com::03830f32-af8f-49fd-819e-2e996f0ba91b" providerId="AD" clId="Web-{746B6D1D-17C9-6C81-56F2-5020B4EA00D3}" dt="2026-07-07T14:43:09.315" v="518" actId="20577"/>
          <ac:spMkLst>
            <pc:docMk/>
            <pc:sldMk cId="1639542909" sldId="291"/>
            <ac:spMk id="8" creationId="{4BD75088-D6C8-494F-5E13-31169AF87D86}"/>
          </ac:spMkLst>
        </pc:spChg>
      </pc:sldChg>
    </pc:docChg>
  </pc:docChgLst>
  <pc:docChgLst>
    <pc:chgData name="Natalia Zartha Suarez" userId="S::nzsuarez@personalsoft.com::03830f32-af8f-49fd-819e-2e996f0ba91b" providerId="AD" clId="Web-{CB5202B7-3888-D382-FBA9-76D2B08D21A5}"/>
    <pc:docChg chg="addSld delSld modSld">
      <pc:chgData name="Natalia Zartha Suarez" userId="S::nzsuarez@personalsoft.com::03830f32-af8f-49fd-819e-2e996f0ba91b" providerId="AD" clId="Web-{CB5202B7-3888-D382-FBA9-76D2B08D21A5}" dt="2026-07-02T21:05:33.898" v="35" actId="20577"/>
      <pc:docMkLst>
        <pc:docMk/>
      </pc:docMkLst>
      <pc:sldChg chg="mod modShow">
        <pc:chgData name="Natalia Zartha Suarez" userId="S::nzsuarez@personalsoft.com::03830f32-af8f-49fd-819e-2e996f0ba91b" providerId="AD" clId="Web-{CB5202B7-3888-D382-FBA9-76D2B08D21A5}" dt="2026-07-02T20:42:26.033" v="2"/>
        <pc:sldMkLst>
          <pc:docMk/>
          <pc:sldMk cId="0" sldId="266"/>
        </pc:sldMkLst>
      </pc:sldChg>
      <pc:sldChg chg="modSp">
        <pc:chgData name="Natalia Zartha Suarez" userId="S::nzsuarez@personalsoft.com::03830f32-af8f-49fd-819e-2e996f0ba91b" providerId="AD" clId="Web-{CB5202B7-3888-D382-FBA9-76D2B08D21A5}" dt="2026-07-02T21:05:33.898" v="35" actId="20577"/>
        <pc:sldMkLst>
          <pc:docMk/>
          <pc:sldMk cId="590371081" sldId="270"/>
        </pc:sldMkLst>
        <pc:spChg chg="mod">
          <ac:chgData name="Natalia Zartha Suarez" userId="S::nzsuarez@personalsoft.com::03830f32-af8f-49fd-819e-2e996f0ba91b" providerId="AD" clId="Web-{CB5202B7-3888-D382-FBA9-76D2B08D21A5}" dt="2026-07-02T21:05:33.898" v="35" actId="20577"/>
          <ac:spMkLst>
            <pc:docMk/>
            <pc:sldMk cId="590371081" sldId="270"/>
            <ac:spMk id="3" creationId="{52DEC60A-957A-9F54-0195-287D0DD1F228}"/>
          </ac:spMkLst>
        </pc:spChg>
      </pc:sldChg>
      <pc:sldChg chg="modSp mod modShow">
        <pc:chgData name="Natalia Zartha Suarez" userId="S::nzsuarez@personalsoft.com::03830f32-af8f-49fd-819e-2e996f0ba91b" providerId="AD" clId="Web-{CB5202B7-3888-D382-FBA9-76D2B08D21A5}" dt="2026-07-02T20:42:26.299" v="3"/>
        <pc:sldMkLst>
          <pc:docMk/>
          <pc:sldMk cId="3541293710" sldId="272"/>
        </pc:sldMkLst>
        <pc:spChg chg="mod">
          <ac:chgData name="Natalia Zartha Suarez" userId="S::nzsuarez@personalsoft.com::03830f32-af8f-49fd-819e-2e996f0ba91b" providerId="AD" clId="Web-{CB5202B7-3888-D382-FBA9-76D2B08D21A5}" dt="2026-07-02T18:31:46.107" v="0" actId="20577"/>
          <ac:spMkLst>
            <pc:docMk/>
            <pc:sldMk cId="3541293710" sldId="272"/>
            <ac:spMk id="64" creationId="{BFC94FAC-A03D-2BBF-4601-BBD72FF20A2A}"/>
          </ac:spMkLst>
        </pc:spChg>
      </pc:sldChg>
    </pc:docChg>
  </pc:docChgLst>
  <pc:docChgLst>
    <pc:chgData name="Natalia Zartha Suarez" userId="S::nzsuarez@personalsoft.com::03830f32-af8f-49fd-819e-2e996f0ba91b" providerId="AD" clId="Web-{C288AA2C-8735-EF03-08C1-A9589480DD33}"/>
    <pc:docChg chg="delSld modSld">
      <pc:chgData name="Natalia Zartha Suarez" userId="S::nzsuarez@personalsoft.com::03830f32-af8f-49fd-819e-2e996f0ba91b" providerId="AD" clId="Web-{C288AA2C-8735-EF03-08C1-A9589480DD33}" dt="2026-07-09T13:52:27.586" v="7"/>
      <pc:docMkLst>
        <pc:docMk/>
      </pc:docMkLst>
      <pc:sldChg chg="del">
        <pc:chgData name="Natalia Zartha Suarez" userId="S::nzsuarez@personalsoft.com::03830f32-af8f-49fd-819e-2e996f0ba91b" providerId="AD" clId="Web-{C288AA2C-8735-EF03-08C1-A9589480DD33}" dt="2026-07-09T13:52:14.461" v="0"/>
        <pc:sldMkLst>
          <pc:docMk/>
          <pc:sldMk cId="0" sldId="256"/>
        </pc:sldMkLst>
      </pc:sldChg>
      <pc:sldChg chg="mod modShow">
        <pc:chgData name="Natalia Zartha Suarez" userId="S::nzsuarez@personalsoft.com::03830f32-af8f-49fd-819e-2e996f0ba91b" providerId="AD" clId="Web-{C288AA2C-8735-EF03-08C1-A9589480DD33}" dt="2026-07-09T13:52:27.164" v="6"/>
        <pc:sldMkLst>
          <pc:docMk/>
          <pc:sldMk cId="0" sldId="266"/>
        </pc:sldMkLst>
      </pc:sldChg>
      <pc:sldChg chg="mod modShow">
        <pc:chgData name="Natalia Zartha Suarez" userId="S::nzsuarez@personalsoft.com::03830f32-af8f-49fd-819e-2e996f0ba91b" providerId="AD" clId="Web-{C288AA2C-8735-EF03-08C1-A9589480DD33}" dt="2026-07-09T13:52:17.883" v="1"/>
        <pc:sldMkLst>
          <pc:docMk/>
          <pc:sldMk cId="590371081" sldId="270"/>
        </pc:sldMkLst>
      </pc:sldChg>
      <pc:sldChg chg="mod modShow">
        <pc:chgData name="Natalia Zartha Suarez" userId="S::nzsuarez@personalsoft.com::03830f32-af8f-49fd-819e-2e996f0ba91b" providerId="AD" clId="Web-{C288AA2C-8735-EF03-08C1-A9589480DD33}" dt="2026-07-09T13:52:27.586" v="7"/>
        <pc:sldMkLst>
          <pc:docMk/>
          <pc:sldMk cId="3541293710" sldId="272"/>
        </pc:sldMkLst>
      </pc:sldChg>
      <pc:sldChg chg="del">
        <pc:chgData name="Natalia Zartha Suarez" userId="S::nzsuarez@personalsoft.com::03830f32-af8f-49fd-819e-2e996f0ba91b" providerId="AD" clId="Web-{C288AA2C-8735-EF03-08C1-A9589480DD33}" dt="2026-07-09T13:52:23.320" v="5"/>
        <pc:sldMkLst>
          <pc:docMk/>
          <pc:sldMk cId="842929138" sldId="286"/>
        </pc:sldMkLst>
      </pc:sldChg>
      <pc:sldChg chg="del">
        <pc:chgData name="Natalia Zartha Suarez" userId="S::nzsuarez@personalsoft.com::03830f32-af8f-49fd-819e-2e996f0ba91b" providerId="AD" clId="Web-{C288AA2C-8735-EF03-08C1-A9589480DD33}" dt="2026-07-09T13:52:23.320" v="4"/>
        <pc:sldMkLst>
          <pc:docMk/>
          <pc:sldMk cId="748627821" sldId="287"/>
        </pc:sldMkLst>
      </pc:sldChg>
      <pc:sldChg chg="del">
        <pc:chgData name="Natalia Zartha Suarez" userId="S::nzsuarez@personalsoft.com::03830f32-af8f-49fd-819e-2e996f0ba91b" providerId="AD" clId="Web-{C288AA2C-8735-EF03-08C1-A9589480DD33}" dt="2026-07-09T13:52:23.320" v="3"/>
        <pc:sldMkLst>
          <pc:docMk/>
          <pc:sldMk cId="1358539403" sldId="290"/>
        </pc:sldMkLst>
      </pc:sldChg>
      <pc:sldChg chg="del">
        <pc:chgData name="Natalia Zartha Suarez" userId="S::nzsuarez@personalsoft.com::03830f32-af8f-49fd-819e-2e996f0ba91b" providerId="AD" clId="Web-{C288AA2C-8735-EF03-08C1-A9589480DD33}" dt="2026-07-09T13:52:23.305" v="2"/>
        <pc:sldMkLst>
          <pc:docMk/>
          <pc:sldMk cId="1639542909" sldId="291"/>
        </pc:sldMkLst>
      </pc:sldChg>
    </pc:docChg>
  </pc:docChgLst>
  <pc:docChgLst>
    <pc:chgData name="Natalia Zartha Suarez" userId="S::nzsuarez@personalsoft.com::03830f32-af8f-49fd-819e-2e996f0ba91b" providerId="AD" clId="Web-{A9FBD522-325E-B236-273A-DED904A99A81}"/>
    <pc:docChg chg="addSld">
      <pc:chgData name="Natalia Zartha Suarez" userId="S::nzsuarez@personalsoft.com::03830f32-af8f-49fd-819e-2e996f0ba91b" providerId="AD" clId="Web-{A9FBD522-325E-B236-273A-DED904A99A81}" dt="2026-07-06T22:58:03.354" v="0"/>
      <pc:docMkLst>
        <pc:docMk/>
      </pc:docMkLst>
      <pc:sldChg chg="add replId">
        <pc:chgData name="Natalia Zartha Suarez" userId="S::nzsuarez@personalsoft.com::03830f32-af8f-49fd-819e-2e996f0ba91b" providerId="AD" clId="Web-{A9FBD522-325E-B236-273A-DED904A99A81}" dt="2026-07-06T22:58:03.354" v="0"/>
        <pc:sldMkLst>
          <pc:docMk/>
          <pc:sldMk cId="1358539403" sldId="29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e80574407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7e80574407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>
                <a:latin typeface="Calibri"/>
                <a:ea typeface="Calibri"/>
                <a:cs typeface="Calibri"/>
              </a:rPr>
              <a:t>Virigina y Lina</a:t>
            </a:r>
          </a:p>
          <a:p>
            <a:pPr>
              <a:buNone/>
            </a:pPr>
            <a:r>
              <a:rPr lang="en-US">
                <a:latin typeface="Calibri"/>
                <a:ea typeface="Calibri"/>
                <a:cs typeface="Calibri"/>
              </a:rPr>
              <a:t>SURA y </a:t>
            </a:r>
            <a:r>
              <a:rPr lang="en-US" err="1">
                <a:latin typeface="Calibri"/>
                <a:ea typeface="Calibri"/>
                <a:cs typeface="Calibri"/>
              </a:rPr>
              <a:t>algunas</a:t>
            </a:r>
            <a:r>
              <a:rPr lang="en-US">
                <a:latin typeface="Calibri"/>
                <a:ea typeface="Calibri"/>
                <a:cs typeface="Calibri"/>
              </a:rPr>
              <a:t> GIOTIS</a:t>
            </a:r>
          </a:p>
        </p:txBody>
      </p:sp>
    </p:spTree>
    <p:extLst>
      <p:ext uri="{BB962C8B-B14F-4D97-AF65-F5344CB8AC3E}">
        <p14:creationId xmlns:p14="http://schemas.microsoft.com/office/powerpoint/2010/main" val="3280953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57f5ba65c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57f5ba65c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/>
              <a:t>AIOps: es la </a:t>
            </a:r>
            <a:r>
              <a:rPr lang="en-US" err="1"/>
              <a:t>aplicación</a:t>
            </a:r>
            <a:r>
              <a:rPr lang="en-US"/>
              <a:t> de </a:t>
            </a:r>
            <a:r>
              <a:rPr lang="en-US" err="1"/>
              <a:t>inteligencia</a:t>
            </a:r>
            <a:r>
              <a:rPr lang="en-US"/>
              <a:t> artificial y machine learning para </a:t>
            </a:r>
            <a:r>
              <a:rPr lang="en-US" err="1"/>
              <a:t>automatizar</a:t>
            </a:r>
            <a:r>
              <a:rPr lang="en-US"/>
              <a:t>, </a:t>
            </a:r>
            <a:r>
              <a:rPr lang="en-US" err="1"/>
              <a:t>optimizar</a:t>
            </a:r>
            <a:r>
              <a:rPr lang="en-US"/>
              <a:t> y </a:t>
            </a:r>
            <a:r>
              <a:rPr lang="en-US" err="1"/>
              <a:t>mejorar</a:t>
            </a:r>
            <a:r>
              <a:rPr lang="en-US"/>
              <a:t> las </a:t>
            </a:r>
            <a:r>
              <a:rPr lang="en-US" err="1"/>
              <a:t>operaciones</a:t>
            </a:r>
            <a:r>
              <a:rPr lang="en-US"/>
              <a:t> de TI.</a:t>
            </a:r>
          </a:p>
          <a:p>
            <a:pPr>
              <a:buNone/>
            </a:pPr>
            <a:r>
              <a:rPr lang="en-US">
                <a:highlight>
                  <a:srgbClr val="FFFFFF"/>
                </a:highlight>
              </a:rPr>
              <a:t>El Bus Factor: </a:t>
            </a:r>
            <a:r>
              <a:rPr lang="en-US" err="1">
                <a:highlight>
                  <a:srgbClr val="FFFFFF"/>
                </a:highlight>
              </a:rPr>
              <a:t>mide</a:t>
            </a:r>
            <a:r>
              <a:rPr lang="en-US">
                <a:highlight>
                  <a:srgbClr val="FFFFFF"/>
                </a:highlight>
              </a:rPr>
              <a:t> </a:t>
            </a:r>
            <a:r>
              <a:rPr lang="en-US" err="1">
                <a:highlight>
                  <a:srgbClr val="FFFFFF"/>
                </a:highlight>
              </a:rPr>
              <a:t>cuántas</a:t>
            </a:r>
            <a:r>
              <a:rPr lang="en-US">
                <a:highlight>
                  <a:srgbClr val="FFFFFF"/>
                </a:highlight>
              </a:rPr>
              <a:t> personas </a:t>
            </a:r>
            <a:r>
              <a:rPr lang="en-US" err="1">
                <a:highlight>
                  <a:srgbClr val="FFFFFF"/>
                </a:highlight>
              </a:rPr>
              <a:t>tendrían</a:t>
            </a:r>
            <a:r>
              <a:rPr lang="en-US">
                <a:highlight>
                  <a:srgbClr val="FFFFFF"/>
                </a:highlight>
              </a:rPr>
              <a:t> </a:t>
            </a:r>
            <a:r>
              <a:rPr lang="en-US" err="1">
                <a:highlight>
                  <a:srgbClr val="FFFFFF"/>
                </a:highlight>
              </a:rPr>
              <a:t>que</a:t>
            </a:r>
            <a:r>
              <a:rPr lang="en-US">
                <a:highlight>
                  <a:srgbClr val="FFFFFF"/>
                </a:highlight>
              </a:rPr>
              <a:t> </a:t>
            </a:r>
            <a:r>
              <a:rPr lang="en-US" err="1">
                <a:highlight>
                  <a:srgbClr val="FFFFFF"/>
                </a:highlight>
              </a:rPr>
              <a:t>salir</a:t>
            </a:r>
            <a:r>
              <a:rPr lang="en-US">
                <a:highlight>
                  <a:srgbClr val="FFFFFF"/>
                </a:highlight>
              </a:rPr>
              <a:t> </a:t>
            </a:r>
            <a:r>
              <a:rPr lang="en-US" err="1">
                <a:highlight>
                  <a:srgbClr val="FFFFFF"/>
                </a:highlight>
              </a:rPr>
              <a:t>mañana</a:t>
            </a:r>
            <a:r>
              <a:rPr lang="en-US">
                <a:highlight>
                  <a:srgbClr val="FFFFFF"/>
                </a:highlight>
              </a:rPr>
              <a:t> para </a:t>
            </a:r>
            <a:r>
              <a:rPr lang="en-US" err="1">
                <a:highlight>
                  <a:srgbClr val="FFFFFF"/>
                </a:highlight>
              </a:rPr>
              <a:t>que</a:t>
            </a:r>
            <a:r>
              <a:rPr lang="en-US">
                <a:highlight>
                  <a:srgbClr val="FFFFFF"/>
                </a:highlight>
              </a:rPr>
              <a:t> un </a:t>
            </a:r>
            <a:r>
              <a:rPr lang="en-US" err="1">
                <a:highlight>
                  <a:srgbClr val="FFFFFF"/>
                </a:highlight>
              </a:rPr>
              <a:t>proceso</a:t>
            </a:r>
            <a:r>
              <a:rPr lang="en-US">
                <a:highlight>
                  <a:srgbClr val="FFFFFF"/>
                </a:highlight>
              </a:rPr>
              <a:t> </a:t>
            </a:r>
            <a:r>
              <a:rPr lang="en-US" err="1">
                <a:highlight>
                  <a:srgbClr val="FFFFFF"/>
                </a:highlight>
              </a:rPr>
              <a:t>crítico</a:t>
            </a:r>
            <a:r>
              <a:rPr lang="en-US">
                <a:highlight>
                  <a:srgbClr val="FFFFFF"/>
                </a:highlight>
              </a:rPr>
              <a:t> </a:t>
            </a:r>
            <a:r>
              <a:rPr lang="en-US" err="1">
                <a:highlight>
                  <a:srgbClr val="FFFFFF"/>
                </a:highlight>
              </a:rPr>
              <a:t>colapse</a:t>
            </a:r>
            <a:r>
              <a:rPr lang="en-US">
                <a:highlight>
                  <a:srgbClr val="FFFFFF"/>
                </a:highlight>
              </a:rPr>
              <a:t>. Bus factor alto = </a:t>
            </a:r>
            <a:r>
              <a:rPr lang="en-US" err="1">
                <a:highlight>
                  <a:srgbClr val="FFFFFF"/>
                </a:highlight>
              </a:rPr>
              <a:t>riesgo</a:t>
            </a:r>
            <a:r>
              <a:rPr lang="en-US">
                <a:highlight>
                  <a:srgbClr val="FFFFFF"/>
                </a:highlight>
              </a:rPr>
              <a:t> </a:t>
            </a:r>
            <a:r>
              <a:rPr lang="en-US" err="1">
                <a:highlight>
                  <a:srgbClr val="FFFFFF"/>
                </a:highlight>
              </a:rPr>
              <a:t>operativo</a:t>
            </a:r>
            <a:r>
              <a:rPr lang="en-US">
                <a:highlight>
                  <a:srgbClr val="FFFFFF"/>
                </a:highlight>
              </a:rPr>
              <a:t> alto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15088158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B1A955-7F3D-40C1-9D4F-BB0A924D5885}" type="slidenum">
              <a:rPr lang="es-CO" smtClean="0"/>
              <a:t>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490120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657f5ba65c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657f5ba65c_1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s-ES" err="1"/>
              <a:t>Riesgos</a:t>
            </a:r>
            <a:r>
              <a:rPr lang="es-ES"/>
              <a:t>: Planes de Cuentas y Transición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e80574407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37e80574407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stático">
  <p:cSld name="TITLE_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g37e80574407_0_7" title="textura.jpg"/>
          <p:cNvPicPr preferRelativeResize="0"/>
          <p:nvPr/>
        </p:nvPicPr>
        <p:blipFill rotWithShape="1">
          <a:blip r:embed="rId2">
            <a:alphaModFix/>
          </a:blip>
          <a:srcRect t="219" b="209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g37e80574407_0_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19" name="Google Shape;19;g37e80574407_0_7"/>
          <p:cNvSpPr txBox="1"/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Reddit Sans SemiBold"/>
              <a:ea typeface="Reddit Sans SemiBold"/>
              <a:cs typeface="Reddit Sans SemiBold"/>
              <a:sym typeface="Reddit Sans SemiBold"/>
            </a:endParaRPr>
          </a:p>
        </p:txBody>
      </p:sp>
      <p:pic>
        <p:nvPicPr>
          <p:cNvPr id="20" name="Google Shape;20;g37e80574407_0_7" title="logo_ne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g37e80574407_0_7"/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22" name="Google Shape;22;g37e80574407_0_7"/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+ Contenido Clásico">
  <p:cSld name="TITLE_1_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7e80574407_0_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43" name="Google Shape;43;g37e80574407_0_46"/>
          <p:cNvSpPr txBox="1"/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Reddit Sans SemiBold"/>
              <a:ea typeface="Reddit Sans SemiBold"/>
              <a:cs typeface="Reddit Sans SemiBold"/>
              <a:sym typeface="Reddit Sans SemiBold"/>
            </a:endParaRPr>
          </a:p>
        </p:txBody>
      </p:sp>
      <p:pic>
        <p:nvPicPr>
          <p:cNvPr id="44" name="Google Shape;44;g37e80574407_0_46" title="isotipo_pos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0953"/>
            <a:ext cx="540000" cy="2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g37e80574407_0_46"/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g37e80574407_0_46"/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/>
          </p:nvPr>
        </p:nvSpPr>
        <p:spPr>
          <a:xfrm>
            <a:off x="361350" y="494725"/>
            <a:ext cx="5567400" cy="19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4000"/>
              <a:buNone/>
              <a:defRPr sz="40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311700" y="2815250"/>
            <a:ext cx="5666700" cy="13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0072BC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title"/>
          </p:nvPr>
        </p:nvSpPr>
        <p:spPr>
          <a:xfrm>
            <a:off x="336750" y="1267200"/>
            <a:ext cx="8135700" cy="26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54" name="Google Shape;54;p12" title="isotipo_neg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4103"/>
            <a:ext cx="540000" cy="27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21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464275" y="3428125"/>
            <a:ext cx="3476700" cy="8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4939500" y="1208600"/>
            <a:ext cx="3612000" cy="3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61" name="Google Shape;61;p13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8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0" y="-5675"/>
            <a:ext cx="4572000" cy="51435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" name="Google Shape;64;p14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68675" y="655450"/>
            <a:ext cx="39645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4858700" y="1311925"/>
            <a:ext cx="3694800" cy="30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title" idx="2"/>
          </p:nvPr>
        </p:nvSpPr>
        <p:spPr>
          <a:xfrm>
            <a:off x="412475" y="1495950"/>
            <a:ext cx="3734400" cy="29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04">
          <p15:clr>
            <a:srgbClr val="E46962"/>
          </p15:clr>
        </p15:guide>
        <p15:guide id="2" pos="5387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1" name="Google Shape;71;p16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0;p13">
            <a:extLst>
              <a:ext uri="{FF2B5EF4-FFF2-40B4-BE49-F238E27FC236}">
                <a16:creationId xmlns:a16="http://schemas.microsoft.com/office/drawing/2014/main" id="{BA34F530-57E1-3ACD-6780-261D7941DA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erre" type="blank">
  <p:cSld name="BLAN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5" name="Google Shape;75;p15" title="Recurso 1.png"/>
          <p:cNvPicPr preferRelativeResize="0"/>
          <p:nvPr/>
        </p:nvPicPr>
        <p:blipFill rotWithShape="1">
          <a:blip r:embed="rId2">
            <a:alphaModFix/>
          </a:blip>
          <a:srcRect b="7379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 title="Recurso 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0050" y="2265624"/>
            <a:ext cx="4803901" cy="4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radecimiento">
  <p:cSld name="BLANK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e80574407_0_1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9" name="Google Shape;79;g37e80574407_0_110" title="Recurso 1.png"/>
          <p:cNvPicPr preferRelativeResize="0"/>
          <p:nvPr/>
        </p:nvPicPr>
        <p:blipFill rotWithShape="1">
          <a:blip r:embed="rId2">
            <a:alphaModFix/>
          </a:blip>
          <a:srcRect b="7381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g37e80574407_0_110" title="logo_ne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37e80574407_0_110"/>
          <p:cNvSpPr txBox="1">
            <a:spLocks noGrp="1"/>
          </p:cNvSpPr>
          <p:nvPr>
            <p:ph type="title"/>
          </p:nvPr>
        </p:nvSpPr>
        <p:spPr>
          <a:xfrm>
            <a:off x="4087108" y="4327063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2" name="Google Shape;82;g37e80574407_0_110"/>
          <p:cNvSpPr txBox="1">
            <a:spLocks noGrp="1"/>
          </p:cNvSpPr>
          <p:nvPr>
            <p:ph type="ctrTitle" idx="2"/>
          </p:nvPr>
        </p:nvSpPr>
        <p:spPr>
          <a:xfrm>
            <a:off x="450000" y="1827750"/>
            <a:ext cx="81000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Font typeface="Reddit Sans Black"/>
              <a:buNone/>
              <a:defRPr sz="6100" b="0">
                <a:solidFill>
                  <a:schemeClr val="lt1"/>
                </a:solidFill>
                <a:latin typeface="Reddit Sans Black"/>
                <a:ea typeface="Reddit Sans Black"/>
                <a:cs typeface="Reddit Sans Black"/>
                <a:sym typeface="Reddit Sans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9pPr>
          </a:lstStyle>
          <a:p>
            <a:endParaRPr/>
          </a:p>
        </p:txBody>
      </p:sp>
      <p:sp>
        <p:nvSpPr>
          <p:cNvPr id="83" name="Google Shape;83;g37e80574407_0_110"/>
          <p:cNvSpPr txBox="1">
            <a:spLocks noGrp="1"/>
          </p:cNvSpPr>
          <p:nvPr>
            <p:ph type="title" idx="3"/>
          </p:nvPr>
        </p:nvSpPr>
        <p:spPr>
          <a:xfrm>
            <a:off x="4087108" y="446138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dit Sans Light"/>
              <a:buNone/>
              <a:defRPr sz="900" b="0">
                <a:solidFill>
                  <a:schemeClr val="lt1"/>
                </a:solidFill>
                <a:latin typeface="Reddit Sans Light"/>
                <a:ea typeface="Reddit Sans Light"/>
                <a:cs typeface="Reddit Sans Light"/>
                <a:sym typeface="Reddit San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386">
          <p15:clr>
            <a:srgbClr val="E46962"/>
          </p15:clr>
        </p15:guide>
        <p15:guide id="2" orient="horz" pos="2903">
          <p15:clr>
            <a:srgbClr val="E46962"/>
          </p15:clr>
        </p15:guide>
        <p15:guide id="3" pos="2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userDrawn="1">
  <p:cSld name="TITLE_AND_TWO_COLUMNS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4657177" y="1152475"/>
            <a:ext cx="3896100" cy="3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88" name="Google Shape;88;p17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>
            <a:spLocks noGrp="1"/>
          </p:cNvSpPr>
          <p:nvPr>
            <p:ph type="body" idx="2"/>
          </p:nvPr>
        </p:nvSpPr>
        <p:spPr>
          <a:xfrm>
            <a:off x="450000" y="1152475"/>
            <a:ext cx="3896100" cy="3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Google Shape;60;p13">
            <a:extLst>
              <a:ext uri="{FF2B5EF4-FFF2-40B4-BE49-F238E27FC236}">
                <a16:creationId xmlns:a16="http://schemas.microsoft.com/office/drawing/2014/main" id="{54C7C093-64D9-3144-9EE6-858CDE2C30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7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12000"/>
              <a:buNone/>
              <a:defRPr sz="12000">
                <a:solidFill>
                  <a:srgbClr val="0072BC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450000" y="2959950"/>
            <a:ext cx="8101500" cy="13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98" name="Google Shape;98;p19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387">
          <p15:clr>
            <a:srgbClr val="E46962"/>
          </p15:clr>
        </p15:guide>
        <p15:guide id="2" pos="283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07800" y="1827720"/>
            <a:ext cx="8536320" cy="15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endParaRPr lang="es-CO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>
              <a:spcBef>
                <a:spcPts val="1417"/>
              </a:spcBef>
              <a:buNone/>
              <a:defRPr/>
            </a:lvl1pPr>
          </a:lstStyle>
          <a:p>
            <a:pPr indent="0">
              <a:spcBef>
                <a:spcPts val="1063"/>
              </a:spcBef>
              <a:buNone/>
            </a:pPr>
            <a:endParaRPr lang="es-CO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72251460-32DC-45C6-B957-D4BECA177940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94437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B7390F-30CF-678E-DE06-69304D6EA3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5F1B182-64E6-1CCF-7F37-0681CDD22B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9EFA20-38F8-87A4-6972-635BB7DC5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DFC76-4735-4170-8F48-03426EDB87B7}" type="datetimeFigureOut">
              <a:rPr lang="es-CO" smtClean="0"/>
              <a:t>9/07/2026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C654D5-BC16-9E6D-CE69-7C05B802E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36CECE-56AA-44B3-754B-5732C3E9D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CAAB6-F9AE-433B-AA3D-2F308D2758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897905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D51272-EA6B-CCEA-0D4D-9065CA6F0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822B51-262B-3B7E-0371-559CCFAD8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925E22-DCE8-A190-6800-1326D3582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DFC76-4735-4170-8F48-03426EDB87B7}" type="datetimeFigureOut">
              <a:rPr lang="es-CO" smtClean="0"/>
              <a:t>9/07/2026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D07F7B-C83A-A275-FEDD-9359C677E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18502D-7EFF-752D-DA22-1ADF3A597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CAAB6-F9AE-433B-AA3D-2F308D2758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54969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0474DC-AB18-474B-65F6-309335997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AF6CDFF-26B4-E407-84AC-BE1FBEB72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B5C64E-A980-05B4-8A2D-8B21DA805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DFC76-4735-4170-8F48-03426EDB87B7}" type="datetimeFigureOut">
              <a:rPr lang="es-CO" smtClean="0"/>
              <a:t>9/07/2026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376EDE-1DCA-2F1D-3BA6-ECFBA000A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0FA289-B914-1B46-E94E-4D7EE7FB7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CAAB6-F9AE-433B-AA3D-2F308D2758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796423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4EA66A-8F2A-76EE-BE61-B00021AAE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625E49-4E0B-C37F-72B5-63D0DC388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7518194-34A2-9D2B-1012-4674718CB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070244F-E0BC-9F24-EAB0-90D439C37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DFC76-4735-4170-8F48-03426EDB87B7}" type="datetimeFigureOut">
              <a:rPr lang="es-CO" smtClean="0"/>
              <a:t>9/07/2026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FF310FE-50B5-831F-0C54-28B682E7D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270E4CA-D851-A3D3-064F-982C70BC2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CAAB6-F9AE-433B-AA3D-2F308D2758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898274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02DB89-0D25-AF1E-FCCB-2D34B66C0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3D71018-1345-5097-699C-B97E3B84D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8B9D7F2-F469-842A-6D2D-1BC026195C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724F9F5-12E9-E657-2D7F-D19951482B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5703AA1-86D1-B3F5-36B4-2F064AAB0B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B02E61D-7A2A-C113-F0DE-D33C5ED23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DFC76-4735-4170-8F48-03426EDB87B7}" type="datetimeFigureOut">
              <a:rPr lang="es-CO" smtClean="0"/>
              <a:t>9/07/2026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F8A40D2-1202-CEC0-DF40-9818FF14B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1463BD1-0E50-182A-66E1-3F5CEB13A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CAAB6-F9AE-433B-AA3D-2F308D2758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032068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2A4AC4-2B8B-521F-88C9-8958EC2B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9DC986E-1233-3ECB-7B5B-00AC5E3EE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DFC76-4735-4170-8F48-03426EDB87B7}" type="datetimeFigureOut">
              <a:rPr lang="es-CO" smtClean="0"/>
              <a:t>9/07/2026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70F4267-BF7D-EC42-CCC6-9879FE488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C865629-2C85-4C04-F6A1-3D2F110E0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CAAB6-F9AE-433B-AA3D-2F308D2758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009430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4264BCA-5D7E-76E5-851F-16B954553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DFC76-4735-4170-8F48-03426EDB87B7}" type="datetimeFigureOut">
              <a:rPr lang="es-CO" smtClean="0"/>
              <a:t>9/07/2026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FDD142A-9CB1-7E8F-E230-43EC4FA0E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379E2BC-B1EA-9E53-A655-7ECCD1150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CAAB6-F9AE-433B-AA3D-2F308D2758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10663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E9D9B-FA56-7D16-BDBB-102487D2E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99DD08-EED2-6AC1-00F8-0B7A69B1A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E459E22-46F2-08EB-DF38-FB5E54000C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01B0662-C13E-1612-36D6-84B19BC2A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DFC76-4735-4170-8F48-03426EDB87B7}" type="datetimeFigureOut">
              <a:rPr lang="es-CO" smtClean="0"/>
              <a:t>9/07/2026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DC2D191-F2AD-8CD6-D346-D3980AE68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7294C94-2184-0F1E-2DFD-C63B5BB62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CAAB6-F9AE-433B-AA3D-2F308D2758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922573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AC606E-487F-D933-D547-5652700E3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5A1A9CD-D9EC-3E7F-2878-FD5BABA74B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43E0F3E-2E30-2588-D8F5-F31152E698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1F4849C-620E-38AF-9C4C-9AF608505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DFC76-4735-4170-8F48-03426EDB87B7}" type="datetimeFigureOut">
              <a:rPr lang="es-CO" smtClean="0"/>
              <a:t>9/07/2026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726B1D2-7575-2FBB-6B6C-8AE212B9E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4DFA907-353C-5E49-0CCF-BE0D1660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CAAB6-F9AE-433B-AA3D-2F308D2758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534306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1692E7-0D55-8276-1546-95FF07AB9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74523F7-3B0F-FD51-8386-7404998C9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EC9884-DDF3-4679-20A6-D226B92C5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DFC76-4735-4170-8F48-03426EDB87B7}" type="datetimeFigureOut">
              <a:rPr lang="es-CO" smtClean="0"/>
              <a:t>9/07/2026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9D43D6-CC3B-5338-0F11-9BE8D5DB7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8B0142E-7868-5A9B-373B-2219EC3B2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CAAB6-F9AE-433B-AA3D-2F308D2758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08399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3FC849C-F48F-3C85-FF3C-BDAD97B446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EB261CC-180A-4D59-5393-BAC0037FA7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6F897F-6F76-9734-D485-C0A18776C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DFC76-4735-4170-8F48-03426EDB87B7}" type="datetimeFigureOut">
              <a:rPr lang="es-CO" smtClean="0"/>
              <a:t>9/07/2026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170CB4-BC36-9ADA-90AA-1DABC9579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D7EB2C-0FA2-5007-7040-7E6062D25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CAAB6-F9AE-433B-AA3D-2F308D2758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43034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07800" y="1827720"/>
            <a:ext cx="8536320" cy="15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endParaRPr lang="es-CO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>
              <a:spcBef>
                <a:spcPts val="1417"/>
              </a:spcBef>
              <a:buNone/>
              <a:defRPr/>
            </a:lvl1pPr>
          </a:lstStyle>
          <a:p>
            <a:pPr indent="0">
              <a:spcBef>
                <a:spcPts val="1063"/>
              </a:spcBef>
              <a:buNone/>
            </a:pPr>
            <a:endParaRPr lang="es-CO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72251460-32DC-45C6-B957-D4BECA177940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6364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dit Sans"/>
              <a:buNone/>
              <a:defRPr sz="2800" b="1" i="0" u="none" strike="noStrike" cap="none">
                <a:solidFill>
                  <a:schemeClr val="dk1"/>
                </a:solidFill>
                <a:latin typeface="Reddit Sans"/>
                <a:ea typeface="Reddit Sans"/>
                <a:cs typeface="Reddit Sans"/>
                <a:sym typeface="Reddi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eddit Sans"/>
              <a:buChar char="●"/>
              <a:defRPr sz="18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●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●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61" r:id="rId9"/>
    <p:sldLayoutId id="2147483662" r:id="rId10"/>
    <p:sldLayoutId id="2147483664" r:id="rId11"/>
    <p:sldLayoutId id="2147483665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4CDDF91-4903-4BE3-329F-0635D9241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D6F2CEE-38E2-F07C-F71A-0F95C7AE8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87F777-A849-7E2B-E9CE-9EB40BEEFD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1DFC76-4735-4170-8F48-03426EDB87B7}" type="datetimeFigureOut">
              <a:rPr lang="es-CO" smtClean="0"/>
              <a:t>9/07/2026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E6B2E6-89AA-4774-E846-301D6CD57E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0E1ADD-0672-E6A8-0DB3-D5C8FA095B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4CAAB6-F9AE-433B-AA3D-2F308D2758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34784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personalsoftsas-my.sharepoint.com/:x:/r/personal/nzsuarez_personalsoft_com/_layouts/15/Doc.aspx?sourcedoc=%7BDB3FC75A-5538-468C-9AB3-E2DEEFC7C814%7D&amp;file=Planning%20Mesa%20de%20Servicio%20-%202026.xlsx&amp;action=default&amp;mobileredirect=true" TargetMode="Externa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e80574407_0_130"/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n-US"/>
              <a:t>Mesa de Servicio de Nueva Generación</a:t>
            </a:r>
            <a:endParaRPr err="1"/>
          </a:p>
        </p:txBody>
      </p:sp>
      <p:sp>
        <p:nvSpPr>
          <p:cNvPr id="110" name="Google Shape;110;g37e80574407_0_130"/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err="1"/>
              <a:t>Roadmap</a:t>
            </a:r>
            <a:r>
              <a:rPr lang="es-CO"/>
              <a:t> Julio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 txBox="1">
            <a:spLocks noGrp="1"/>
          </p:cNvSpPr>
          <p:nvPr>
            <p:ph type="title"/>
          </p:nvPr>
        </p:nvSpPr>
        <p:spPr>
          <a:xfrm>
            <a:off x="361350" y="504411"/>
            <a:ext cx="5567400" cy="19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">
                <a:highlight>
                  <a:srgbClr val="FFFFFF"/>
                </a:highlight>
              </a:rPr>
              <a:t>Valor del Servicio</a:t>
            </a:r>
            <a:endParaRPr lang="es-ES"/>
          </a:p>
        </p:txBody>
      </p:sp>
      <p:sp>
        <p:nvSpPr>
          <p:cNvPr id="131" name="Google Shape;131;p2"/>
          <p:cNvSpPr txBox="1">
            <a:spLocks noGrp="1"/>
          </p:cNvSpPr>
          <p:nvPr>
            <p:ph type="body" idx="1"/>
          </p:nvPr>
        </p:nvSpPr>
        <p:spPr>
          <a:xfrm>
            <a:off x="361349" y="2820693"/>
            <a:ext cx="5383159" cy="1554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14999"/>
              </a:lnSpc>
              <a:spcAft>
                <a:spcPts val="1200"/>
              </a:spcAft>
              <a:buNone/>
            </a:pPr>
            <a:r>
              <a:rPr lang="es">
                <a:solidFill>
                  <a:srgbClr val="222222"/>
                </a:solidFill>
                <a:highlight>
                  <a:srgbClr val="FFFFFF"/>
                </a:highlight>
              </a:rPr>
              <a:t>La Mesa de Servicio de Nueva Generación transforma el soporte tecnológico de un costo operativo a una ventaja competitiva sostenible en el tiempo. Estandariza la operación con roles claros, procesos definidos y conocimiento institucionalizado con IA. Convirtiendo la mesa en un servicio predecible, medible y escalable en donde el cliente puede crecer y confiar. </a:t>
            </a:r>
            <a:endParaRPr lang="es-ES"/>
          </a:p>
        </p:txBody>
      </p:sp>
      <p:cxnSp>
        <p:nvCxnSpPr>
          <p:cNvPr id="133" name="Google Shape;133;p2"/>
          <p:cNvCxnSpPr/>
          <p:nvPr/>
        </p:nvCxnSpPr>
        <p:spPr>
          <a:xfrm rot="10800000" flipH="1">
            <a:off x="0" y="2651850"/>
            <a:ext cx="5743800" cy="3600"/>
          </a:xfrm>
          <a:prstGeom prst="straightConnector1">
            <a:avLst/>
          </a:prstGeom>
          <a:noFill/>
          <a:ln w="19050" cap="flat" cmpd="sng">
            <a:solidFill>
              <a:srgbClr val="0E337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4" name="Google Shape;134;p2" title="isotipo_p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000" y="4540953"/>
            <a:ext cx="540000" cy="2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4E772C19-61FD-9E01-8D45-04096758E3D3}"/>
              </a:ext>
            </a:extLst>
          </p:cNvPr>
          <p:cNvSpPr/>
          <p:nvPr/>
        </p:nvSpPr>
        <p:spPr>
          <a:xfrm>
            <a:off x="6206836" y="0"/>
            <a:ext cx="2937164" cy="5143500"/>
          </a:xfrm>
          <a:prstGeom prst="rect">
            <a:avLst/>
          </a:prstGeom>
          <a:noFill/>
          <a:ln w="63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32" name="Google Shape;132;p2" title="textura 1.jpg"/>
          <p:cNvPicPr preferRelativeResize="0"/>
          <p:nvPr/>
        </p:nvPicPr>
        <p:blipFill rotWithShape="1">
          <a:blip r:embed="rId4">
            <a:alphaModFix/>
          </a:blip>
          <a:srcRect l="37172" r="5841"/>
          <a:stretch/>
        </p:blipFill>
        <p:spPr>
          <a:xfrm>
            <a:off x="6206836" y="0"/>
            <a:ext cx="29310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D1A1633-87B8-69A8-F58D-616529537203}"/>
              </a:ext>
            </a:extLst>
          </p:cNvPr>
          <p:cNvSpPr txBox="1"/>
          <p:nvPr/>
        </p:nvSpPr>
        <p:spPr>
          <a:xfrm>
            <a:off x="6319158" y="1913166"/>
            <a:ext cx="2705099" cy="33763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s-ES" sz="1000" b="1" i="0" u="none" strike="noStrike" baseline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Para el cliente</a:t>
            </a:r>
            <a:r>
              <a:rPr lang="en-US" sz="1000" b="0" i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ct val="150000"/>
              </a:lnSpc>
            </a:pPr>
            <a:r>
              <a:rPr lang="es-ES" sz="1000" b="0" i="0" u="none" strike="noStrike" baseline="0" err="1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SLAs</a:t>
            </a:r>
            <a:r>
              <a:rPr lang="es-ES" sz="1000" b="0" i="0" u="none" strike="noStrike" baseline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 cumplidos, menos interrupciones y visibilidad real de la </a:t>
            </a:r>
            <a:r>
              <a:rPr lang="es-ES" sz="100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operación</a:t>
            </a:r>
            <a:r>
              <a:rPr lang="es-ES" sz="1000" b="0" i="0" u="none" strike="noStrike" baseline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 en tiempo real.</a:t>
            </a:r>
            <a:r>
              <a:rPr lang="en-US" sz="1000" b="0" i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>
              <a:lnSpc>
                <a:spcPct val="150000"/>
              </a:lnSpc>
            </a:pPr>
            <a:endParaRPr lang="en-US" sz="1000">
              <a:solidFill>
                <a:schemeClr val="bg1"/>
              </a:solidFill>
              <a:latin typeface="Reddit Sans"/>
              <a:ea typeface="Segoe UI"/>
              <a:cs typeface="Segoe UI"/>
            </a:endParaRPr>
          </a:p>
          <a:p>
            <a:pPr algn="l" rtl="0">
              <a:lnSpc>
                <a:spcPct val="150000"/>
              </a:lnSpc>
            </a:pPr>
            <a:r>
              <a:rPr lang="es-ES" sz="1000" b="1" i="0" u="none" strike="noStrike" baseline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Para </a:t>
            </a:r>
            <a:r>
              <a:rPr lang="es-ES" sz="1000" b="1" i="0" u="none" strike="noStrike" baseline="0" err="1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PersonalSoft</a:t>
            </a:r>
            <a:r>
              <a:rPr lang="en-US" sz="1000" b="0" i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ct val="150000"/>
              </a:lnSpc>
            </a:pPr>
            <a:r>
              <a:rPr lang="es-ES" sz="100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Márgenes</a:t>
            </a:r>
            <a:r>
              <a:rPr lang="es-ES" sz="1000" b="0" i="0" u="none" strike="noStrike" baseline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 que mejoran con la </a:t>
            </a:r>
            <a:r>
              <a:rPr lang="es-ES" sz="100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automatización</a:t>
            </a:r>
            <a:r>
              <a:rPr lang="es-ES" sz="1000" b="0" i="0" u="none" strike="noStrike" baseline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.</a:t>
            </a:r>
            <a:r>
              <a:rPr lang="en-US" sz="1000" b="0" i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>
              <a:lnSpc>
                <a:spcPct val="150000"/>
              </a:lnSpc>
            </a:pPr>
            <a:endParaRPr lang="en-US" sz="1000">
              <a:solidFill>
                <a:schemeClr val="bg1"/>
              </a:solidFill>
              <a:latin typeface="Reddit Sans"/>
              <a:ea typeface="Segoe UI"/>
              <a:cs typeface="Segoe UI"/>
            </a:endParaRPr>
          </a:p>
          <a:p>
            <a:pPr algn="l" rtl="0">
              <a:lnSpc>
                <a:spcPct val="150000"/>
              </a:lnSpc>
            </a:pPr>
            <a:r>
              <a:rPr lang="es-ES" sz="1000" b="1" i="0" u="none" strike="noStrike" baseline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Para el mercado</a:t>
            </a:r>
            <a:r>
              <a:rPr lang="en-US" sz="1000" b="0" i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ct val="150000"/>
              </a:lnSpc>
            </a:pPr>
            <a:r>
              <a:rPr lang="es-ES" sz="1000" b="0" i="0" u="none" strike="noStrike" baseline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Un diferenciador real: el proveedor que llega con datos, herramientas y evolución continua.</a:t>
            </a:r>
          </a:p>
          <a:p>
            <a:pPr algn="ctr">
              <a:lnSpc>
                <a:spcPct val="150000"/>
              </a:lnSpc>
            </a:pPr>
            <a:endParaRPr lang="es-E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24BAB874-5873-7035-205D-E1E1A2B02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Algunos dolores de la operación actual de las Mesas de Servicio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2DEC60A-957A-9F54-0195-287D0DD1F228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344490" y="761544"/>
            <a:ext cx="4456109" cy="4482194"/>
          </a:xfr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14999"/>
              </a:lnSpc>
              <a:spcAft>
                <a:spcPts val="400"/>
              </a:spcAft>
              <a:buNone/>
            </a:pPr>
            <a:r>
              <a:rPr lang="es" sz="900" b="1">
                <a:solidFill>
                  <a:srgbClr val="D0021B"/>
                </a:solidFill>
              </a:rPr>
              <a:t>Sin límites claros del servicio ni roles definidos</a:t>
            </a:r>
            <a:endParaRPr lang="en-US" sz="900">
              <a:solidFill>
                <a:srgbClr val="000000"/>
              </a:solidFill>
            </a:endParaRPr>
          </a:p>
          <a:p>
            <a:pPr marL="171450" indent="-171450">
              <a:lnSpc>
                <a:spcPct val="114999"/>
              </a:lnSpc>
              <a:spcAft>
                <a:spcPts val="700"/>
              </a:spcAft>
            </a:pPr>
            <a:r>
              <a:rPr lang="es" sz="900">
                <a:solidFill>
                  <a:srgbClr val="444444"/>
                </a:solidFill>
              </a:rPr>
              <a:t>No hay un estándar de niveles N1/N2/N3, límites del alcance ni RACI documentado. </a:t>
            </a:r>
            <a:endParaRPr lang="en-US" sz="900">
              <a:solidFill>
                <a:srgbClr val="000000"/>
              </a:solidFill>
            </a:endParaRPr>
          </a:p>
          <a:p>
            <a:pPr marL="171450" indent="-171450">
              <a:lnSpc>
                <a:spcPct val="114999"/>
              </a:lnSpc>
              <a:spcAft>
                <a:spcPts val="700"/>
              </a:spcAft>
            </a:pPr>
            <a:r>
              <a:rPr lang="es" sz="900">
                <a:solidFill>
                  <a:srgbClr val="444444"/>
                </a:solidFill>
              </a:rPr>
              <a:t>El Gerente de Mesa y el Líder Técnico no tienen roles diferenciados. </a:t>
            </a:r>
            <a:endParaRPr lang="en-US" sz="900">
              <a:solidFill>
                <a:srgbClr val="000000"/>
              </a:solidFill>
            </a:endParaRPr>
          </a:p>
          <a:p>
            <a:pPr marL="171450" indent="-171450">
              <a:lnSpc>
                <a:spcPct val="114999"/>
              </a:lnSpc>
              <a:spcAft>
                <a:spcPts val="700"/>
              </a:spcAft>
            </a:pPr>
            <a:r>
              <a:rPr lang="es" sz="900">
                <a:solidFill>
                  <a:srgbClr val="444444"/>
                </a:solidFill>
              </a:rPr>
              <a:t>Cada mesa de servicio opera diferente y de acuerdo a las necesidades/políticas del cliente.</a:t>
            </a:r>
            <a:endParaRPr lang="en-US" sz="900">
              <a:solidFill>
                <a:srgbClr val="000000"/>
              </a:solidFill>
            </a:endParaRPr>
          </a:p>
          <a:p>
            <a:pPr marL="0" indent="0">
              <a:lnSpc>
                <a:spcPct val="114999"/>
              </a:lnSpc>
              <a:spcAft>
                <a:spcPts val="300"/>
              </a:spcAft>
              <a:buNone/>
            </a:pPr>
            <a:r>
              <a:rPr lang="es" sz="900" b="1">
                <a:solidFill>
                  <a:srgbClr val="D0021B"/>
                </a:solidFill>
              </a:rPr>
              <a:t>Modelo económico indexado al FTE, con barreras para escalar</a:t>
            </a:r>
            <a:endParaRPr lang="en-US" sz="900">
              <a:solidFill>
                <a:srgbClr val="000000"/>
              </a:solidFill>
            </a:endParaRPr>
          </a:p>
          <a:p>
            <a:pPr marL="171450" indent="-171450">
              <a:lnSpc>
                <a:spcPct val="114999"/>
              </a:lnSpc>
              <a:spcAft>
                <a:spcPts val="700"/>
              </a:spcAft>
            </a:pPr>
            <a:r>
              <a:rPr lang="es" sz="900">
                <a:solidFill>
                  <a:srgbClr val="444444"/>
                </a:solidFill>
              </a:rPr>
              <a:t>El costo crece con el volumen de tickets y no hay reglas claras para el crecimiento.</a:t>
            </a:r>
          </a:p>
          <a:p>
            <a:pPr marL="171450" indent="-171450">
              <a:lnSpc>
                <a:spcPct val="114999"/>
              </a:lnSpc>
              <a:spcAft>
                <a:spcPts val="700"/>
              </a:spcAft>
            </a:pPr>
            <a:r>
              <a:rPr lang="es" sz="900">
                <a:solidFill>
                  <a:srgbClr val="444444"/>
                </a:solidFill>
              </a:rPr>
              <a:t>Crecimiento en más aplicaciones sin un balance en roles de soporte (administrativo y técnico).</a:t>
            </a:r>
            <a:endParaRPr lang="en-US" sz="900">
              <a:solidFill>
                <a:srgbClr val="000000"/>
              </a:solidFill>
            </a:endParaRPr>
          </a:p>
          <a:p>
            <a:pPr marL="171450" indent="-171450">
              <a:lnSpc>
                <a:spcPct val="114999"/>
              </a:lnSpc>
              <a:spcAft>
                <a:spcPts val="700"/>
              </a:spcAft>
            </a:pPr>
            <a:r>
              <a:rPr lang="es" sz="900">
                <a:solidFill>
                  <a:srgbClr val="444444"/>
                </a:solidFill>
              </a:rPr>
              <a:t>Mercado necesitando mayor cobertura y no tiene como mejorar márgenes sin cambiar la base economía.</a:t>
            </a:r>
            <a:endParaRPr lang="en-US" sz="900">
              <a:solidFill>
                <a:srgbClr val="000000"/>
              </a:solidFill>
            </a:endParaRPr>
          </a:p>
          <a:p>
            <a:pPr marL="0" indent="0">
              <a:lnSpc>
                <a:spcPct val="114999"/>
              </a:lnSpc>
              <a:spcAft>
                <a:spcPts val="300"/>
              </a:spcAft>
              <a:buNone/>
            </a:pPr>
            <a:r>
              <a:rPr lang="es" sz="900" b="1">
                <a:solidFill>
                  <a:srgbClr val="D0021B"/>
                </a:solidFill>
              </a:rPr>
              <a:t>Tareas manuales, conocimiento en personas y sin base de conocimiento</a:t>
            </a:r>
            <a:endParaRPr lang="en-US" sz="900">
              <a:solidFill>
                <a:srgbClr val="000000"/>
              </a:solidFill>
            </a:endParaRPr>
          </a:p>
          <a:p>
            <a:pPr marL="171450" indent="-171450">
              <a:lnSpc>
                <a:spcPct val="114999"/>
              </a:lnSpc>
              <a:spcAft>
                <a:spcPts val="700"/>
              </a:spcAft>
            </a:pPr>
            <a:r>
              <a:rPr lang="es" sz="900">
                <a:solidFill>
                  <a:srgbClr val="444444"/>
                </a:solidFill>
              </a:rPr>
              <a:t>Bus factor crítico: cuando rota el equipo, el tiempo de </a:t>
            </a:r>
            <a:r>
              <a:rPr lang="es" sz="900" err="1">
                <a:solidFill>
                  <a:srgbClr val="444444"/>
                </a:solidFill>
              </a:rPr>
              <a:t>Onboarding</a:t>
            </a:r>
            <a:r>
              <a:rPr lang="es" sz="900">
                <a:solidFill>
                  <a:srgbClr val="444444"/>
                </a:solidFill>
              </a:rPr>
              <a:t> del nuevo </a:t>
            </a:r>
            <a:r>
              <a:rPr lang="es" sz="900" err="1">
                <a:solidFill>
                  <a:srgbClr val="444444"/>
                </a:solidFill>
              </a:rPr>
              <a:t>Softer</a:t>
            </a:r>
            <a:r>
              <a:rPr lang="es" sz="900">
                <a:solidFill>
                  <a:srgbClr val="444444"/>
                </a:solidFill>
              </a:rPr>
              <a:t> afecta los tiempos del servicio.</a:t>
            </a:r>
            <a:endParaRPr lang="en-US" sz="900">
              <a:solidFill>
                <a:srgbClr val="000000"/>
              </a:solidFill>
            </a:endParaRPr>
          </a:p>
          <a:p>
            <a:pPr marL="171450" indent="-171450">
              <a:lnSpc>
                <a:spcPct val="114999"/>
              </a:lnSpc>
              <a:spcAft>
                <a:spcPts val="700"/>
              </a:spcAft>
            </a:pPr>
            <a:r>
              <a:rPr lang="es" sz="900">
                <a:solidFill>
                  <a:srgbClr val="444444"/>
                </a:solidFill>
              </a:rPr>
              <a:t>No hay Nivel 0 ni base de conocimiento para que el usuario resuelva solo.</a:t>
            </a:r>
            <a:endParaRPr lang="en-US" sz="900">
              <a:solidFill>
                <a:srgbClr val="000000"/>
              </a:solidFill>
            </a:endParaRPr>
          </a:p>
          <a:p>
            <a:pPr marL="171450" indent="-171450">
              <a:lnSpc>
                <a:spcPct val="114999"/>
              </a:lnSpc>
              <a:spcAft>
                <a:spcPts val="700"/>
              </a:spcAft>
            </a:pPr>
            <a:r>
              <a:rPr lang="es" sz="900">
                <a:solidFill>
                  <a:srgbClr val="444444"/>
                </a:solidFill>
              </a:rPr>
              <a:t>La transición de operaciones como la GIOTI a un modelo estandarizado por niveles de servicio. S</a:t>
            </a:r>
            <a:r>
              <a:rPr lang="es-ES" sz="900">
                <a:solidFill>
                  <a:srgbClr val="444444"/>
                </a:solidFill>
              </a:rPr>
              <a:t>e necesitan escalas y proyecciones de carrera reales para retener el talento.</a:t>
            </a:r>
            <a:endParaRPr lang="es" sz="900">
              <a:solidFill>
                <a:srgbClr val="444444"/>
              </a:solidFill>
            </a:endParaRPr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C3BB3210-6144-D853-09A6-F2AA46156985}"/>
              </a:ext>
            </a:extLst>
          </p:cNvPr>
          <p:cNvSpPr txBox="1">
            <a:spLocks/>
          </p:cNvSpPr>
          <p:nvPr/>
        </p:nvSpPr>
        <p:spPr>
          <a:xfrm>
            <a:off x="4796745" y="756102"/>
            <a:ext cx="3851954" cy="385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eddit Sans"/>
              <a:buChar char="●"/>
              <a:defRPr sz="18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●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●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9pPr>
          </a:lstStyle>
          <a:p>
            <a:pPr marL="0" indent="0">
              <a:lnSpc>
                <a:spcPct val="114999"/>
              </a:lnSpc>
              <a:spcAft>
                <a:spcPts val="300"/>
              </a:spcAft>
              <a:buFont typeface="Reddit Sans"/>
              <a:buNone/>
            </a:pPr>
            <a:r>
              <a:rPr lang="es" sz="900" b="1">
                <a:solidFill>
                  <a:srgbClr val="D0021B"/>
                </a:solidFill>
              </a:rPr>
              <a:t>ANS sin medir, </a:t>
            </a:r>
            <a:r>
              <a:rPr lang="es" sz="900" b="1" err="1">
                <a:solidFill>
                  <a:srgbClr val="D0021B"/>
                </a:solidFill>
              </a:rPr>
              <a:t>KPIs</a:t>
            </a:r>
            <a:r>
              <a:rPr lang="es" sz="900" b="1">
                <a:solidFill>
                  <a:srgbClr val="D0021B"/>
                </a:solidFill>
              </a:rPr>
              <a:t> empíricos y herramientas sin estándar</a:t>
            </a:r>
            <a:endParaRPr lang="en-US" sz="900">
              <a:solidFill>
                <a:srgbClr val="000000"/>
              </a:solidFill>
            </a:endParaRPr>
          </a:p>
          <a:p>
            <a:pPr marL="171450" indent="-171450">
              <a:lnSpc>
                <a:spcPct val="124999"/>
              </a:lnSpc>
              <a:spcAft>
                <a:spcPts val="700"/>
              </a:spcAft>
            </a:pPr>
            <a:r>
              <a:rPr lang="es" sz="900">
                <a:solidFill>
                  <a:srgbClr val="444444"/>
                </a:solidFill>
              </a:rPr>
              <a:t>Cada cliente tiene su herramienta (BMC en SURA, </a:t>
            </a:r>
            <a:r>
              <a:rPr lang="es" sz="900" err="1">
                <a:solidFill>
                  <a:srgbClr val="444444"/>
                </a:solidFill>
              </a:rPr>
              <a:t>Computer</a:t>
            </a:r>
            <a:r>
              <a:rPr lang="es" sz="900">
                <a:solidFill>
                  <a:srgbClr val="444444"/>
                </a:solidFill>
              </a:rPr>
              <a:t> </a:t>
            </a:r>
            <a:r>
              <a:rPr lang="es" sz="900" err="1">
                <a:solidFill>
                  <a:srgbClr val="444444"/>
                </a:solidFill>
              </a:rPr>
              <a:t>Associates</a:t>
            </a:r>
            <a:r>
              <a:rPr lang="es" sz="900">
                <a:solidFill>
                  <a:srgbClr val="444444"/>
                </a:solidFill>
              </a:rPr>
              <a:t>, Service Now) y </a:t>
            </a:r>
            <a:r>
              <a:rPr lang="es" sz="900" err="1">
                <a:solidFill>
                  <a:srgbClr val="444444"/>
                </a:solidFill>
              </a:rPr>
              <a:t>PersonalSoft</a:t>
            </a:r>
            <a:r>
              <a:rPr lang="es" sz="900">
                <a:solidFill>
                  <a:srgbClr val="444444"/>
                </a:solidFill>
              </a:rPr>
              <a:t> no tiene la suya. </a:t>
            </a:r>
            <a:endParaRPr lang="es-ES" sz="900">
              <a:solidFill>
                <a:srgbClr val="444444"/>
              </a:solidFill>
            </a:endParaRPr>
          </a:p>
          <a:p>
            <a:pPr marL="171450" indent="-171450">
              <a:lnSpc>
                <a:spcPct val="124999"/>
              </a:lnSpc>
              <a:spcAft>
                <a:spcPts val="700"/>
              </a:spcAft>
            </a:pPr>
            <a:r>
              <a:rPr lang="es" sz="900">
                <a:solidFill>
                  <a:srgbClr val="444444"/>
                </a:solidFill>
              </a:rPr>
              <a:t>Los informes son manuales, las penalidades no se miden sistemáticamente y no hay taxonomía de </a:t>
            </a:r>
            <a:r>
              <a:rPr lang="es" sz="900" err="1">
                <a:solidFill>
                  <a:srgbClr val="444444"/>
                </a:solidFill>
              </a:rPr>
              <a:t>KPIs</a:t>
            </a:r>
            <a:r>
              <a:rPr lang="es" sz="900">
                <a:solidFill>
                  <a:srgbClr val="444444"/>
                </a:solidFill>
              </a:rPr>
              <a:t> estandarizada.</a:t>
            </a:r>
            <a:endParaRPr lang="en-US" sz="900">
              <a:solidFill>
                <a:srgbClr val="000000"/>
              </a:solidFill>
            </a:endParaRPr>
          </a:p>
          <a:p>
            <a:pPr marL="0" indent="0">
              <a:lnSpc>
                <a:spcPct val="124999"/>
              </a:lnSpc>
              <a:spcAft>
                <a:spcPts val="700"/>
              </a:spcAft>
              <a:buFont typeface="Reddit Sans"/>
              <a:buNone/>
            </a:pPr>
            <a:r>
              <a:rPr lang="es-ES" sz="900" b="1">
                <a:solidFill>
                  <a:srgbClr val="D0021B"/>
                </a:solidFill>
              </a:rPr>
              <a:t>Expectativa vs realidad operativa en el arranque</a:t>
            </a:r>
            <a:endParaRPr lang="en-US" sz="900">
              <a:solidFill>
                <a:srgbClr val="000000"/>
              </a:solidFill>
            </a:endParaRPr>
          </a:p>
          <a:p>
            <a:pPr marL="171450" indent="-171450">
              <a:lnSpc>
                <a:spcPct val="124999"/>
              </a:lnSpc>
              <a:spcAft>
                <a:spcPts val="700"/>
              </a:spcAft>
            </a:pPr>
            <a:r>
              <a:rPr lang="es-ES" sz="900">
                <a:solidFill>
                  <a:srgbClr val="444444"/>
                </a:solidFill>
              </a:rPr>
              <a:t>Al  cliente se le vende una expectativa del servicio que a la hora de operar no refleja la realidad.</a:t>
            </a:r>
            <a:endParaRPr lang="es" sz="900">
              <a:solidFill>
                <a:srgbClr val="444444"/>
              </a:solidFill>
            </a:endParaRPr>
          </a:p>
          <a:p>
            <a:pPr marL="0" indent="0">
              <a:lnSpc>
                <a:spcPct val="124999"/>
              </a:lnSpc>
              <a:spcAft>
                <a:spcPts val="700"/>
              </a:spcAft>
              <a:buFont typeface="Reddit Sans"/>
              <a:buNone/>
            </a:pPr>
            <a:r>
              <a:rPr lang="es-ES" sz="900" b="1" err="1">
                <a:solidFill>
                  <a:srgbClr val="D0021B"/>
                </a:solidFill>
              </a:rPr>
              <a:t>Volumetria</a:t>
            </a:r>
            <a:r>
              <a:rPr lang="es-ES" sz="900" b="1">
                <a:solidFill>
                  <a:srgbClr val="D0021B"/>
                </a:solidFill>
              </a:rPr>
              <a:t> y </a:t>
            </a:r>
            <a:r>
              <a:rPr lang="es-ES" sz="900" b="1" err="1">
                <a:solidFill>
                  <a:srgbClr val="D0021B"/>
                </a:solidFill>
              </a:rPr>
              <a:t>estadisticas</a:t>
            </a:r>
            <a:r>
              <a:rPr lang="es-ES" sz="900" b="1">
                <a:solidFill>
                  <a:srgbClr val="D0021B"/>
                </a:solidFill>
              </a:rPr>
              <a:t> relevantes no se recogen en preventa</a:t>
            </a:r>
            <a:endParaRPr lang="es" sz="900">
              <a:solidFill>
                <a:srgbClr val="444444"/>
              </a:solidFill>
            </a:endParaRPr>
          </a:p>
          <a:p>
            <a:pPr marL="171450" indent="-171450">
              <a:lnSpc>
                <a:spcPct val="124999"/>
              </a:lnSpc>
              <a:spcAft>
                <a:spcPts val="700"/>
              </a:spcAft>
            </a:pPr>
            <a:r>
              <a:rPr lang="en-US" sz="900">
                <a:solidFill>
                  <a:srgbClr val="444444"/>
                </a:solidFill>
              </a:rPr>
              <a:t>No </a:t>
            </a:r>
            <a:r>
              <a:rPr lang="en-US" sz="900" err="1">
                <a:solidFill>
                  <a:srgbClr val="444444"/>
                </a:solidFill>
              </a:rPr>
              <a:t>somos</a:t>
            </a:r>
            <a:r>
              <a:rPr lang="en-US" sz="900">
                <a:solidFill>
                  <a:srgbClr val="444444"/>
                </a:solidFill>
              </a:rPr>
              <a:t> </a:t>
            </a:r>
            <a:r>
              <a:rPr lang="en-US" sz="900" err="1">
                <a:solidFill>
                  <a:srgbClr val="444444"/>
                </a:solidFill>
              </a:rPr>
              <a:t>habiles</a:t>
            </a:r>
            <a:r>
              <a:rPr lang="en-US" sz="900">
                <a:solidFill>
                  <a:srgbClr val="444444"/>
                </a:solidFill>
              </a:rPr>
              <a:t> para </a:t>
            </a:r>
            <a:r>
              <a:rPr lang="en-US" sz="900" err="1">
                <a:solidFill>
                  <a:srgbClr val="444444"/>
                </a:solidFill>
              </a:rPr>
              <a:t>pedir</a:t>
            </a:r>
            <a:r>
              <a:rPr lang="en-US" sz="900">
                <a:solidFill>
                  <a:srgbClr val="444444"/>
                </a:solidFill>
              </a:rPr>
              <a:t> </a:t>
            </a:r>
            <a:r>
              <a:rPr lang="en-US" sz="900" err="1">
                <a:solidFill>
                  <a:srgbClr val="444444"/>
                </a:solidFill>
              </a:rPr>
              <a:t>en</a:t>
            </a:r>
            <a:r>
              <a:rPr lang="en-US" sz="900">
                <a:solidFill>
                  <a:srgbClr val="444444"/>
                </a:solidFill>
              </a:rPr>
              <a:t> </a:t>
            </a:r>
            <a:r>
              <a:rPr lang="en-US" sz="900" err="1">
                <a:solidFill>
                  <a:srgbClr val="444444"/>
                </a:solidFill>
              </a:rPr>
              <a:t>preventa</a:t>
            </a:r>
            <a:r>
              <a:rPr lang="en-US" sz="900">
                <a:solidFill>
                  <a:srgbClr val="444444"/>
                </a:solidFill>
              </a:rPr>
              <a:t> las </a:t>
            </a:r>
            <a:r>
              <a:rPr lang="en-US" sz="900" err="1">
                <a:solidFill>
                  <a:srgbClr val="444444"/>
                </a:solidFill>
              </a:rPr>
              <a:t>estadisticas</a:t>
            </a:r>
            <a:r>
              <a:rPr lang="en-US" sz="900">
                <a:solidFill>
                  <a:srgbClr val="444444"/>
                </a:solidFill>
              </a:rPr>
              <a:t> </a:t>
            </a:r>
            <a:r>
              <a:rPr lang="en-US" sz="900" err="1">
                <a:solidFill>
                  <a:srgbClr val="444444"/>
                </a:solidFill>
              </a:rPr>
              <a:t>que</a:t>
            </a:r>
            <a:r>
              <a:rPr lang="en-US" sz="900">
                <a:solidFill>
                  <a:srgbClr val="444444"/>
                </a:solidFill>
              </a:rPr>
              <a:t> </a:t>
            </a:r>
            <a:r>
              <a:rPr lang="en-US" sz="900" err="1">
                <a:solidFill>
                  <a:srgbClr val="444444"/>
                </a:solidFill>
              </a:rPr>
              <a:t>realmente</a:t>
            </a:r>
            <a:r>
              <a:rPr lang="en-US" sz="900">
                <a:solidFill>
                  <a:srgbClr val="444444"/>
                </a:solidFill>
              </a:rPr>
              <a:t> </a:t>
            </a:r>
            <a:r>
              <a:rPr lang="en-US" sz="900" err="1">
                <a:solidFill>
                  <a:srgbClr val="444444"/>
                </a:solidFill>
              </a:rPr>
              <a:t>importan</a:t>
            </a:r>
            <a:r>
              <a:rPr lang="en-US" sz="900">
                <a:solidFill>
                  <a:srgbClr val="444444"/>
                </a:solidFill>
              </a:rPr>
              <a:t>: </a:t>
            </a:r>
            <a:r>
              <a:rPr lang="en-US" sz="900" err="1">
                <a:solidFill>
                  <a:srgbClr val="444444"/>
                </a:solidFill>
              </a:rPr>
              <a:t>volumetria</a:t>
            </a:r>
            <a:r>
              <a:rPr lang="en-US" sz="900">
                <a:solidFill>
                  <a:srgbClr val="444444"/>
                </a:solidFill>
              </a:rPr>
              <a:t> de tickets, horas </a:t>
            </a:r>
            <a:r>
              <a:rPr lang="en-US" sz="900" err="1">
                <a:solidFill>
                  <a:srgbClr val="444444"/>
                </a:solidFill>
              </a:rPr>
              <a:t>nocturnas</a:t>
            </a:r>
            <a:r>
              <a:rPr lang="en-US" sz="900">
                <a:solidFill>
                  <a:srgbClr val="444444"/>
                </a:solidFill>
              </a:rPr>
              <a:t> y horas extra</a:t>
            </a:r>
            <a:r>
              <a:rPr lang="es-ES" sz="900" err="1">
                <a:solidFill>
                  <a:srgbClr val="444444"/>
                </a:solidFill>
              </a:rPr>
              <a:t>habiles</a:t>
            </a:r>
            <a:r>
              <a:rPr lang="es-ES" sz="900">
                <a:solidFill>
                  <a:srgbClr val="444444"/>
                </a:solidFill>
              </a:rPr>
              <a:t> para pedir en preventa las </a:t>
            </a:r>
            <a:r>
              <a:rPr lang="es-ES" sz="900" err="1">
                <a:solidFill>
                  <a:srgbClr val="444444"/>
                </a:solidFill>
              </a:rPr>
              <a:t>estadisticas</a:t>
            </a:r>
            <a:r>
              <a:rPr lang="es-ES" sz="900">
                <a:solidFill>
                  <a:srgbClr val="444444"/>
                </a:solidFill>
              </a:rPr>
              <a:t> que realmente importan: </a:t>
            </a:r>
            <a:r>
              <a:rPr lang="es-ES" sz="900" err="1">
                <a:solidFill>
                  <a:srgbClr val="444444"/>
                </a:solidFill>
              </a:rPr>
              <a:t>volumetria</a:t>
            </a:r>
            <a:r>
              <a:rPr lang="es-ES" sz="900">
                <a:solidFill>
                  <a:srgbClr val="444444"/>
                </a:solidFill>
              </a:rPr>
              <a:t> de tickets, horas nocturnas y horas </a:t>
            </a:r>
            <a:r>
              <a:rPr lang="es-ES" sz="900" err="1">
                <a:solidFill>
                  <a:srgbClr val="444444"/>
                </a:solidFill>
              </a:rPr>
              <a:t>extrahabiles</a:t>
            </a:r>
            <a:r>
              <a:rPr lang="es-ES" sz="900">
                <a:solidFill>
                  <a:srgbClr val="444444"/>
                </a:solidFill>
              </a:rPr>
              <a:t> para pedir en preventa las </a:t>
            </a:r>
            <a:r>
              <a:rPr lang="es-ES" sz="900" err="1">
                <a:solidFill>
                  <a:srgbClr val="444444"/>
                </a:solidFill>
              </a:rPr>
              <a:t>estadisticas</a:t>
            </a:r>
            <a:r>
              <a:rPr lang="es-ES" sz="900">
                <a:solidFill>
                  <a:srgbClr val="444444"/>
                </a:solidFill>
              </a:rPr>
              <a:t> que realmente importan: </a:t>
            </a:r>
            <a:r>
              <a:rPr lang="es-ES" sz="900" err="1">
                <a:solidFill>
                  <a:srgbClr val="444444"/>
                </a:solidFill>
              </a:rPr>
              <a:t>volumetria</a:t>
            </a:r>
            <a:r>
              <a:rPr lang="es-ES" sz="900">
                <a:solidFill>
                  <a:srgbClr val="444444"/>
                </a:solidFill>
              </a:rPr>
              <a:t> de tickets, horas nocturnas y horas extra requeridas. Genera costos no previstos y </a:t>
            </a:r>
            <a:r>
              <a:rPr lang="es-ES" sz="900" err="1">
                <a:solidFill>
                  <a:srgbClr val="444444"/>
                </a:solidFill>
              </a:rPr>
              <a:t>sub-dimensionamiento</a:t>
            </a:r>
            <a:r>
              <a:rPr lang="es-ES" sz="900">
                <a:solidFill>
                  <a:srgbClr val="444444"/>
                </a:solidFill>
              </a:rPr>
              <a:t> del equipo desde el contrato.</a:t>
            </a:r>
            <a:endParaRPr lang="es" sz="900">
              <a:solidFill>
                <a:srgbClr val="4444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0371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 txBox="1">
            <a:spLocks noGrp="1"/>
          </p:cNvSpPr>
          <p:nvPr>
            <p:ph type="title"/>
          </p:nvPr>
        </p:nvSpPr>
        <p:spPr>
          <a:xfrm>
            <a:off x="359550" y="404904"/>
            <a:ext cx="39645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>
              <a:buClr>
                <a:schemeClr val="dk1"/>
              </a:buClr>
              <a:buSzPct val="54999"/>
            </a:pPr>
            <a:r>
              <a:rPr lang="es" sz="1800">
                <a:solidFill>
                  <a:srgbClr val="263474"/>
                </a:solidFill>
                <a:sym typeface="Reddit Sans Medium"/>
              </a:rPr>
              <a:t>Mesas de Servicio Actuales</a:t>
            </a:r>
            <a:endParaRPr>
              <a:latin typeface="Reddit Sans" pitchFamily="2" charset="0"/>
              <a:ea typeface="Reddit Sans" pitchFamily="2" charset="0"/>
            </a:endParaRPr>
          </a:p>
        </p:txBody>
      </p:sp>
      <p:sp>
        <p:nvSpPr>
          <p:cNvPr id="146" name="Google Shape;146;p5"/>
          <p:cNvSpPr txBox="1">
            <a:spLocks noGrp="1"/>
          </p:cNvSpPr>
          <p:nvPr>
            <p:ph type="title" idx="2"/>
          </p:nvPr>
        </p:nvSpPr>
        <p:spPr>
          <a:xfrm>
            <a:off x="463050" y="1464657"/>
            <a:ext cx="3757500" cy="19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s"/>
              <a:t>Nuestros Operación Actual</a:t>
            </a:r>
          </a:p>
        </p:txBody>
      </p:sp>
      <p:cxnSp>
        <p:nvCxnSpPr>
          <p:cNvPr id="147" name="Google Shape;147;p5"/>
          <p:cNvCxnSpPr/>
          <p:nvPr/>
        </p:nvCxnSpPr>
        <p:spPr>
          <a:xfrm rot="10800000" flipH="1">
            <a:off x="442269" y="612577"/>
            <a:ext cx="8103300" cy="28800"/>
          </a:xfrm>
          <a:prstGeom prst="straightConnector1">
            <a:avLst/>
          </a:prstGeom>
          <a:noFill/>
          <a:ln w="19050" cap="flat" cmpd="sng">
            <a:solidFill>
              <a:srgbClr val="0E33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5495EA2D-6DD3-3FCA-401B-6EC35075AA0A}"/>
              </a:ext>
            </a:extLst>
          </p:cNvPr>
          <p:cNvSpPr txBox="1"/>
          <p:nvPr/>
        </p:nvSpPr>
        <p:spPr>
          <a:xfrm>
            <a:off x="4844143" y="797380"/>
            <a:ext cx="3695702" cy="39626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875"/>
              </a:lnSpc>
            </a:pPr>
            <a:r>
              <a:rPr lang="es-ES" sz="1100" b="1" i="0" u="none" strike="noStrike" baseline="0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Banca y Seguros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SURA, Bancolombia ·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Especialización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: continuidad de canales transaccionales, cumplimiento SFC/SOX,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gestión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de fraude en tiempo real y BCP/DRP.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1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Energía</a:t>
            </a:r>
            <a:r>
              <a:rPr lang="es-ES" sz="1100" b="1" i="0" u="none" strike="noStrike" baseline="0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 y </a:t>
            </a:r>
            <a:r>
              <a:rPr lang="es-ES" sz="1100" b="1" i="0" u="none" strike="noStrike" baseline="0" err="1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Utilities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XM, AES ·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Especialización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: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operación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critica 24x7, monitoreo de infraestructura y aplicaciones, </a:t>
            </a:r>
            <a:r>
              <a:rPr lang="es-ES" sz="1100" b="0" i="0" u="none" strike="noStrike" baseline="0" err="1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observabilidad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y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gestión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de eventos de alta criticidad.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1" i="0" u="none" strike="noStrike" baseline="0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Salud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Medicarte ·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Especialización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: continuidad asistencial,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protección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de datos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clínicos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(Habeas Data / Supersalud), interoperabilidad RIPS/PISIS y trazabilidad de historia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clínica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.</a:t>
            </a:r>
            <a:r>
              <a:rPr lang="es-E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ctr"/>
            <a:endParaRPr lang="es-E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57f5ba65c_1_28"/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lang="es" err="1"/>
              <a:t>Roadmap</a:t>
            </a:r>
            <a:r>
              <a:rPr lang="es"/>
              <a:t> 2026</a:t>
            </a:r>
          </a:p>
        </p:txBody>
      </p:sp>
      <p:sp>
        <p:nvSpPr>
          <p:cNvPr id="125" name="Google Shape;125;g3657f5ba65c_1_28"/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s-ES"/>
              <a:t>Mesas de Servicios de Nueva Generación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Nivel de Madurez de las Mesas de Servicio – A dónde queremos llegar</a:t>
            </a:r>
          </a:p>
        </p:txBody>
      </p:sp>
      <p:sp>
        <p:nvSpPr>
          <p:cNvPr id="3" name="Subtitulo"/>
          <p:cNvSpPr txBox="1">
            <a:spLocks noGrp="1"/>
          </p:cNvSpPr>
          <p:nvPr>
            <p:ph type="subTitle" idx="4294967295"/>
          </p:nvPr>
        </p:nvSpPr>
        <p:spPr>
          <a:xfrm>
            <a:off x="239486" y="542698"/>
            <a:ext cx="6194199" cy="56379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s-ES" sz="1000"/>
              <a:t>ITIL v5 · Escala N1 a N5 · 4 dimensiones · 17 practicas a evaluar</a:t>
            </a:r>
          </a:p>
        </p:txBody>
      </p:sp>
      <p:sp>
        <p:nvSpPr>
          <p:cNvPr id="10" name="N1 box"/>
          <p:cNvSpPr txBox="1"/>
          <p:nvPr/>
        </p:nvSpPr>
        <p:spPr>
          <a:xfrm>
            <a:off x="457200" y="1371600"/>
            <a:ext cx="1371600" cy="914400"/>
          </a:xfrm>
          <a:prstGeom prst="rect">
            <a:avLst/>
          </a:prstGeom>
          <a:solidFill>
            <a:srgbClr val="FAECE7"/>
          </a:solidFill>
          <a:ln w="19050">
            <a:solidFill>
              <a:srgbClr val="D0021B"/>
            </a:solidFill>
          </a:ln>
        </p:spPr>
        <p:txBody>
          <a:bodyPr wrap="square" lIns="91425" tIns="91425" rIns="91425" bIns="91425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1600" b="1">
                <a:solidFill>
                  <a:srgbClr val="D0021B"/>
                </a:solidFill>
              </a:rPr>
              <a:t>N1</a:t>
            </a:r>
          </a:p>
          <a:p>
            <a:pPr algn="ctr">
              <a:buNone/>
            </a:pPr>
            <a:r>
              <a:rPr lang="es" sz="900" b="1">
                <a:solidFill>
                  <a:srgbClr val="D0021B"/>
                </a:solidFill>
              </a:rPr>
              <a:t>Inicial</a:t>
            </a:r>
          </a:p>
        </p:txBody>
      </p:sp>
      <p:sp>
        <p:nvSpPr>
          <p:cNvPr id="11" name="flecha1"/>
          <p:cNvSpPr txBox="1"/>
          <p:nvPr/>
        </p:nvSpPr>
        <p:spPr>
          <a:xfrm>
            <a:off x="1828800" y="1600200"/>
            <a:ext cx="342900" cy="4572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N2 box"/>
          <p:cNvSpPr txBox="1"/>
          <p:nvPr/>
        </p:nvSpPr>
        <p:spPr>
          <a:xfrm>
            <a:off x="2171700" y="1371600"/>
            <a:ext cx="1371600" cy="914400"/>
          </a:xfrm>
          <a:prstGeom prst="rect">
            <a:avLst/>
          </a:prstGeom>
          <a:solidFill>
            <a:srgbClr val="FAEEDA"/>
          </a:solidFill>
          <a:ln w="19050">
            <a:solidFill>
              <a:srgbClr val="EF9F27"/>
            </a:solidFill>
          </a:ln>
        </p:spPr>
        <p:txBody>
          <a:bodyPr wrap="square" lIns="91425" tIns="91425" rIns="91425" bIns="91425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1600" b="1">
                <a:solidFill>
                  <a:srgbClr val="633806"/>
                </a:solidFill>
              </a:rPr>
              <a:t>N2</a:t>
            </a:r>
          </a:p>
          <a:p>
            <a:pPr algn="ctr">
              <a:buNone/>
            </a:pPr>
            <a:r>
              <a:rPr lang="es" sz="900" b="1">
                <a:solidFill>
                  <a:srgbClr val="633806"/>
                </a:solidFill>
              </a:rPr>
              <a:t>Administrado</a:t>
            </a:r>
          </a:p>
        </p:txBody>
      </p:sp>
      <p:sp>
        <p:nvSpPr>
          <p:cNvPr id="13" name="flecha2"/>
          <p:cNvSpPr txBox="1"/>
          <p:nvPr/>
        </p:nvSpPr>
        <p:spPr>
          <a:xfrm>
            <a:off x="3543300" y="1600200"/>
            <a:ext cx="342900" cy="4572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N3 box"/>
          <p:cNvSpPr txBox="1"/>
          <p:nvPr/>
        </p:nvSpPr>
        <p:spPr>
          <a:xfrm>
            <a:off x="3886200" y="1371600"/>
            <a:ext cx="1371600" cy="914400"/>
          </a:xfrm>
          <a:prstGeom prst="rect">
            <a:avLst/>
          </a:prstGeom>
          <a:solidFill>
            <a:srgbClr val="E6F1FB"/>
          </a:solidFill>
          <a:ln w="28575">
            <a:solidFill>
              <a:srgbClr val="0E337C"/>
            </a:solidFill>
          </a:ln>
        </p:spPr>
        <p:txBody>
          <a:bodyPr wrap="square" lIns="91425" tIns="91425" rIns="91425" bIns="91425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1600" b="1">
                <a:solidFill>
                  <a:srgbClr val="0E337C"/>
                </a:solidFill>
              </a:rPr>
              <a:t>N3 ★</a:t>
            </a:r>
          </a:p>
          <a:p>
            <a:pPr algn="ctr">
              <a:buNone/>
            </a:pPr>
            <a:r>
              <a:rPr lang="es" sz="900" b="1">
                <a:solidFill>
                  <a:srgbClr val="0E337C"/>
                </a:solidFill>
              </a:rPr>
              <a:t>Definido</a:t>
            </a:r>
          </a:p>
        </p:txBody>
      </p:sp>
      <p:sp>
        <p:nvSpPr>
          <p:cNvPr id="15" name="flecha3"/>
          <p:cNvSpPr txBox="1"/>
          <p:nvPr/>
        </p:nvSpPr>
        <p:spPr>
          <a:xfrm>
            <a:off x="5257800" y="1600200"/>
            <a:ext cx="342900" cy="4572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N4 box"/>
          <p:cNvSpPr txBox="1"/>
          <p:nvPr/>
        </p:nvSpPr>
        <p:spPr>
          <a:xfrm>
            <a:off x="5600700" y="1371600"/>
            <a:ext cx="1371600" cy="914400"/>
          </a:xfrm>
          <a:prstGeom prst="rect">
            <a:avLst/>
          </a:prstGeom>
          <a:solidFill>
            <a:srgbClr val="EEEDFE"/>
          </a:solidFill>
          <a:ln w="19050">
            <a:solidFill>
              <a:srgbClr val="3C3489"/>
            </a:solidFill>
          </a:ln>
        </p:spPr>
        <p:txBody>
          <a:bodyPr wrap="square" lIns="91425" tIns="91425" rIns="91425" bIns="91425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1600" b="1">
                <a:solidFill>
                  <a:srgbClr val="3C3489"/>
                </a:solidFill>
              </a:rPr>
              <a:t>N4</a:t>
            </a:r>
          </a:p>
          <a:p>
            <a:pPr algn="ctr">
              <a:buNone/>
            </a:pPr>
            <a:r>
              <a:rPr lang="es" sz="900" b="1">
                <a:solidFill>
                  <a:srgbClr val="3C3489"/>
                </a:solidFill>
              </a:rPr>
              <a:t>Cuantitativo</a:t>
            </a:r>
          </a:p>
        </p:txBody>
      </p:sp>
      <p:sp>
        <p:nvSpPr>
          <p:cNvPr id="17" name="flecha4"/>
          <p:cNvSpPr txBox="1"/>
          <p:nvPr/>
        </p:nvSpPr>
        <p:spPr>
          <a:xfrm>
            <a:off x="6972300" y="1600200"/>
            <a:ext cx="342900" cy="4572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N5 box"/>
          <p:cNvSpPr txBox="1"/>
          <p:nvPr/>
        </p:nvSpPr>
        <p:spPr>
          <a:xfrm>
            <a:off x="7315200" y="1371600"/>
            <a:ext cx="1371600" cy="914400"/>
          </a:xfrm>
          <a:prstGeom prst="rect">
            <a:avLst/>
          </a:prstGeom>
          <a:solidFill>
            <a:srgbClr val="E1F5EE"/>
          </a:solidFill>
          <a:ln w="57150">
            <a:solidFill>
              <a:srgbClr val="92D050"/>
            </a:solidFill>
          </a:ln>
        </p:spPr>
        <p:txBody>
          <a:bodyPr wrap="square" lIns="91425" tIns="91425" rIns="91425" bIns="91425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1600" b="1">
                <a:solidFill>
                  <a:srgbClr val="085041"/>
                </a:solidFill>
              </a:rPr>
              <a:t>N5</a:t>
            </a:r>
          </a:p>
          <a:p>
            <a:pPr algn="ctr">
              <a:buNone/>
            </a:pPr>
            <a:r>
              <a:rPr lang="es" sz="900" b="1">
                <a:solidFill>
                  <a:srgbClr val="085041"/>
                </a:solidFill>
              </a:rPr>
              <a:t>Optimizado</a:t>
            </a:r>
          </a:p>
        </p:txBody>
      </p:sp>
      <p:sp>
        <p:nvSpPr>
          <p:cNvPr id="20" name="desc N1"/>
          <p:cNvSpPr txBox="1"/>
          <p:nvPr/>
        </p:nvSpPr>
        <p:spPr>
          <a:xfrm>
            <a:off x="457200" y="2400300"/>
            <a:ext cx="1371600" cy="102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/>
          <a:lstStyle/>
          <a:p>
            <a:pPr algn="ctr">
              <a:lnSpc>
                <a:spcPct val="115000"/>
              </a:lnSpc>
            </a:pPr>
            <a:r>
              <a:rPr lang="es" sz="900" dirty="0">
                <a:solidFill>
                  <a:srgbClr val="666666"/>
                </a:solidFill>
              </a:rPr>
              <a:t>Reactivo total. Conocimiento en personas. Bus factor alto (</a:t>
            </a:r>
            <a:r>
              <a:rPr lang="es" sz="900">
                <a:solidFill>
                  <a:srgbClr val="666666"/>
                </a:solidFill>
              </a:rPr>
              <a:t>rotación)</a:t>
            </a:r>
            <a:r>
              <a:rPr lang="es" sz="900" dirty="0">
                <a:solidFill>
                  <a:srgbClr val="666666"/>
                </a:solidFill>
              </a:rPr>
              <a:t>.</a:t>
            </a:r>
            <a:endParaRPr lang="es" sz="900">
              <a:solidFill>
                <a:srgbClr val="666666"/>
              </a:solidFill>
            </a:endParaRPr>
          </a:p>
        </p:txBody>
      </p:sp>
      <p:sp>
        <p:nvSpPr>
          <p:cNvPr id="21" name="desc N2"/>
          <p:cNvSpPr txBox="1"/>
          <p:nvPr/>
        </p:nvSpPr>
        <p:spPr>
          <a:xfrm>
            <a:off x="2171700" y="2400300"/>
            <a:ext cx="1371600" cy="102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900">
                <a:solidFill>
                  <a:srgbClr val="666666"/>
                </a:solidFill>
              </a:rPr>
              <a:t>Procesos por mesa. Herramienta como bitácora. Mínimo Mesa de Ayuda.</a:t>
            </a:r>
          </a:p>
        </p:txBody>
      </p:sp>
      <p:sp>
        <p:nvSpPr>
          <p:cNvPr id="22" name="desc N3"/>
          <p:cNvSpPr txBox="1"/>
          <p:nvPr/>
        </p:nvSpPr>
        <p:spPr>
          <a:xfrm>
            <a:off x="3886200" y="2400300"/>
            <a:ext cx="1371600" cy="102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900" b="1">
                <a:solidFill>
                  <a:srgbClr val="0E337C"/>
                </a:solidFill>
              </a:rPr>
              <a:t>Estandarizado. RACI, ANS y catálogo. Mínimo Mesa de Soporte. </a:t>
            </a:r>
          </a:p>
        </p:txBody>
      </p:sp>
      <p:sp>
        <p:nvSpPr>
          <p:cNvPr id="23" name="desc N4"/>
          <p:cNvSpPr txBox="1"/>
          <p:nvPr/>
        </p:nvSpPr>
        <p:spPr>
          <a:xfrm>
            <a:off x="5600700" y="2400300"/>
            <a:ext cx="1371600" cy="102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900">
                <a:solidFill>
                  <a:srgbClr val="666666"/>
                </a:solidFill>
              </a:rPr>
              <a:t>Datos reales. KPIs medidos. Costo por ticket calculado.</a:t>
            </a:r>
          </a:p>
        </p:txBody>
      </p:sp>
      <p:sp>
        <p:nvSpPr>
          <p:cNvPr id="24" name="desc N5"/>
          <p:cNvSpPr txBox="1"/>
          <p:nvPr/>
        </p:nvSpPr>
        <p:spPr>
          <a:xfrm>
            <a:off x="7315200" y="2400300"/>
            <a:ext cx="1371600" cy="102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900">
                <a:solidFill>
                  <a:srgbClr val="666666"/>
                </a:solidFill>
              </a:rPr>
              <a:t>Mejora continua automatizada. </a:t>
            </a:r>
          </a:p>
        </p:txBody>
      </p:sp>
      <p:sp>
        <p:nvSpPr>
          <p:cNvPr id="30" name="modelo reactivo"/>
          <p:cNvSpPr txBox="1"/>
          <p:nvPr/>
        </p:nvSpPr>
        <p:spPr>
          <a:xfrm>
            <a:off x="457200" y="3543300"/>
            <a:ext cx="2742750" cy="457200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txBody>
          <a:bodyPr wrap="square" lIns="91425" tIns="91425" rIns="91425" bIns="91425" anchor="ctr"/>
          <a:lstStyle/>
          <a:p>
            <a:pPr algn="ctr">
              <a:buNone/>
            </a:pPr>
            <a:r>
              <a:rPr lang="es" sz="1000" b="1">
                <a:solidFill>
                  <a:srgbClr val="633806"/>
                </a:solidFill>
              </a:rPr>
              <a:t>Reactivo y Crecimiento Automatizado</a:t>
            </a:r>
          </a:p>
        </p:txBody>
      </p:sp>
      <p:sp>
        <p:nvSpPr>
          <p:cNvPr id="31" name="modelo predictivo"/>
          <p:cNvSpPr txBox="1"/>
          <p:nvPr/>
        </p:nvSpPr>
        <p:spPr>
          <a:xfrm>
            <a:off x="3257550" y="3543300"/>
            <a:ext cx="2742750" cy="4572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txBody>
          <a:bodyPr wrap="square" lIns="91425" tIns="91425" rIns="91425" bIns="91425" anchor="ctr"/>
          <a:lstStyle/>
          <a:p>
            <a:pPr algn="ctr">
              <a:buNone/>
            </a:pPr>
            <a:r>
              <a:rPr lang="es" sz="1000" b="1">
                <a:solidFill>
                  <a:srgbClr val="0E337C"/>
                </a:solidFill>
              </a:rPr>
              <a:t>Predictivo y Evolutivo</a:t>
            </a:r>
          </a:p>
        </p:txBody>
      </p:sp>
      <p:sp>
        <p:nvSpPr>
          <p:cNvPr id="32" name="modelo autonomo"/>
          <p:cNvSpPr txBox="1"/>
          <p:nvPr/>
        </p:nvSpPr>
        <p:spPr>
          <a:xfrm>
            <a:off x="6057900" y="3543300"/>
            <a:ext cx="2743500" cy="457200"/>
          </a:xfrm>
          <a:prstGeom prst="rect">
            <a:avLst/>
          </a:prstGeom>
          <a:solidFill>
            <a:srgbClr val="E1F5EE"/>
          </a:solidFill>
          <a:ln w="57150">
            <a:solidFill>
              <a:srgbClr val="92D050"/>
            </a:solidFill>
          </a:ln>
        </p:spPr>
        <p:txBody>
          <a:bodyPr wrap="square" lIns="91425" tIns="91425" rIns="91425" bIns="91425" anchor="ctr"/>
          <a:lstStyle/>
          <a:p>
            <a:pPr algn="ctr">
              <a:buNone/>
            </a:pPr>
            <a:r>
              <a:rPr lang="es" sz="1000" b="1">
                <a:solidFill>
                  <a:srgbClr val="085041"/>
                </a:solidFill>
              </a:rPr>
              <a:t>Autónomo e Inteligente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648ECF7-B6AC-091D-B6FF-60289B10E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OTLSHAPE_M_b8c603269952439b977cb103e5f76bdb_Connector1">
            <a:extLst>
              <a:ext uri="{FF2B5EF4-FFF2-40B4-BE49-F238E27FC236}">
                <a16:creationId xmlns:a16="http://schemas.microsoft.com/office/drawing/2014/main" id="{905FAF03-5251-9129-B98B-C905FF00784D}"/>
              </a:ext>
            </a:extLst>
          </p:cNvPr>
          <p:cNvSpPr/>
          <p:nvPr/>
        </p:nvSpPr>
        <p:spPr>
          <a:xfrm>
            <a:off x="8051079" y="1010887"/>
            <a:ext cx="1" cy="326867"/>
          </a:xfrm>
          <a:prstGeom prst="line">
            <a:avLst/>
          </a:prstGeom>
          <a:ln>
            <a:solidFill>
              <a:srgbClr val="4F81BD">
                <a:alpha val="49804"/>
              </a:srgbClr>
            </a:solidFill>
            <a:miter/>
          </a:ln>
        </p:spPr>
        <p:txBody>
          <a:bodyPr lIns="34289" rIns="34289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013"/>
          </a:p>
        </p:txBody>
      </p:sp>
      <p:sp>
        <p:nvSpPr>
          <p:cNvPr id="102" name="PlaceHolder 2">
            <a:extLst>
              <a:ext uri="{FF2B5EF4-FFF2-40B4-BE49-F238E27FC236}">
                <a16:creationId xmlns:a16="http://schemas.microsoft.com/office/drawing/2014/main" id="{0BF0EEA9-798F-EDCC-FF7C-F54FA8B4453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710365" y="1700750"/>
            <a:ext cx="5616720" cy="1391040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91440" rIns="91440" bIns="91440" rtlCol="0" anchor="t">
            <a:no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s-MX" sz="1800">
                <a:latin typeface="-apple-system"/>
              </a:rPr>
              <a:t> </a:t>
            </a:r>
            <a:endParaRPr lang="es-CO" sz="1800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4" name="Google Shape;134;p2">
            <a:extLst>
              <a:ext uri="{FF2B5EF4-FFF2-40B4-BE49-F238E27FC236}">
                <a16:creationId xmlns:a16="http://schemas.microsoft.com/office/drawing/2014/main" id="{6DF6F471-8B70-DE5A-6844-94FCA415F65C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798925" y="4105250"/>
            <a:ext cx="539640" cy="279720"/>
          </a:xfrm>
          <a:prstGeom prst="rect">
            <a:avLst/>
          </a:prstGeom>
          <a:ln w="0">
            <a:noFill/>
          </a:ln>
        </p:spPr>
      </p:pic>
      <p:sp>
        <p:nvSpPr>
          <p:cNvPr id="9" name="OTLSHAPE_SL_79f05e8de72e4cc385fce875fa65517f_BackgroundRectangle">
            <a:extLst>
              <a:ext uri="{FF2B5EF4-FFF2-40B4-BE49-F238E27FC236}">
                <a16:creationId xmlns:a16="http://schemas.microsoft.com/office/drawing/2014/main" id="{13EC9A21-DDCA-D01F-1DB8-9696D6951C06}"/>
              </a:ext>
            </a:extLst>
          </p:cNvPr>
          <p:cNvSpPr/>
          <p:nvPr/>
        </p:nvSpPr>
        <p:spPr>
          <a:xfrm>
            <a:off x="416158" y="1771815"/>
            <a:ext cx="8360072" cy="2875323"/>
          </a:xfrm>
          <a:prstGeom prst="rect">
            <a:avLst/>
          </a:prstGeom>
          <a:solidFill>
            <a:schemeClr val="accent1">
              <a:lumMod val="40000"/>
              <a:lumOff val="60000"/>
              <a:alpha val="18661"/>
            </a:schemeClr>
          </a:solidFill>
          <a:ln w="12700">
            <a:miter lim="400000"/>
          </a:ln>
        </p:spPr>
        <p:txBody>
          <a:bodyPr lIns="34289" rIns="3428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 sz="1013"/>
          </a:p>
        </p:txBody>
      </p:sp>
      <p:sp>
        <p:nvSpPr>
          <p:cNvPr id="20" name="OTLSHAPE_TB_00000000000000000000000000000000_ScaleContainer">
            <a:extLst>
              <a:ext uri="{FF2B5EF4-FFF2-40B4-BE49-F238E27FC236}">
                <a16:creationId xmlns:a16="http://schemas.microsoft.com/office/drawing/2014/main" id="{B9E51829-0BD5-C4F5-4A72-90541D35091B}"/>
              </a:ext>
            </a:extLst>
          </p:cNvPr>
          <p:cNvSpPr/>
          <p:nvPr/>
        </p:nvSpPr>
        <p:spPr>
          <a:xfrm>
            <a:off x="979424" y="1234653"/>
            <a:ext cx="7827564" cy="161647"/>
          </a:xfrm>
          <a:prstGeom prst="roundRect">
            <a:avLst>
              <a:gd name="adj" fmla="val 16667"/>
            </a:avLst>
          </a:prstGeom>
          <a:solidFill>
            <a:srgbClr val="44546A"/>
          </a:solidFill>
          <a:ln w="12700">
            <a:miter lim="400000"/>
          </a:ln>
        </p:spPr>
        <p:txBody>
          <a:bodyPr lIns="34289" rIns="3428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 sz="1013"/>
          </a:p>
        </p:txBody>
      </p:sp>
      <p:sp>
        <p:nvSpPr>
          <p:cNvPr id="21" name="OTLSHAPE_SL_79f05e8de72e4cc385fce875fa65517f_HeaderRectangle">
            <a:extLst>
              <a:ext uri="{FF2B5EF4-FFF2-40B4-BE49-F238E27FC236}">
                <a16:creationId xmlns:a16="http://schemas.microsoft.com/office/drawing/2014/main" id="{15761FC0-6B8D-C39D-7FEE-57AF3DE2D892}"/>
              </a:ext>
            </a:extLst>
          </p:cNvPr>
          <p:cNvSpPr/>
          <p:nvPr/>
        </p:nvSpPr>
        <p:spPr>
          <a:xfrm>
            <a:off x="396549" y="1778070"/>
            <a:ext cx="495300" cy="28299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miter lim="400000"/>
          </a:ln>
        </p:spPr>
        <p:txBody>
          <a:bodyPr lIns="34289" rIns="3428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 sz="1013"/>
          </a:p>
        </p:txBody>
      </p:sp>
      <p:sp>
        <p:nvSpPr>
          <p:cNvPr id="48" name="OTLSHAPE_TB_00000000000000000000000000000000_ElapsedTime">
            <a:extLst>
              <a:ext uri="{FF2B5EF4-FFF2-40B4-BE49-F238E27FC236}">
                <a16:creationId xmlns:a16="http://schemas.microsoft.com/office/drawing/2014/main" id="{E7615FC4-78E3-12B5-C266-E4FD86BCC691}"/>
              </a:ext>
            </a:extLst>
          </p:cNvPr>
          <p:cNvSpPr/>
          <p:nvPr/>
        </p:nvSpPr>
        <p:spPr>
          <a:xfrm>
            <a:off x="982274" y="1400689"/>
            <a:ext cx="7087652" cy="39722"/>
          </a:xfrm>
          <a:prstGeom prst="roundRect">
            <a:avLst>
              <a:gd name="adj" fmla="val 16667"/>
            </a:avLst>
          </a:prstGeom>
          <a:solidFill>
            <a:srgbClr val="E6215D"/>
          </a:solidFill>
          <a:ln w="12700">
            <a:miter lim="400000"/>
          </a:ln>
        </p:spPr>
        <p:txBody>
          <a:bodyPr lIns="34289" rIns="3428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 sz="1013"/>
          </a:p>
        </p:txBody>
      </p:sp>
      <p:sp>
        <p:nvSpPr>
          <p:cNvPr id="62" name="OTLSHAPE_SL_79f05e8de72e4cc385fce875fa65517f_Header">
            <a:extLst>
              <a:ext uri="{FF2B5EF4-FFF2-40B4-BE49-F238E27FC236}">
                <a16:creationId xmlns:a16="http://schemas.microsoft.com/office/drawing/2014/main" id="{2AB2D5B5-4522-79DF-D12C-300579606D62}"/>
              </a:ext>
            </a:extLst>
          </p:cNvPr>
          <p:cNvSpPr txBox="1"/>
          <p:nvPr/>
        </p:nvSpPr>
        <p:spPr>
          <a:xfrm rot="16200000">
            <a:off x="317774" y="2757036"/>
            <a:ext cx="605365" cy="3117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013"/>
              <a:t>MESA DE SOPORTE</a:t>
            </a:r>
            <a:endParaRPr sz="1013"/>
          </a:p>
        </p:txBody>
      </p:sp>
      <p:sp>
        <p:nvSpPr>
          <p:cNvPr id="66" name="OTLSHAPE_TB_00000000000000000000000000000000_TimescaleInterval1">
            <a:extLst>
              <a:ext uri="{FF2B5EF4-FFF2-40B4-BE49-F238E27FC236}">
                <a16:creationId xmlns:a16="http://schemas.microsoft.com/office/drawing/2014/main" id="{BD055146-1365-AB06-AF35-BA5C8CF0AEE2}"/>
              </a:ext>
            </a:extLst>
          </p:cNvPr>
          <p:cNvSpPr txBox="1"/>
          <p:nvPr/>
        </p:nvSpPr>
        <p:spPr>
          <a:xfrm>
            <a:off x="1543968" y="1234135"/>
            <a:ext cx="385186" cy="155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13"/>
              <a:t>  Mayo</a:t>
            </a:r>
            <a:endParaRPr sz="1013"/>
          </a:p>
        </p:txBody>
      </p:sp>
      <p:sp>
        <p:nvSpPr>
          <p:cNvPr id="67" name="OTLSHAPE_TB_00000000000000000000000000000000_TimescaleInterval2">
            <a:extLst>
              <a:ext uri="{FF2B5EF4-FFF2-40B4-BE49-F238E27FC236}">
                <a16:creationId xmlns:a16="http://schemas.microsoft.com/office/drawing/2014/main" id="{599320AE-9425-E0EE-0D48-A2F7E84BBBF8}"/>
              </a:ext>
            </a:extLst>
          </p:cNvPr>
          <p:cNvSpPr txBox="1"/>
          <p:nvPr/>
        </p:nvSpPr>
        <p:spPr>
          <a:xfrm>
            <a:off x="3471517" y="1335897"/>
            <a:ext cx="249829" cy="3117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13"/>
              <a:t>Junio</a:t>
            </a:r>
            <a:endParaRPr sz="1013"/>
          </a:p>
        </p:txBody>
      </p:sp>
      <p:sp>
        <p:nvSpPr>
          <p:cNvPr id="68" name="OTLSHAPE_TB_00000000000000000000000000000000_TimescaleInterval3">
            <a:extLst>
              <a:ext uri="{FF2B5EF4-FFF2-40B4-BE49-F238E27FC236}">
                <a16:creationId xmlns:a16="http://schemas.microsoft.com/office/drawing/2014/main" id="{47B8E293-5090-0E6D-9C25-15D444122460}"/>
              </a:ext>
            </a:extLst>
          </p:cNvPr>
          <p:cNvSpPr txBox="1"/>
          <p:nvPr/>
        </p:nvSpPr>
        <p:spPr>
          <a:xfrm>
            <a:off x="4791421" y="1451698"/>
            <a:ext cx="399545" cy="155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13"/>
              <a:t>Julio</a:t>
            </a:r>
            <a:endParaRPr sz="1013"/>
          </a:p>
        </p:txBody>
      </p:sp>
      <p:sp>
        <p:nvSpPr>
          <p:cNvPr id="69" name="OTLSHAPE_TB_00000000000000000000000000000000_TimescaleInterval4">
            <a:extLst>
              <a:ext uri="{FF2B5EF4-FFF2-40B4-BE49-F238E27FC236}">
                <a16:creationId xmlns:a16="http://schemas.microsoft.com/office/drawing/2014/main" id="{87C3A839-DD6E-0D32-B15E-B4795906375A}"/>
              </a:ext>
            </a:extLst>
          </p:cNvPr>
          <p:cNvSpPr txBox="1"/>
          <p:nvPr/>
        </p:nvSpPr>
        <p:spPr>
          <a:xfrm>
            <a:off x="6092060" y="1345806"/>
            <a:ext cx="335957" cy="3117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13"/>
              <a:t>Agosto</a:t>
            </a:r>
            <a:endParaRPr sz="1013"/>
          </a:p>
        </p:txBody>
      </p:sp>
      <p:sp>
        <p:nvSpPr>
          <p:cNvPr id="76" name="OTLSHAPE_TB_00000000000000000000000000000000_TimescaleInterval11">
            <a:extLst>
              <a:ext uri="{FF2B5EF4-FFF2-40B4-BE49-F238E27FC236}">
                <a16:creationId xmlns:a16="http://schemas.microsoft.com/office/drawing/2014/main" id="{307EDD75-FD4C-4A65-B3CF-73DC5DDAD942}"/>
              </a:ext>
            </a:extLst>
          </p:cNvPr>
          <p:cNvSpPr txBox="1"/>
          <p:nvPr/>
        </p:nvSpPr>
        <p:spPr>
          <a:xfrm>
            <a:off x="7590721" y="1454680"/>
            <a:ext cx="49" cy="138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013"/>
          </a:p>
        </p:txBody>
      </p:sp>
      <p:sp>
        <p:nvSpPr>
          <p:cNvPr id="78" name="OTLSHAPE_TB_00000000000000000000000000000000_ScaleMarking1">
            <a:extLst>
              <a:ext uri="{FF2B5EF4-FFF2-40B4-BE49-F238E27FC236}">
                <a16:creationId xmlns:a16="http://schemas.microsoft.com/office/drawing/2014/main" id="{7D636E7B-5C47-A321-6EDC-77D78C0ABADA}"/>
              </a:ext>
            </a:extLst>
          </p:cNvPr>
          <p:cNvSpPr txBox="1"/>
          <p:nvPr/>
        </p:nvSpPr>
        <p:spPr>
          <a:xfrm>
            <a:off x="717566" y="1383798"/>
            <a:ext cx="237565" cy="3117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13"/>
              <a:t>2026</a:t>
            </a:r>
            <a:endParaRPr sz="1013"/>
          </a:p>
        </p:txBody>
      </p:sp>
      <p:sp>
        <p:nvSpPr>
          <p:cNvPr id="115" name="OTLSHAPE_M_177188707e544830b8ce884a45b14d3a_Shape">
            <a:extLst>
              <a:ext uri="{FF2B5EF4-FFF2-40B4-BE49-F238E27FC236}">
                <a16:creationId xmlns:a16="http://schemas.microsoft.com/office/drawing/2014/main" id="{3EE1939F-CD6F-7EE0-73F2-52B596E82DA3}"/>
              </a:ext>
            </a:extLst>
          </p:cNvPr>
          <p:cNvSpPr/>
          <p:nvPr/>
        </p:nvSpPr>
        <p:spPr>
          <a:xfrm>
            <a:off x="3398433" y="836846"/>
            <a:ext cx="123826" cy="1226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3513" extrusionOk="0">
                <a:moveTo>
                  <a:pt x="0" y="1641"/>
                </a:moveTo>
                <a:cubicBezTo>
                  <a:pt x="7200" y="-4043"/>
                  <a:pt x="14400" y="7325"/>
                  <a:pt x="21600" y="1641"/>
                </a:cubicBezTo>
                <a:lnTo>
                  <a:pt x="21600" y="11873"/>
                </a:lnTo>
                <a:cubicBezTo>
                  <a:pt x="14400" y="17557"/>
                  <a:pt x="7200" y="6189"/>
                  <a:pt x="0" y="11873"/>
                </a:cubicBezTo>
                <a:close/>
              </a:path>
            </a:pathLst>
          </a:custGeom>
          <a:solidFill>
            <a:srgbClr val="0070C0"/>
          </a:solidFill>
          <a:ln w="12700">
            <a:miter lim="400000"/>
          </a:ln>
        </p:spPr>
        <p:txBody>
          <a:bodyPr lIns="34289" rIns="3428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 sz="1013"/>
          </a:p>
        </p:txBody>
      </p:sp>
      <p:sp>
        <p:nvSpPr>
          <p:cNvPr id="137" name="PlaceHolder 1">
            <a:extLst>
              <a:ext uri="{FF2B5EF4-FFF2-40B4-BE49-F238E27FC236}">
                <a16:creationId xmlns:a16="http://schemas.microsoft.com/office/drawing/2014/main" id="{3445C141-3DF5-8077-88A0-6CD287D76DD1}"/>
              </a:ext>
            </a:extLst>
          </p:cNvPr>
          <p:cNvSpPr txBox="1">
            <a:spLocks/>
          </p:cNvSpPr>
          <p:nvPr/>
        </p:nvSpPr>
        <p:spPr>
          <a:xfrm>
            <a:off x="606048" y="16609"/>
            <a:ext cx="6474053" cy="51889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2625" b="1" spc="-1">
                <a:solidFill>
                  <a:schemeClr val="dk1"/>
                </a:solidFill>
                <a:highlight>
                  <a:srgbClr val="FFFFFF"/>
                </a:highlight>
                <a:latin typeface="Reddit Sans"/>
                <a:ea typeface="Reddit Sans"/>
              </a:rPr>
              <a:t>1. Road Map Servicio Mesa de Soporte</a:t>
            </a:r>
            <a:endParaRPr lang="es-CO" sz="2625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38" name="Google Shape;133;p2">
            <a:extLst>
              <a:ext uri="{FF2B5EF4-FFF2-40B4-BE49-F238E27FC236}">
                <a16:creationId xmlns:a16="http://schemas.microsoft.com/office/drawing/2014/main" id="{CE2F41CB-4EFD-BC6E-2576-0D14739ED033}"/>
              </a:ext>
            </a:extLst>
          </p:cNvPr>
          <p:cNvCxnSpPr>
            <a:cxnSpLocks/>
          </p:cNvCxnSpPr>
          <p:nvPr/>
        </p:nvCxnSpPr>
        <p:spPr>
          <a:xfrm>
            <a:off x="540080" y="535500"/>
            <a:ext cx="8152521" cy="0"/>
          </a:xfrm>
          <a:prstGeom prst="straightConnector1">
            <a:avLst/>
          </a:prstGeom>
          <a:ln w="19050">
            <a:solidFill>
              <a:srgbClr val="0E337C"/>
            </a:solidFill>
            <a:round/>
          </a:ln>
        </p:spPr>
      </p:cxnSp>
      <p:graphicFrame>
        <p:nvGraphicFramePr>
          <p:cNvPr id="146" name="Tabla 145">
            <a:extLst>
              <a:ext uri="{FF2B5EF4-FFF2-40B4-BE49-F238E27FC236}">
                <a16:creationId xmlns:a16="http://schemas.microsoft.com/office/drawing/2014/main" id="{FBF55B3E-F11F-63C4-EE30-2EE14C599427}"/>
              </a:ext>
            </a:extLst>
          </p:cNvPr>
          <p:cNvGraphicFramePr>
            <a:graphicFrameLocks noGrp="1"/>
          </p:cNvGraphicFramePr>
          <p:nvPr/>
        </p:nvGraphicFramePr>
        <p:xfrm>
          <a:off x="982275" y="1446623"/>
          <a:ext cx="6098540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80">
                  <a:extLst>
                    <a:ext uri="{9D8B030D-6E8A-4147-A177-3AD203B41FA5}">
                      <a16:colId xmlns:a16="http://schemas.microsoft.com/office/drawing/2014/main" val="1524010272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2312394519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2338715781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2587347723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2013832809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4275604833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3027611045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496608832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1325894667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965045716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1117533961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2685601858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3671963590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895797902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4154071653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4087549030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1564706756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1097280820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1278052032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3740893913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1471384223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1017030869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3000439031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3910591047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4202197573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r>
                        <a:rPr lang="es-CO" sz="1000"/>
                        <a:t>1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2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3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4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5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1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2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3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4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5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1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2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3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4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5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1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2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3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4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5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1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2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3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4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5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996600"/>
                  </a:ext>
                </a:extLst>
              </a:tr>
            </a:tbl>
          </a:graphicData>
        </a:graphic>
      </p:graphicFrame>
      <p:cxnSp>
        <p:nvCxnSpPr>
          <p:cNvPr id="148" name="Conector recto 147">
            <a:extLst>
              <a:ext uri="{FF2B5EF4-FFF2-40B4-BE49-F238E27FC236}">
                <a16:creationId xmlns:a16="http://schemas.microsoft.com/office/drawing/2014/main" id="{05C78DF6-6FA3-69B6-E8CC-1F55D2925511}"/>
              </a:ext>
            </a:extLst>
          </p:cNvPr>
          <p:cNvCxnSpPr>
            <a:cxnSpLocks/>
          </p:cNvCxnSpPr>
          <p:nvPr/>
        </p:nvCxnSpPr>
        <p:spPr>
          <a:xfrm>
            <a:off x="2196089" y="1238706"/>
            <a:ext cx="0" cy="3369292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OTLSHAPE_TB_00000000000000000000000000000000_TimescaleInterval1">
            <a:extLst>
              <a:ext uri="{FF2B5EF4-FFF2-40B4-BE49-F238E27FC236}">
                <a16:creationId xmlns:a16="http://schemas.microsoft.com/office/drawing/2014/main" id="{AEA57161-773B-97A5-38BA-1E906BF23122}"/>
              </a:ext>
            </a:extLst>
          </p:cNvPr>
          <p:cNvSpPr txBox="1"/>
          <p:nvPr/>
        </p:nvSpPr>
        <p:spPr>
          <a:xfrm>
            <a:off x="2610777" y="1237549"/>
            <a:ext cx="385186" cy="155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13"/>
              <a:t>  Junio</a:t>
            </a:r>
            <a:endParaRPr sz="1013"/>
          </a:p>
        </p:txBody>
      </p:sp>
      <p:cxnSp>
        <p:nvCxnSpPr>
          <p:cNvPr id="154" name="Conector recto 153">
            <a:extLst>
              <a:ext uri="{FF2B5EF4-FFF2-40B4-BE49-F238E27FC236}">
                <a16:creationId xmlns:a16="http://schemas.microsoft.com/office/drawing/2014/main" id="{EBB1E36D-92A3-8C64-DB02-6876784A6465}"/>
              </a:ext>
            </a:extLst>
          </p:cNvPr>
          <p:cNvCxnSpPr>
            <a:cxnSpLocks/>
          </p:cNvCxnSpPr>
          <p:nvPr/>
        </p:nvCxnSpPr>
        <p:spPr>
          <a:xfrm flipH="1">
            <a:off x="3404345" y="1273033"/>
            <a:ext cx="10982" cy="336929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TLSHAPE_SLT_526de5b69e97497f9a5625d453beb623_Title">
            <a:extLst>
              <a:ext uri="{FF2B5EF4-FFF2-40B4-BE49-F238E27FC236}">
                <a16:creationId xmlns:a16="http://schemas.microsoft.com/office/drawing/2014/main" id="{B25F509F-0F2A-17AB-0C20-C729EBD4752F}"/>
              </a:ext>
            </a:extLst>
          </p:cNvPr>
          <p:cNvSpPr txBox="1"/>
          <p:nvPr/>
        </p:nvSpPr>
        <p:spPr>
          <a:xfrm>
            <a:off x="3549120" y="2224504"/>
            <a:ext cx="784747" cy="115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750"/>
              <a:t>* Oferta de Valor</a:t>
            </a:r>
            <a:endParaRPr sz="750"/>
          </a:p>
        </p:txBody>
      </p:sp>
      <p:sp>
        <p:nvSpPr>
          <p:cNvPr id="16" name="OTLSHAPE_SLT_526de5b69e97497f9a5625d453beb623_Title">
            <a:extLst>
              <a:ext uri="{FF2B5EF4-FFF2-40B4-BE49-F238E27FC236}">
                <a16:creationId xmlns:a16="http://schemas.microsoft.com/office/drawing/2014/main" id="{FB3D29B5-306B-10BF-34D3-CB3A5DA81246}"/>
              </a:ext>
            </a:extLst>
          </p:cNvPr>
          <p:cNvSpPr txBox="1"/>
          <p:nvPr/>
        </p:nvSpPr>
        <p:spPr>
          <a:xfrm>
            <a:off x="1739190" y="2107035"/>
            <a:ext cx="871588" cy="1269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013"/>
          </a:p>
        </p:txBody>
      </p:sp>
      <p:sp>
        <p:nvSpPr>
          <p:cNvPr id="25" name="OTLSHAPE_SLT_526de5b69e97497f9a5625d453beb623_Title">
            <a:extLst>
              <a:ext uri="{FF2B5EF4-FFF2-40B4-BE49-F238E27FC236}">
                <a16:creationId xmlns:a16="http://schemas.microsoft.com/office/drawing/2014/main" id="{9533F742-F8CB-2262-5B27-27057EAEC721}"/>
              </a:ext>
            </a:extLst>
          </p:cNvPr>
          <p:cNvSpPr txBox="1"/>
          <p:nvPr/>
        </p:nvSpPr>
        <p:spPr>
          <a:xfrm>
            <a:off x="3563322" y="2363841"/>
            <a:ext cx="1107567" cy="115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750"/>
              <a:t>* Business Model </a:t>
            </a:r>
            <a:r>
              <a:rPr lang="es-CO" sz="750" err="1"/>
              <a:t>Canvas</a:t>
            </a:r>
            <a:endParaRPr sz="750"/>
          </a:p>
        </p:txBody>
      </p:sp>
      <p:sp>
        <p:nvSpPr>
          <p:cNvPr id="26" name="OTLSHAPE_SLT_526de5b69e97497f9a5625d453beb623_Title">
            <a:extLst>
              <a:ext uri="{FF2B5EF4-FFF2-40B4-BE49-F238E27FC236}">
                <a16:creationId xmlns:a16="http://schemas.microsoft.com/office/drawing/2014/main" id="{C2F10970-AEE1-B67F-8F16-C29EE26E19B7}"/>
              </a:ext>
            </a:extLst>
          </p:cNvPr>
          <p:cNvSpPr txBox="1"/>
          <p:nvPr/>
        </p:nvSpPr>
        <p:spPr>
          <a:xfrm>
            <a:off x="3602946" y="2490792"/>
            <a:ext cx="1123468" cy="230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CO" sz="750"/>
              <a:t>* Business </a:t>
            </a:r>
            <a:r>
              <a:rPr lang="es-CO" sz="750" err="1"/>
              <a:t>Services</a:t>
            </a:r>
            <a:r>
              <a:rPr lang="es-CO" sz="750"/>
              <a:t> </a:t>
            </a:r>
            <a:r>
              <a:rPr lang="es-CO" sz="750" err="1"/>
              <a:t>Blueprint</a:t>
            </a:r>
            <a:endParaRPr sz="750"/>
          </a:p>
        </p:txBody>
      </p:sp>
      <p:sp>
        <p:nvSpPr>
          <p:cNvPr id="28" name="OTLSHAPE_SLT_526de5b69e97497f9a5625d453beb623_Title">
            <a:extLst>
              <a:ext uri="{FF2B5EF4-FFF2-40B4-BE49-F238E27FC236}">
                <a16:creationId xmlns:a16="http://schemas.microsoft.com/office/drawing/2014/main" id="{EC16AC68-744C-BE1E-4526-1AE695E69419}"/>
              </a:ext>
            </a:extLst>
          </p:cNvPr>
          <p:cNvSpPr txBox="1"/>
          <p:nvPr/>
        </p:nvSpPr>
        <p:spPr>
          <a:xfrm>
            <a:off x="4599258" y="2193256"/>
            <a:ext cx="1107567" cy="115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750"/>
              <a:t>* Porfolio Deck</a:t>
            </a:r>
            <a:endParaRPr sz="750"/>
          </a:p>
        </p:txBody>
      </p:sp>
      <p:sp>
        <p:nvSpPr>
          <p:cNvPr id="37" name="OTLSHAPE_SLT_526de5b69e97497f9a5625d453beb623_Title">
            <a:extLst>
              <a:ext uri="{FF2B5EF4-FFF2-40B4-BE49-F238E27FC236}">
                <a16:creationId xmlns:a16="http://schemas.microsoft.com/office/drawing/2014/main" id="{0ABDBDA2-70E7-76C2-FB63-D060289E1ABC}"/>
              </a:ext>
            </a:extLst>
          </p:cNvPr>
          <p:cNvSpPr txBox="1"/>
          <p:nvPr/>
        </p:nvSpPr>
        <p:spPr>
          <a:xfrm>
            <a:off x="3608462" y="2767385"/>
            <a:ext cx="1107567" cy="230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CO" sz="750"/>
              <a:t>* Esquema general del Servicio</a:t>
            </a:r>
            <a:endParaRPr sz="750"/>
          </a:p>
        </p:txBody>
      </p:sp>
      <p:sp>
        <p:nvSpPr>
          <p:cNvPr id="44" name="OTLSHAPE_M_b8c603269952439b977cb103e5f76bdb_Title">
            <a:extLst>
              <a:ext uri="{FF2B5EF4-FFF2-40B4-BE49-F238E27FC236}">
                <a16:creationId xmlns:a16="http://schemas.microsoft.com/office/drawing/2014/main" id="{77C7B3C0-BCC6-15E5-96B8-DDB033834269}"/>
              </a:ext>
            </a:extLst>
          </p:cNvPr>
          <p:cNvSpPr txBox="1"/>
          <p:nvPr/>
        </p:nvSpPr>
        <p:spPr>
          <a:xfrm>
            <a:off x="3568103" y="820313"/>
            <a:ext cx="561976" cy="155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013"/>
              <a:t>Inicio</a:t>
            </a:r>
            <a:endParaRPr sz="1013"/>
          </a:p>
        </p:txBody>
      </p:sp>
      <p:sp>
        <p:nvSpPr>
          <p:cNvPr id="45" name="OTLSHAPE_M_b8c603269952439b977cb103e5f76bdb_Connector1">
            <a:extLst>
              <a:ext uri="{FF2B5EF4-FFF2-40B4-BE49-F238E27FC236}">
                <a16:creationId xmlns:a16="http://schemas.microsoft.com/office/drawing/2014/main" id="{1CFBE9B1-AC58-E525-8CCC-1978D73E7F4F}"/>
              </a:ext>
            </a:extLst>
          </p:cNvPr>
          <p:cNvSpPr/>
          <p:nvPr/>
        </p:nvSpPr>
        <p:spPr>
          <a:xfrm>
            <a:off x="3409414" y="946166"/>
            <a:ext cx="1" cy="326867"/>
          </a:xfrm>
          <a:prstGeom prst="line">
            <a:avLst/>
          </a:prstGeom>
          <a:ln>
            <a:solidFill>
              <a:srgbClr val="4F81BD">
                <a:alpha val="49804"/>
              </a:srgbClr>
            </a:solidFill>
            <a:miter/>
          </a:ln>
        </p:spPr>
        <p:txBody>
          <a:bodyPr lIns="34289" rIns="34289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013"/>
          </a:p>
        </p:txBody>
      </p:sp>
      <p:sp>
        <p:nvSpPr>
          <p:cNvPr id="46" name="OTLSHAPE_M_177188707e544830b8ce884a45b14d3a_Date">
            <a:extLst>
              <a:ext uri="{FF2B5EF4-FFF2-40B4-BE49-F238E27FC236}">
                <a16:creationId xmlns:a16="http://schemas.microsoft.com/office/drawing/2014/main" id="{896FE7A0-21F1-28A4-339B-24D1084A8137}"/>
              </a:ext>
            </a:extLst>
          </p:cNvPr>
          <p:cNvSpPr txBox="1"/>
          <p:nvPr/>
        </p:nvSpPr>
        <p:spPr>
          <a:xfrm>
            <a:off x="3593976" y="925347"/>
            <a:ext cx="247651" cy="3117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13"/>
              <a:t>Julio</a:t>
            </a:r>
            <a:r>
              <a:rPr sz="1013"/>
              <a:t> </a:t>
            </a:r>
            <a:r>
              <a:rPr lang="es-CO" sz="1013"/>
              <a:t>01</a:t>
            </a:r>
            <a:endParaRPr sz="1013"/>
          </a:p>
        </p:txBody>
      </p:sp>
      <p:sp>
        <p:nvSpPr>
          <p:cNvPr id="74" name="OTLSHAPE_TB_00000000000000000000000000000000_TimescaleInterval1">
            <a:extLst>
              <a:ext uri="{FF2B5EF4-FFF2-40B4-BE49-F238E27FC236}">
                <a16:creationId xmlns:a16="http://schemas.microsoft.com/office/drawing/2014/main" id="{B243F692-16E1-DE90-2E69-3D9F9AE4EF4B}"/>
              </a:ext>
            </a:extLst>
          </p:cNvPr>
          <p:cNvSpPr txBox="1"/>
          <p:nvPr/>
        </p:nvSpPr>
        <p:spPr>
          <a:xfrm>
            <a:off x="3823128" y="1235566"/>
            <a:ext cx="385186" cy="155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13"/>
              <a:t>  Julio</a:t>
            </a:r>
            <a:endParaRPr sz="1013"/>
          </a:p>
        </p:txBody>
      </p:sp>
      <p:sp>
        <p:nvSpPr>
          <p:cNvPr id="98" name="OTLSHAPE_SLT_526de5b69e97497f9a5625d453beb623_Title">
            <a:extLst>
              <a:ext uri="{FF2B5EF4-FFF2-40B4-BE49-F238E27FC236}">
                <a16:creationId xmlns:a16="http://schemas.microsoft.com/office/drawing/2014/main" id="{5C8154C9-FDD9-A1A7-53F3-73936BCFAAE5}"/>
              </a:ext>
            </a:extLst>
          </p:cNvPr>
          <p:cNvSpPr txBox="1"/>
          <p:nvPr/>
        </p:nvSpPr>
        <p:spPr>
          <a:xfrm>
            <a:off x="5785493" y="2492848"/>
            <a:ext cx="784747" cy="115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750"/>
              <a:t>*  WBS</a:t>
            </a:r>
            <a:endParaRPr sz="750"/>
          </a:p>
        </p:txBody>
      </p:sp>
      <p:sp>
        <p:nvSpPr>
          <p:cNvPr id="100" name="OTLSHAPE_SLM_2906e62c2d64423a8a6ff0cffce343fd_Shape">
            <a:extLst>
              <a:ext uri="{FF2B5EF4-FFF2-40B4-BE49-F238E27FC236}">
                <a16:creationId xmlns:a16="http://schemas.microsoft.com/office/drawing/2014/main" id="{3C10EA9D-5C16-F0CB-0F48-91F4225934EB}"/>
              </a:ext>
            </a:extLst>
          </p:cNvPr>
          <p:cNvSpPr/>
          <p:nvPr/>
        </p:nvSpPr>
        <p:spPr>
          <a:xfrm>
            <a:off x="4699345" y="2179143"/>
            <a:ext cx="114301" cy="133351"/>
          </a:xfrm>
          <a:prstGeom prst="diamond">
            <a:avLst/>
          </a:prstGeom>
          <a:solidFill>
            <a:schemeClr val="tx2">
              <a:lumMod val="75000"/>
              <a:lumOff val="25000"/>
            </a:schemeClr>
          </a:solidFill>
          <a:ln w="12700">
            <a:miter lim="400000"/>
          </a:ln>
        </p:spPr>
        <p:txBody>
          <a:bodyPr lIns="34289" rIns="3428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 sz="1013"/>
          </a:p>
        </p:txBody>
      </p:sp>
      <p:sp>
        <p:nvSpPr>
          <p:cNvPr id="103" name="OTLSHAPE_SLT_526de5b69e97497f9a5625d453beb623_Title">
            <a:extLst>
              <a:ext uri="{FF2B5EF4-FFF2-40B4-BE49-F238E27FC236}">
                <a16:creationId xmlns:a16="http://schemas.microsoft.com/office/drawing/2014/main" id="{657BC46A-0397-744A-D685-017131625032}"/>
              </a:ext>
            </a:extLst>
          </p:cNvPr>
          <p:cNvSpPr txBox="1"/>
          <p:nvPr/>
        </p:nvSpPr>
        <p:spPr>
          <a:xfrm>
            <a:off x="6040984" y="3020263"/>
            <a:ext cx="973113" cy="230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CO" sz="750"/>
              <a:t>* Costo equipo del servicio</a:t>
            </a:r>
            <a:endParaRPr sz="750"/>
          </a:p>
        </p:txBody>
      </p:sp>
      <p:sp>
        <p:nvSpPr>
          <p:cNvPr id="105" name="OTLSHAPE_SLT_526de5b69e97497f9a5625d453beb623_Title">
            <a:extLst>
              <a:ext uri="{FF2B5EF4-FFF2-40B4-BE49-F238E27FC236}">
                <a16:creationId xmlns:a16="http://schemas.microsoft.com/office/drawing/2014/main" id="{F6DDB9E1-9418-1318-9780-ABA1E6FAA291}"/>
              </a:ext>
            </a:extLst>
          </p:cNvPr>
          <p:cNvSpPr txBox="1"/>
          <p:nvPr/>
        </p:nvSpPr>
        <p:spPr>
          <a:xfrm>
            <a:off x="5457594" y="3291715"/>
            <a:ext cx="1670402" cy="115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750"/>
              <a:t>* Matriz RACI</a:t>
            </a:r>
            <a:endParaRPr sz="750"/>
          </a:p>
        </p:txBody>
      </p:sp>
      <p:sp>
        <p:nvSpPr>
          <p:cNvPr id="117" name="OTLSHAPE_SLT_526de5b69e97497f9a5625d453beb623_Title">
            <a:extLst>
              <a:ext uri="{FF2B5EF4-FFF2-40B4-BE49-F238E27FC236}">
                <a16:creationId xmlns:a16="http://schemas.microsoft.com/office/drawing/2014/main" id="{F065E83A-E2BF-E04C-BB71-B5617BE13D6B}"/>
              </a:ext>
            </a:extLst>
          </p:cNvPr>
          <p:cNvSpPr txBox="1"/>
          <p:nvPr/>
        </p:nvSpPr>
        <p:spPr>
          <a:xfrm>
            <a:off x="7332537" y="2579835"/>
            <a:ext cx="693371" cy="346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CO" sz="750"/>
              <a:t>* Pilotos ejecutados en cliente</a:t>
            </a:r>
            <a:endParaRPr sz="750"/>
          </a:p>
        </p:txBody>
      </p:sp>
      <p:sp>
        <p:nvSpPr>
          <p:cNvPr id="142" name="OTLSHAPE_M_b8c603269952439b977cb103e5f76bdb_Title">
            <a:extLst>
              <a:ext uri="{FF2B5EF4-FFF2-40B4-BE49-F238E27FC236}">
                <a16:creationId xmlns:a16="http://schemas.microsoft.com/office/drawing/2014/main" id="{E4CA8DE3-D00C-00C9-FD8D-9F47B3729728}"/>
              </a:ext>
            </a:extLst>
          </p:cNvPr>
          <p:cNvSpPr txBox="1"/>
          <p:nvPr/>
        </p:nvSpPr>
        <p:spPr>
          <a:xfrm>
            <a:off x="8214254" y="834830"/>
            <a:ext cx="561976" cy="155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013"/>
              <a:t>Fin</a:t>
            </a:r>
            <a:endParaRPr sz="1013"/>
          </a:p>
        </p:txBody>
      </p:sp>
      <p:sp>
        <p:nvSpPr>
          <p:cNvPr id="143" name="OTLSHAPE_M_177188707e544830b8ce884a45b14d3a_Shape">
            <a:extLst>
              <a:ext uri="{FF2B5EF4-FFF2-40B4-BE49-F238E27FC236}">
                <a16:creationId xmlns:a16="http://schemas.microsoft.com/office/drawing/2014/main" id="{4D1225D4-CCE3-3618-749F-96408379C13F}"/>
              </a:ext>
            </a:extLst>
          </p:cNvPr>
          <p:cNvSpPr/>
          <p:nvPr/>
        </p:nvSpPr>
        <p:spPr>
          <a:xfrm>
            <a:off x="8042944" y="910978"/>
            <a:ext cx="123826" cy="1226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3513" extrusionOk="0">
                <a:moveTo>
                  <a:pt x="0" y="1641"/>
                </a:moveTo>
                <a:cubicBezTo>
                  <a:pt x="7200" y="-4043"/>
                  <a:pt x="14400" y="7325"/>
                  <a:pt x="21600" y="1641"/>
                </a:cubicBezTo>
                <a:lnTo>
                  <a:pt x="21600" y="11873"/>
                </a:lnTo>
                <a:cubicBezTo>
                  <a:pt x="14400" y="17557"/>
                  <a:pt x="7200" y="6189"/>
                  <a:pt x="0" y="11873"/>
                </a:cubicBezTo>
                <a:close/>
              </a:path>
            </a:pathLst>
          </a:custGeom>
          <a:solidFill>
            <a:srgbClr val="92D050"/>
          </a:solidFill>
          <a:ln w="12700">
            <a:miter lim="400000"/>
          </a:ln>
        </p:spPr>
        <p:txBody>
          <a:bodyPr lIns="34289" rIns="3428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 sz="1013"/>
          </a:p>
        </p:txBody>
      </p:sp>
      <p:sp>
        <p:nvSpPr>
          <p:cNvPr id="145" name="OTLSHAPE_M_177188707e544830b8ce884a45b14d3a_Date">
            <a:extLst>
              <a:ext uri="{FF2B5EF4-FFF2-40B4-BE49-F238E27FC236}">
                <a16:creationId xmlns:a16="http://schemas.microsoft.com/office/drawing/2014/main" id="{A86EB768-C338-7E12-BEB1-FE025DAE1195}"/>
              </a:ext>
            </a:extLst>
          </p:cNvPr>
          <p:cNvSpPr txBox="1"/>
          <p:nvPr/>
        </p:nvSpPr>
        <p:spPr>
          <a:xfrm>
            <a:off x="8211585" y="951167"/>
            <a:ext cx="550035" cy="3117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13"/>
              <a:t>Octubre</a:t>
            </a:r>
          </a:p>
          <a:p>
            <a:r>
              <a:rPr sz="1013"/>
              <a:t> </a:t>
            </a:r>
            <a:r>
              <a:rPr lang="es-CO" sz="1013"/>
              <a:t>23</a:t>
            </a:r>
          </a:p>
        </p:txBody>
      </p:sp>
      <p:sp>
        <p:nvSpPr>
          <p:cNvPr id="110" name="OTLSHAPE_SLT_526de5b69e97497f9a5625d453beb623_Title">
            <a:extLst>
              <a:ext uri="{FF2B5EF4-FFF2-40B4-BE49-F238E27FC236}">
                <a16:creationId xmlns:a16="http://schemas.microsoft.com/office/drawing/2014/main" id="{754407B4-330E-CE11-C12D-F53466FA6591}"/>
              </a:ext>
            </a:extLst>
          </p:cNvPr>
          <p:cNvSpPr txBox="1"/>
          <p:nvPr/>
        </p:nvSpPr>
        <p:spPr>
          <a:xfrm>
            <a:off x="6032513" y="3453815"/>
            <a:ext cx="980873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CO" sz="750"/>
              <a:t>* Estrategias de transferencia de conocimiento técnico y comercial</a:t>
            </a:r>
            <a:endParaRPr sz="750"/>
          </a:p>
        </p:txBody>
      </p:sp>
      <p:sp>
        <p:nvSpPr>
          <p:cNvPr id="147" name="OTLSHAPE_TB_00000000000000000000000000000000_TimescaleInterval1">
            <a:extLst>
              <a:ext uri="{FF2B5EF4-FFF2-40B4-BE49-F238E27FC236}">
                <a16:creationId xmlns:a16="http://schemas.microsoft.com/office/drawing/2014/main" id="{972983CC-4FB7-3A67-69DC-86CDCCBB02FD}"/>
              </a:ext>
            </a:extLst>
          </p:cNvPr>
          <p:cNvSpPr txBox="1"/>
          <p:nvPr/>
        </p:nvSpPr>
        <p:spPr>
          <a:xfrm>
            <a:off x="7516605" y="1243688"/>
            <a:ext cx="798136" cy="155877"/>
          </a:xfrm>
          <a:prstGeom prst="rect">
            <a:avLst/>
          </a:prstGeom>
          <a:solidFill>
            <a:srgbClr val="46565E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13"/>
              <a:t>  Octubre</a:t>
            </a:r>
            <a:endParaRPr sz="1013"/>
          </a:p>
        </p:txBody>
      </p:sp>
      <p:sp>
        <p:nvSpPr>
          <p:cNvPr id="79" name="OTLSHAPE_TB_00000000000000000000000000000000_TimescaleInterval1">
            <a:extLst>
              <a:ext uri="{FF2B5EF4-FFF2-40B4-BE49-F238E27FC236}">
                <a16:creationId xmlns:a16="http://schemas.microsoft.com/office/drawing/2014/main" id="{B5949E68-056C-33F2-3E85-1B03511EAEBF}"/>
              </a:ext>
            </a:extLst>
          </p:cNvPr>
          <p:cNvSpPr txBox="1"/>
          <p:nvPr/>
        </p:nvSpPr>
        <p:spPr>
          <a:xfrm>
            <a:off x="5084005" y="1240801"/>
            <a:ext cx="496901" cy="155877"/>
          </a:xfrm>
          <a:prstGeom prst="rect">
            <a:avLst/>
          </a:prstGeom>
          <a:solidFill>
            <a:srgbClr val="46565E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13"/>
              <a:t>  Agosto</a:t>
            </a:r>
            <a:endParaRPr sz="1013"/>
          </a:p>
        </p:txBody>
      </p:sp>
      <p:graphicFrame>
        <p:nvGraphicFramePr>
          <p:cNvPr id="165" name="Tabla 164">
            <a:extLst>
              <a:ext uri="{FF2B5EF4-FFF2-40B4-BE49-F238E27FC236}">
                <a16:creationId xmlns:a16="http://schemas.microsoft.com/office/drawing/2014/main" id="{7C1E10C8-405E-FBE5-1D51-07A73025D0A8}"/>
              </a:ext>
            </a:extLst>
          </p:cNvPr>
          <p:cNvGraphicFramePr>
            <a:graphicFrameLocks noGrp="1"/>
          </p:cNvGraphicFramePr>
          <p:nvPr/>
        </p:nvGraphicFramePr>
        <p:xfrm>
          <a:off x="7087714" y="1444257"/>
          <a:ext cx="1709420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80">
                  <a:extLst>
                    <a:ext uri="{9D8B030D-6E8A-4147-A177-3AD203B41FA5}">
                      <a16:colId xmlns:a16="http://schemas.microsoft.com/office/drawing/2014/main" val="1524010272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2312394519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895797902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4087549030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1564706756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1097280820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1278052032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r>
                        <a:rPr lang="es-CO" sz="1000"/>
                        <a:t>1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2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3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4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5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3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4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996600"/>
                  </a:ext>
                </a:extLst>
              </a:tr>
            </a:tbl>
          </a:graphicData>
        </a:graphic>
      </p:graphicFrame>
      <p:sp>
        <p:nvSpPr>
          <p:cNvPr id="172" name="OTLSHAPE_TB_00000000000000000000000000000000_TimescaleInterval1">
            <a:extLst>
              <a:ext uri="{FF2B5EF4-FFF2-40B4-BE49-F238E27FC236}">
                <a16:creationId xmlns:a16="http://schemas.microsoft.com/office/drawing/2014/main" id="{315C0321-AD10-F614-3569-8CB88AA29B2E}"/>
              </a:ext>
            </a:extLst>
          </p:cNvPr>
          <p:cNvSpPr txBox="1"/>
          <p:nvPr/>
        </p:nvSpPr>
        <p:spPr>
          <a:xfrm>
            <a:off x="8375773" y="1226566"/>
            <a:ext cx="385848" cy="155877"/>
          </a:xfrm>
          <a:prstGeom prst="rect">
            <a:avLst/>
          </a:prstGeom>
          <a:solidFill>
            <a:srgbClr val="46565E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13"/>
              <a:t>  Nov</a:t>
            </a:r>
            <a:endParaRPr sz="1013"/>
          </a:p>
        </p:txBody>
      </p:sp>
      <p:sp>
        <p:nvSpPr>
          <p:cNvPr id="19" name="OTLSHAPE_SLT_2ff5b8e034b64a828622147da9a2f6b2_Shape">
            <a:extLst>
              <a:ext uri="{FF2B5EF4-FFF2-40B4-BE49-F238E27FC236}">
                <a16:creationId xmlns:a16="http://schemas.microsoft.com/office/drawing/2014/main" id="{228B4BA0-97D7-A6C0-8FD5-396EFB10E0AD}"/>
              </a:ext>
            </a:extLst>
          </p:cNvPr>
          <p:cNvSpPr/>
          <p:nvPr/>
        </p:nvSpPr>
        <p:spPr>
          <a:xfrm>
            <a:off x="977072" y="1657317"/>
            <a:ext cx="2442876" cy="98773"/>
          </a:xfrm>
          <a:prstGeom prst="roundRect">
            <a:avLst>
              <a:gd name="adj" fmla="val 16667"/>
            </a:avLst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  <a:miter lim="400000"/>
          </a:ln>
        </p:spPr>
        <p:txBody>
          <a:bodyPr lIns="45719" rIns="4571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r>
              <a:rPr lang="es-CO" sz="800" b="1" i="1">
                <a:solidFill>
                  <a:schemeClr val="tx1">
                    <a:lumMod val="65000"/>
                    <a:lumOff val="35000"/>
                  </a:schemeClr>
                </a:solidFill>
              </a:rPr>
              <a:t>Q2</a:t>
            </a:r>
            <a:endParaRPr sz="800" b="1" i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OTLSHAPE_SLT_2ff5b8e034b64a828622147da9a2f6b2_Shape">
            <a:extLst>
              <a:ext uri="{FF2B5EF4-FFF2-40B4-BE49-F238E27FC236}">
                <a16:creationId xmlns:a16="http://schemas.microsoft.com/office/drawing/2014/main" id="{9F185A85-8997-EAB2-5CF7-3CF41BBB7C20}"/>
              </a:ext>
            </a:extLst>
          </p:cNvPr>
          <p:cNvSpPr/>
          <p:nvPr/>
        </p:nvSpPr>
        <p:spPr>
          <a:xfrm>
            <a:off x="3421915" y="1661664"/>
            <a:ext cx="3655394" cy="95593"/>
          </a:xfrm>
          <a:prstGeom prst="roundRect">
            <a:avLst>
              <a:gd name="adj" fmla="val 16667"/>
            </a:avLst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  <a:miter lim="400000"/>
          </a:ln>
        </p:spPr>
        <p:txBody>
          <a:bodyPr lIns="45719" rIns="4571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r>
              <a:rPr lang="es-CO" sz="800" b="1" i="1">
                <a:solidFill>
                  <a:schemeClr val="tx1">
                    <a:lumMod val="65000"/>
                    <a:lumOff val="35000"/>
                  </a:schemeClr>
                </a:solidFill>
              </a:rPr>
              <a:t>Q3</a:t>
            </a:r>
            <a:endParaRPr sz="800" i="1"/>
          </a:p>
        </p:txBody>
      </p:sp>
      <p:sp>
        <p:nvSpPr>
          <p:cNvPr id="31" name="OTLSHAPE_SLT_2ff5b8e034b64a828622147da9a2f6b2_Shape">
            <a:extLst>
              <a:ext uri="{FF2B5EF4-FFF2-40B4-BE49-F238E27FC236}">
                <a16:creationId xmlns:a16="http://schemas.microsoft.com/office/drawing/2014/main" id="{6FEE0C82-E379-D4BE-5A32-84B28AF5F805}"/>
              </a:ext>
            </a:extLst>
          </p:cNvPr>
          <p:cNvSpPr/>
          <p:nvPr/>
        </p:nvSpPr>
        <p:spPr>
          <a:xfrm>
            <a:off x="7087780" y="1655799"/>
            <a:ext cx="1699412" cy="103279"/>
          </a:xfrm>
          <a:prstGeom prst="roundRect">
            <a:avLst>
              <a:gd name="adj" fmla="val 16667"/>
            </a:avLst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  <a:miter lim="400000"/>
          </a:ln>
        </p:spPr>
        <p:txBody>
          <a:bodyPr lIns="45719" rIns="4571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r>
              <a:rPr lang="es-CO" sz="800" b="1" i="1">
                <a:solidFill>
                  <a:schemeClr val="tx1">
                    <a:lumMod val="65000"/>
                    <a:lumOff val="35000"/>
                  </a:schemeClr>
                </a:solidFill>
              </a:rPr>
              <a:t>Q4</a:t>
            </a:r>
            <a:endParaRPr sz="800" i="1"/>
          </a:p>
        </p:txBody>
      </p:sp>
      <p:sp>
        <p:nvSpPr>
          <p:cNvPr id="101" name="OTLSHAPE_SLT_526de5b69e97497f9a5625d453beb623_Title">
            <a:extLst>
              <a:ext uri="{FF2B5EF4-FFF2-40B4-BE49-F238E27FC236}">
                <a16:creationId xmlns:a16="http://schemas.microsoft.com/office/drawing/2014/main" id="{DB11EB4B-9F15-561A-EBBE-13324B85528D}"/>
              </a:ext>
            </a:extLst>
          </p:cNvPr>
          <p:cNvSpPr txBox="1"/>
          <p:nvPr/>
        </p:nvSpPr>
        <p:spPr>
          <a:xfrm>
            <a:off x="6037605" y="2633931"/>
            <a:ext cx="766001" cy="346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CO" sz="750"/>
              <a:t>* Propuesta de valor y esquema de servicio final</a:t>
            </a:r>
            <a:endParaRPr sz="750"/>
          </a:p>
        </p:txBody>
      </p: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D359882D-FFEB-5B18-F4C3-FCB5680FB37E}"/>
              </a:ext>
            </a:extLst>
          </p:cNvPr>
          <p:cNvCxnSpPr>
            <a:cxnSpLocks/>
          </p:cNvCxnSpPr>
          <p:nvPr/>
        </p:nvCxnSpPr>
        <p:spPr>
          <a:xfrm>
            <a:off x="8067162" y="1353403"/>
            <a:ext cx="2764" cy="3288917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OTLSHAPE_SLM_2906e62c2d64423a8a6ff0cffce343fd_Shape">
            <a:extLst>
              <a:ext uri="{FF2B5EF4-FFF2-40B4-BE49-F238E27FC236}">
                <a16:creationId xmlns:a16="http://schemas.microsoft.com/office/drawing/2014/main" id="{4D3671C1-48A9-8464-EDD4-133E5396AF13}"/>
              </a:ext>
            </a:extLst>
          </p:cNvPr>
          <p:cNvSpPr/>
          <p:nvPr/>
        </p:nvSpPr>
        <p:spPr>
          <a:xfrm>
            <a:off x="3464247" y="2193980"/>
            <a:ext cx="114301" cy="133351"/>
          </a:xfrm>
          <a:prstGeom prst="diamond">
            <a:avLst/>
          </a:prstGeom>
          <a:solidFill>
            <a:schemeClr val="tx2">
              <a:lumMod val="50000"/>
              <a:lumOff val="50000"/>
            </a:schemeClr>
          </a:solidFill>
          <a:ln w="12700">
            <a:miter lim="400000"/>
          </a:ln>
        </p:spPr>
        <p:txBody>
          <a:bodyPr lIns="34289" rIns="3428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 sz="1013"/>
          </a:p>
        </p:txBody>
      </p:sp>
      <p:sp>
        <p:nvSpPr>
          <p:cNvPr id="72" name="OTLSHAPE_SLT_526de5b69e97497f9a5625d453beb623_Title">
            <a:extLst>
              <a:ext uri="{FF2B5EF4-FFF2-40B4-BE49-F238E27FC236}">
                <a16:creationId xmlns:a16="http://schemas.microsoft.com/office/drawing/2014/main" id="{C7CC5D9A-F7E4-22F9-C09F-89ED206DD33C}"/>
              </a:ext>
            </a:extLst>
          </p:cNvPr>
          <p:cNvSpPr txBox="1"/>
          <p:nvPr/>
        </p:nvSpPr>
        <p:spPr>
          <a:xfrm>
            <a:off x="4840696" y="2474250"/>
            <a:ext cx="909201" cy="230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CO" sz="750"/>
              <a:t>* Ejecución pre- piloto interno.</a:t>
            </a:r>
            <a:endParaRPr sz="750"/>
          </a:p>
        </p:txBody>
      </p:sp>
      <p:sp>
        <p:nvSpPr>
          <p:cNvPr id="97" name="OTLSHAPE_SLT_2ff5b8e034b64a828622147da9a2f6b2_Shape">
            <a:extLst>
              <a:ext uri="{FF2B5EF4-FFF2-40B4-BE49-F238E27FC236}">
                <a16:creationId xmlns:a16="http://schemas.microsoft.com/office/drawing/2014/main" id="{58848BEC-05A6-5729-DEFD-AC6B9B20BDD7}"/>
              </a:ext>
            </a:extLst>
          </p:cNvPr>
          <p:cNvSpPr/>
          <p:nvPr/>
        </p:nvSpPr>
        <p:spPr>
          <a:xfrm>
            <a:off x="4666172" y="1930796"/>
            <a:ext cx="1179324" cy="212160"/>
          </a:xfrm>
          <a:prstGeom prst="roundRect">
            <a:avLst>
              <a:gd name="adj" fmla="val 16667"/>
            </a:avLst>
          </a:prstGeom>
          <a:solidFill>
            <a:schemeClr val="tx2">
              <a:lumMod val="75000"/>
              <a:lumOff val="25000"/>
            </a:schemeClr>
          </a:solidFill>
          <a:ln w="12700">
            <a:miter lim="400000"/>
          </a:ln>
        </p:spPr>
        <p:txBody>
          <a:bodyPr lIns="45719" rIns="4571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r>
              <a:rPr lang="es-CO" sz="800" i="1"/>
              <a:t>03/08 al 26/08</a:t>
            </a:r>
            <a:endParaRPr sz="800" i="1"/>
          </a:p>
        </p:txBody>
      </p:sp>
      <p:sp>
        <p:nvSpPr>
          <p:cNvPr id="73" name="OTLSHAPE_SLT_526de5b69e97497f9a5625d453beb623_Title">
            <a:extLst>
              <a:ext uri="{FF2B5EF4-FFF2-40B4-BE49-F238E27FC236}">
                <a16:creationId xmlns:a16="http://schemas.microsoft.com/office/drawing/2014/main" id="{A2D0EA88-DCC6-9C01-8922-72971CC52103}"/>
              </a:ext>
            </a:extLst>
          </p:cNvPr>
          <p:cNvSpPr txBox="1"/>
          <p:nvPr/>
        </p:nvSpPr>
        <p:spPr>
          <a:xfrm>
            <a:off x="7327688" y="2203287"/>
            <a:ext cx="891041" cy="346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 sz="750"/>
              <a:t>*</a:t>
            </a:r>
            <a:r>
              <a:rPr lang="es-CO" sz="750"/>
              <a:t> Plantillas comerciales (estimación)</a:t>
            </a:r>
            <a:endParaRPr sz="750"/>
          </a:p>
        </p:txBody>
      </p:sp>
      <p:sp>
        <p:nvSpPr>
          <p:cNvPr id="121" name="OTLSHAPE_SLT_526de5b69e97497f9a5625d453beb623_Title">
            <a:extLst>
              <a:ext uri="{FF2B5EF4-FFF2-40B4-BE49-F238E27FC236}">
                <a16:creationId xmlns:a16="http://schemas.microsoft.com/office/drawing/2014/main" id="{5453E0D3-D660-882F-82E4-0849B90FD061}"/>
              </a:ext>
            </a:extLst>
          </p:cNvPr>
          <p:cNvSpPr txBox="1"/>
          <p:nvPr/>
        </p:nvSpPr>
        <p:spPr>
          <a:xfrm>
            <a:off x="7308718" y="2956716"/>
            <a:ext cx="526697" cy="230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CO" sz="750"/>
              <a:t>* Planes de refinamiento</a:t>
            </a:r>
            <a:endParaRPr sz="750"/>
          </a:p>
        </p:txBody>
      </p:sp>
      <p:sp>
        <p:nvSpPr>
          <p:cNvPr id="91" name="OTLSHAPE_TB_00000000000000000000000000000000_TimescaleInterval1">
            <a:extLst>
              <a:ext uri="{FF2B5EF4-FFF2-40B4-BE49-F238E27FC236}">
                <a16:creationId xmlns:a16="http://schemas.microsoft.com/office/drawing/2014/main" id="{A44F1890-C67D-07B7-EF9C-B20145399B2E}"/>
              </a:ext>
            </a:extLst>
          </p:cNvPr>
          <p:cNvSpPr txBox="1"/>
          <p:nvPr/>
        </p:nvSpPr>
        <p:spPr>
          <a:xfrm>
            <a:off x="6150069" y="1249534"/>
            <a:ext cx="798136" cy="155877"/>
          </a:xfrm>
          <a:prstGeom prst="rect">
            <a:avLst/>
          </a:prstGeom>
          <a:solidFill>
            <a:srgbClr val="46565E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13"/>
              <a:t>  Septiembre</a:t>
            </a:r>
            <a:endParaRPr sz="1013"/>
          </a:p>
        </p:txBody>
      </p:sp>
      <p:sp>
        <p:nvSpPr>
          <p:cNvPr id="3" name="OTLSHAPE_SLT_526de5b69e97497f9a5625d453beb623_Title">
            <a:extLst>
              <a:ext uri="{FF2B5EF4-FFF2-40B4-BE49-F238E27FC236}">
                <a16:creationId xmlns:a16="http://schemas.microsoft.com/office/drawing/2014/main" id="{68104DF1-1946-F3B0-6B4A-F9D83311EBF8}"/>
              </a:ext>
            </a:extLst>
          </p:cNvPr>
          <p:cNvSpPr txBox="1"/>
          <p:nvPr/>
        </p:nvSpPr>
        <p:spPr>
          <a:xfrm>
            <a:off x="4605016" y="2334407"/>
            <a:ext cx="1107567" cy="115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750"/>
              <a:t>* Diseñar Piloto</a:t>
            </a:r>
            <a:endParaRPr sz="750"/>
          </a:p>
        </p:txBody>
      </p:sp>
      <p:sp>
        <p:nvSpPr>
          <p:cNvPr id="4" name="OTLSHAPE_SLT_2ff5b8e034b64a828622147da9a2f6b2_Shape">
            <a:extLst>
              <a:ext uri="{FF2B5EF4-FFF2-40B4-BE49-F238E27FC236}">
                <a16:creationId xmlns:a16="http://schemas.microsoft.com/office/drawing/2014/main" id="{407AC7DC-E603-9E3D-B67B-3E3C7EC05DA3}"/>
              </a:ext>
            </a:extLst>
          </p:cNvPr>
          <p:cNvSpPr/>
          <p:nvPr/>
        </p:nvSpPr>
        <p:spPr>
          <a:xfrm>
            <a:off x="3436099" y="1930796"/>
            <a:ext cx="1195746" cy="203686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 w="12700">
            <a:miter lim="400000"/>
          </a:ln>
        </p:spPr>
        <p:txBody>
          <a:bodyPr lIns="45719" rIns="4571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r>
              <a:rPr lang="es-CO" sz="800" i="1"/>
              <a:t>01/07 al 30/07</a:t>
            </a:r>
            <a:endParaRPr sz="800" i="1"/>
          </a:p>
        </p:txBody>
      </p:sp>
      <p:sp>
        <p:nvSpPr>
          <p:cNvPr id="6" name="OTLSHAPE_SLM_2906e62c2d64423a8a6ff0cffce343fd_Shape">
            <a:extLst>
              <a:ext uri="{FF2B5EF4-FFF2-40B4-BE49-F238E27FC236}">
                <a16:creationId xmlns:a16="http://schemas.microsoft.com/office/drawing/2014/main" id="{497AAEBD-B3DA-B970-79C6-6BD45B57655E}"/>
              </a:ext>
            </a:extLst>
          </p:cNvPr>
          <p:cNvSpPr/>
          <p:nvPr/>
        </p:nvSpPr>
        <p:spPr>
          <a:xfrm>
            <a:off x="5893780" y="2188504"/>
            <a:ext cx="114301" cy="133351"/>
          </a:xfrm>
          <a:prstGeom prst="diamond">
            <a:avLst/>
          </a:prstGeom>
          <a:solidFill>
            <a:schemeClr val="accent1">
              <a:lumMod val="50000"/>
            </a:schemeClr>
          </a:solidFill>
          <a:ln w="12700">
            <a:miter lim="400000"/>
          </a:ln>
        </p:spPr>
        <p:txBody>
          <a:bodyPr lIns="34289" rIns="3428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 sz="1013"/>
          </a:p>
        </p:txBody>
      </p:sp>
      <p:sp>
        <p:nvSpPr>
          <p:cNvPr id="22" name="OTLSHAPE_SLT_2ff5b8e034b64a828622147da9a2f6b2_Shape">
            <a:extLst>
              <a:ext uri="{FF2B5EF4-FFF2-40B4-BE49-F238E27FC236}">
                <a16:creationId xmlns:a16="http://schemas.microsoft.com/office/drawing/2014/main" id="{C3F70ED1-DF9E-05DC-D85F-30029A5B2566}"/>
              </a:ext>
            </a:extLst>
          </p:cNvPr>
          <p:cNvSpPr/>
          <p:nvPr/>
        </p:nvSpPr>
        <p:spPr>
          <a:xfrm>
            <a:off x="5892435" y="1935966"/>
            <a:ext cx="1166720" cy="217833"/>
          </a:xfrm>
          <a:prstGeom prst="roundRect">
            <a:avLst>
              <a:gd name="adj" fmla="val 16667"/>
            </a:avLst>
          </a:prstGeom>
          <a:solidFill>
            <a:schemeClr val="accent1">
              <a:lumMod val="50000"/>
            </a:schemeClr>
          </a:solidFill>
          <a:ln w="12700">
            <a:miter lim="400000"/>
          </a:ln>
        </p:spPr>
        <p:txBody>
          <a:bodyPr lIns="45719" rIns="4571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r>
              <a:rPr lang="es-CO" sz="800" i="1"/>
              <a:t>01/09 al 29/09</a:t>
            </a:r>
            <a:endParaRPr sz="800" i="1"/>
          </a:p>
        </p:txBody>
      </p:sp>
      <p:sp>
        <p:nvSpPr>
          <p:cNvPr id="2" name="OTLSHAPE_SLT_526de5b69e97497f9a5625d453beb623_Title">
            <a:extLst>
              <a:ext uri="{FF2B5EF4-FFF2-40B4-BE49-F238E27FC236}">
                <a16:creationId xmlns:a16="http://schemas.microsoft.com/office/drawing/2014/main" id="{88A34EB4-EAB6-374D-AAB2-4904B5444682}"/>
              </a:ext>
            </a:extLst>
          </p:cNvPr>
          <p:cNvSpPr txBox="1"/>
          <p:nvPr/>
        </p:nvSpPr>
        <p:spPr>
          <a:xfrm>
            <a:off x="6051247" y="2196573"/>
            <a:ext cx="913442" cy="230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CO" sz="750"/>
              <a:t>* Ejecución pre- piloto cliente existente.</a:t>
            </a:r>
            <a:endParaRPr sz="750"/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C1CC7B2A-0DB2-A3B3-97DF-5CAB14048FE8}"/>
              </a:ext>
            </a:extLst>
          </p:cNvPr>
          <p:cNvCxnSpPr>
            <a:cxnSpLocks/>
          </p:cNvCxnSpPr>
          <p:nvPr/>
        </p:nvCxnSpPr>
        <p:spPr>
          <a:xfrm flipH="1">
            <a:off x="4636033" y="1263177"/>
            <a:ext cx="10982" cy="336929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69C9C300-7D3A-7A1B-61E2-9A2C73013A57}"/>
              </a:ext>
            </a:extLst>
          </p:cNvPr>
          <p:cNvCxnSpPr>
            <a:cxnSpLocks/>
          </p:cNvCxnSpPr>
          <p:nvPr/>
        </p:nvCxnSpPr>
        <p:spPr>
          <a:xfrm flipH="1">
            <a:off x="5861807" y="1276971"/>
            <a:ext cx="10982" cy="336929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6571D33D-3D43-66A7-D677-E29B83D714DB}"/>
              </a:ext>
            </a:extLst>
          </p:cNvPr>
          <p:cNvCxnSpPr>
            <a:cxnSpLocks/>
          </p:cNvCxnSpPr>
          <p:nvPr/>
        </p:nvCxnSpPr>
        <p:spPr>
          <a:xfrm flipH="1">
            <a:off x="7075759" y="1273028"/>
            <a:ext cx="10982" cy="336929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TLSHAPE_SLT_2ff5b8e034b64a828622147da9a2f6b2_Shape">
            <a:extLst>
              <a:ext uri="{FF2B5EF4-FFF2-40B4-BE49-F238E27FC236}">
                <a16:creationId xmlns:a16="http://schemas.microsoft.com/office/drawing/2014/main" id="{32EF86C3-066D-A843-7A49-14776DAD552F}"/>
              </a:ext>
            </a:extLst>
          </p:cNvPr>
          <p:cNvSpPr/>
          <p:nvPr/>
        </p:nvSpPr>
        <p:spPr>
          <a:xfrm>
            <a:off x="7112643" y="1935966"/>
            <a:ext cx="925895" cy="223913"/>
          </a:xfrm>
          <a:prstGeom prst="roundRect">
            <a:avLst>
              <a:gd name="adj" fmla="val 16667"/>
            </a:avLst>
          </a:prstGeom>
          <a:solidFill>
            <a:schemeClr val="accent3">
              <a:lumMod val="60000"/>
              <a:lumOff val="40000"/>
            </a:schemeClr>
          </a:solidFill>
          <a:ln w="12700">
            <a:miter lim="400000"/>
          </a:ln>
        </p:spPr>
        <p:txBody>
          <a:bodyPr lIns="45719" rIns="4571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r>
              <a:rPr lang="es-CO" sz="800" i="1"/>
              <a:t>01/10 al 23/10</a:t>
            </a:r>
            <a:endParaRPr sz="800" i="1"/>
          </a:p>
        </p:txBody>
      </p:sp>
      <p:sp>
        <p:nvSpPr>
          <p:cNvPr id="27" name="OTLSHAPE_SLM_2906e62c2d64423a8a6ff0cffce343fd_Shape">
            <a:extLst>
              <a:ext uri="{FF2B5EF4-FFF2-40B4-BE49-F238E27FC236}">
                <a16:creationId xmlns:a16="http://schemas.microsoft.com/office/drawing/2014/main" id="{3B575863-E78C-82C4-9E16-C084F17D0988}"/>
              </a:ext>
            </a:extLst>
          </p:cNvPr>
          <p:cNvSpPr/>
          <p:nvPr/>
        </p:nvSpPr>
        <p:spPr>
          <a:xfrm>
            <a:off x="7149113" y="2178651"/>
            <a:ext cx="114301" cy="133351"/>
          </a:xfrm>
          <a:prstGeom prst="diamond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miter lim="400000"/>
          </a:ln>
        </p:spPr>
        <p:txBody>
          <a:bodyPr lIns="34289" rIns="3428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 sz="1013"/>
          </a:p>
        </p:txBody>
      </p:sp>
    </p:spTree>
    <p:extLst>
      <p:ext uri="{BB962C8B-B14F-4D97-AF65-F5344CB8AC3E}">
        <p14:creationId xmlns:p14="http://schemas.microsoft.com/office/powerpoint/2010/main" val="1785190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OTLSHAPE_SL_79f05e8de72e4cc385fce875fa65517f_HeaderRectangle">
            <a:extLst>
              <a:ext uri="{FF2B5EF4-FFF2-40B4-BE49-F238E27FC236}">
                <a16:creationId xmlns:a16="http://schemas.microsoft.com/office/drawing/2014/main" id="{8F033BD4-E602-272F-7902-F203B6C6FADF}"/>
              </a:ext>
            </a:extLst>
          </p:cNvPr>
          <p:cNvSpPr/>
          <p:nvPr/>
        </p:nvSpPr>
        <p:spPr>
          <a:xfrm>
            <a:off x="374776" y="4113052"/>
            <a:ext cx="1099458" cy="4677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miter lim="400000"/>
          </a:ln>
        </p:spPr>
        <p:txBody>
          <a:bodyPr lIns="34289" rIns="3428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 sz="1013"/>
          </a:p>
        </p:txBody>
      </p:sp>
      <p:sp>
        <p:nvSpPr>
          <p:cNvPr id="146" name="OTLSHAPE_SL_79f05e8de72e4cc385fce875fa65517f_HeaderRectangle">
            <a:extLst>
              <a:ext uri="{FF2B5EF4-FFF2-40B4-BE49-F238E27FC236}">
                <a16:creationId xmlns:a16="http://schemas.microsoft.com/office/drawing/2014/main" id="{8B6280EC-8BC9-4B04-CDFE-3ECF08AD4E33}"/>
              </a:ext>
            </a:extLst>
          </p:cNvPr>
          <p:cNvSpPr/>
          <p:nvPr/>
        </p:nvSpPr>
        <p:spPr>
          <a:xfrm>
            <a:off x="369333" y="3606867"/>
            <a:ext cx="1099458" cy="4677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miter lim="400000"/>
          </a:ln>
        </p:spPr>
        <p:txBody>
          <a:bodyPr lIns="34289" rIns="3428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 sz="1013"/>
          </a:p>
        </p:txBody>
      </p:sp>
      <p:sp>
        <p:nvSpPr>
          <p:cNvPr id="145" name="OTLSHAPE_SL_79f05e8de72e4cc385fce875fa65517f_HeaderRectangle">
            <a:extLst>
              <a:ext uri="{FF2B5EF4-FFF2-40B4-BE49-F238E27FC236}">
                <a16:creationId xmlns:a16="http://schemas.microsoft.com/office/drawing/2014/main" id="{E1B84A3B-3A8B-3783-5D29-A956A64588F1}"/>
              </a:ext>
            </a:extLst>
          </p:cNvPr>
          <p:cNvSpPr/>
          <p:nvPr/>
        </p:nvSpPr>
        <p:spPr>
          <a:xfrm>
            <a:off x="374776" y="3100682"/>
            <a:ext cx="1099458" cy="4677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miter lim="400000"/>
          </a:ln>
        </p:spPr>
        <p:txBody>
          <a:bodyPr lIns="34289" rIns="3428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 sz="1013"/>
          </a:p>
        </p:txBody>
      </p:sp>
      <p:sp>
        <p:nvSpPr>
          <p:cNvPr id="144" name="OTLSHAPE_SL_79f05e8de72e4cc385fce875fa65517f_HeaderRectangle">
            <a:extLst>
              <a:ext uri="{FF2B5EF4-FFF2-40B4-BE49-F238E27FC236}">
                <a16:creationId xmlns:a16="http://schemas.microsoft.com/office/drawing/2014/main" id="{A5F021EF-C10E-00A3-2323-7E60D70FF2B4}"/>
              </a:ext>
            </a:extLst>
          </p:cNvPr>
          <p:cNvSpPr/>
          <p:nvPr/>
        </p:nvSpPr>
        <p:spPr>
          <a:xfrm>
            <a:off x="380219" y="2605382"/>
            <a:ext cx="1099458" cy="4677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miter lim="400000"/>
          </a:ln>
        </p:spPr>
        <p:txBody>
          <a:bodyPr lIns="34289" rIns="3428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 sz="1013"/>
          </a:p>
        </p:txBody>
      </p:sp>
      <p:sp>
        <p:nvSpPr>
          <p:cNvPr id="143" name="OTLSHAPE_SL_79f05e8de72e4cc385fce875fa65517f_HeaderRectangle">
            <a:extLst>
              <a:ext uri="{FF2B5EF4-FFF2-40B4-BE49-F238E27FC236}">
                <a16:creationId xmlns:a16="http://schemas.microsoft.com/office/drawing/2014/main" id="{3B6C005C-DF51-C63C-277B-B435DA0CDD80}"/>
              </a:ext>
            </a:extLst>
          </p:cNvPr>
          <p:cNvSpPr/>
          <p:nvPr/>
        </p:nvSpPr>
        <p:spPr>
          <a:xfrm>
            <a:off x="374777" y="1794396"/>
            <a:ext cx="1104899" cy="79430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miter lim="400000"/>
          </a:ln>
        </p:spPr>
        <p:txBody>
          <a:bodyPr lIns="34289" rIns="3428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 sz="1013"/>
          </a:p>
        </p:txBody>
      </p:sp>
      <p:sp>
        <p:nvSpPr>
          <p:cNvPr id="176" name="Google Shape;176;g3657f5ba65c_1_33"/>
          <p:cNvSpPr txBox="1">
            <a:spLocks noGrp="1"/>
          </p:cNvSpPr>
          <p:nvPr>
            <p:ph type="title"/>
          </p:nvPr>
        </p:nvSpPr>
        <p:spPr>
          <a:xfrm>
            <a:off x="335133" y="134782"/>
            <a:ext cx="5554885" cy="6162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s-ES" err="1"/>
              <a:t>Roadmap</a:t>
            </a:r>
            <a:r>
              <a:rPr lang="es-ES"/>
              <a:t> Mesa de Servicios de Nueva Generación</a:t>
            </a:r>
            <a:br>
              <a:rPr lang="es-ES"/>
            </a:br>
            <a:r>
              <a:rPr lang="es-ES" b="0"/>
              <a:t>Modelos de Transición</a:t>
            </a:r>
            <a:endParaRPr b="0"/>
          </a:p>
        </p:txBody>
      </p:sp>
      <p:cxnSp>
        <p:nvCxnSpPr>
          <p:cNvPr id="179" name="Google Shape;179;g3657f5ba65c_1_33"/>
          <p:cNvCxnSpPr/>
          <p:nvPr/>
        </p:nvCxnSpPr>
        <p:spPr>
          <a:xfrm rot="10800000" flipH="1">
            <a:off x="394425" y="824004"/>
            <a:ext cx="8103300" cy="28800"/>
          </a:xfrm>
          <a:prstGeom prst="straightConnector1">
            <a:avLst/>
          </a:prstGeom>
          <a:noFill/>
          <a:ln w="19050" cap="flat" cmpd="sng">
            <a:solidFill>
              <a:srgbClr val="0E33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BB601F8-5566-9947-256D-59532ADDFB50}"/>
              </a:ext>
            </a:extLst>
          </p:cNvPr>
          <p:cNvSpPr txBox="1"/>
          <p:nvPr/>
        </p:nvSpPr>
        <p:spPr>
          <a:xfrm>
            <a:off x="5275320" y="1534344"/>
            <a:ext cx="925474" cy="3231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342900">
              <a:buClrTx/>
              <a:defRPr sz="1000">
                <a:solidFill>
                  <a:srgbClr val="005DAA"/>
                </a:solidFill>
              </a:defRPr>
            </a:pPr>
            <a:r>
              <a:rPr sz="750" kern="1200">
                <a:solidFill>
                  <a:srgbClr val="005DAA"/>
                </a:solidFill>
                <a:latin typeface="Reddit Sans"/>
                <a:ea typeface="Reddit Sans"/>
                <a:cs typeface="+mn-cs"/>
              </a:rPr>
              <a:t>◆ </a:t>
            </a:r>
            <a:r>
              <a:rPr lang="es-ES" sz="750" kern="1200">
                <a:solidFill>
                  <a:srgbClr val="005DAA"/>
                </a:solidFill>
                <a:latin typeface="Reddit Sans"/>
                <a:ea typeface="Reddit Sans"/>
                <a:cs typeface="+mn-cs"/>
              </a:rPr>
              <a:t>Wave 1ª</a:t>
            </a:r>
            <a:r>
              <a:rPr sz="750" kern="1200">
                <a:solidFill>
                  <a:srgbClr val="005DAA"/>
                </a:solidFill>
                <a:latin typeface="Reddit Sans"/>
                <a:ea typeface="Reddit Sans"/>
                <a:cs typeface="+mn-cs"/>
              </a:rPr>
              <a:t> Transición</a:t>
            </a:r>
            <a:endParaRPr lang="es-ES" sz="750" kern="1200">
              <a:solidFill>
                <a:srgbClr val="005DAA"/>
              </a:solidFill>
              <a:latin typeface="Reddit Sans"/>
              <a:ea typeface="Reddit Sans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B72BFF-D543-CF03-ED0E-3CFA2E0844E3}"/>
              </a:ext>
            </a:extLst>
          </p:cNvPr>
          <p:cNvSpPr txBox="1"/>
          <p:nvPr/>
        </p:nvSpPr>
        <p:spPr>
          <a:xfrm>
            <a:off x="460566" y="1921328"/>
            <a:ext cx="927777" cy="4154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defTabSz="342900">
              <a:buClrTx/>
              <a:defRPr sz="1300" b="1">
                <a:solidFill>
                  <a:srgbClr val="3C3C3C"/>
                </a:solidFill>
              </a:defRPr>
            </a:pPr>
            <a:r>
              <a:rPr sz="700" b="1" err="1">
                <a:latin typeface="Reddit Sans"/>
                <a:ea typeface="Reddit Sans"/>
              </a:rPr>
              <a:t>Evaluación</a:t>
            </a:r>
            <a:r>
              <a:rPr lang="es-ES" sz="700" b="1">
                <a:latin typeface="Reddit Sans"/>
                <a:ea typeface="Reddit Sans"/>
              </a:rPr>
              <a:t> </a:t>
            </a:r>
          </a:p>
          <a:p>
            <a:pPr algn="ctr" defTabSz="342900">
              <a:buClrTx/>
              <a:defRPr sz="1300" b="1">
                <a:solidFill>
                  <a:srgbClr val="3C3C3C"/>
                </a:solidFill>
              </a:defRPr>
            </a:pPr>
            <a:r>
              <a:rPr lang="es-ES" sz="700" b="1" err="1">
                <a:latin typeface="Reddit Sans"/>
                <a:ea typeface="Reddit Sans"/>
              </a:rPr>
              <a:t>Operaciónes</a:t>
            </a:r>
            <a:r>
              <a:rPr lang="es-ES" sz="700" b="1">
                <a:latin typeface="Reddit Sans"/>
                <a:ea typeface="Reddit Sans"/>
              </a:rPr>
              <a:t> </a:t>
            </a:r>
          </a:p>
          <a:p>
            <a:pPr algn="ctr" defTabSz="342900">
              <a:buClrTx/>
              <a:defRPr sz="1300" b="1">
                <a:solidFill>
                  <a:srgbClr val="3C3C3C"/>
                </a:solidFill>
              </a:defRPr>
            </a:pPr>
            <a:r>
              <a:rPr lang="es-ES" sz="700" b="1">
                <a:latin typeface="Reddit Sans"/>
                <a:ea typeface="Reddit Sans"/>
              </a:rPr>
              <a:t>Actuales</a:t>
            </a:r>
            <a:endParaRPr lang="es-ES" sz="700" b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11ED60-70CF-2CCC-5BB1-80EACE70EC27}"/>
              </a:ext>
            </a:extLst>
          </p:cNvPr>
          <p:cNvSpPr txBox="1"/>
          <p:nvPr/>
        </p:nvSpPr>
        <p:spPr>
          <a:xfrm>
            <a:off x="395252" y="2593523"/>
            <a:ext cx="1113063" cy="4154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defTabSz="342900">
              <a:defRPr sz="1300" b="1">
                <a:solidFill>
                  <a:srgbClr val="3C3C3C"/>
                </a:solidFill>
              </a:defRPr>
            </a:pPr>
            <a:r>
              <a:rPr lang="es-ES" sz="700" b="1">
                <a:latin typeface="Reddit Sans"/>
                <a:ea typeface="Reddit Sans"/>
                <a:sym typeface="Reddit Sans"/>
              </a:rPr>
              <a:t>Estandarización </a:t>
            </a:r>
          </a:p>
          <a:p>
            <a:pPr algn="ctr" defTabSz="342900">
              <a:defRPr sz="1300" b="1">
                <a:solidFill>
                  <a:srgbClr val="3C3C3C"/>
                </a:solidFill>
              </a:defRPr>
            </a:pPr>
            <a:r>
              <a:rPr lang="es-ES" sz="700" b="1">
                <a:latin typeface="Reddit Sans"/>
                <a:ea typeface="Reddit Sans"/>
                <a:sym typeface="Reddit Sans"/>
              </a:rPr>
              <a:t>De la Practica de </a:t>
            </a:r>
          </a:p>
          <a:p>
            <a:pPr algn="ctr" defTabSz="342900">
              <a:defRPr sz="1300" b="1">
                <a:solidFill>
                  <a:srgbClr val="3C3C3C"/>
                </a:solidFill>
              </a:defRPr>
            </a:pPr>
            <a:r>
              <a:rPr lang="es-ES" sz="700" b="1">
                <a:latin typeface="Reddit Sans"/>
                <a:ea typeface="Reddit Sans"/>
                <a:sym typeface="Reddit Sans"/>
              </a:rPr>
              <a:t>las Mesas de Servicio</a:t>
            </a:r>
            <a:endParaRPr lang="es-ES" sz="700" b="1">
              <a:latin typeface="Reddit Sans"/>
              <a:ea typeface="Reddit San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9A7F53-C2C8-0962-735A-726BC7B1B042}"/>
              </a:ext>
            </a:extLst>
          </p:cNvPr>
          <p:cNvSpPr txBox="1"/>
          <p:nvPr/>
        </p:nvSpPr>
        <p:spPr>
          <a:xfrm>
            <a:off x="525097" y="3222173"/>
            <a:ext cx="798617" cy="20005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 defTabSz="342900">
              <a:buClrTx/>
              <a:defRPr sz="1300" b="1">
                <a:solidFill>
                  <a:srgbClr val="3C3C3C"/>
                </a:solidFill>
              </a:defRPr>
            </a:pPr>
            <a:r>
              <a:rPr sz="700" b="1" kern="1200" err="1">
                <a:latin typeface="Reddit Sans"/>
                <a:ea typeface="Reddit Sans"/>
                <a:cs typeface="+mn-cs"/>
              </a:rPr>
              <a:t>Productización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79083F-6844-07ED-2968-D80C5002C8E9}"/>
              </a:ext>
            </a:extLst>
          </p:cNvPr>
          <p:cNvSpPr txBox="1"/>
          <p:nvPr/>
        </p:nvSpPr>
        <p:spPr>
          <a:xfrm>
            <a:off x="486107" y="3652158"/>
            <a:ext cx="893193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 defTabSz="342900">
              <a:buClrTx/>
              <a:defRPr sz="1300" b="1">
                <a:solidFill>
                  <a:srgbClr val="3C3C3C"/>
                </a:solidFill>
              </a:defRPr>
            </a:pPr>
            <a:r>
              <a:rPr sz="700" b="1" kern="1200" err="1">
                <a:latin typeface="Reddit Sans"/>
                <a:ea typeface="Reddit Sans"/>
                <a:cs typeface="+mn-cs"/>
              </a:rPr>
              <a:t>Transición</a:t>
            </a:r>
            <a:r>
              <a:rPr lang="es-ES" sz="700" b="1" kern="1200">
                <a:latin typeface="Reddit Sans"/>
                <a:ea typeface="Reddit Sans"/>
                <a:cs typeface="+mn-cs"/>
              </a:rPr>
              <a:t> de la </a:t>
            </a:r>
            <a:endParaRPr lang="es-ES" sz="700" kern="1200">
              <a:latin typeface="Reddit Sans"/>
              <a:ea typeface="Reddit Sans"/>
            </a:endParaRPr>
          </a:p>
          <a:p>
            <a:pPr algn="ctr" defTabSz="342900">
              <a:buClrTx/>
              <a:defRPr sz="1300" b="1">
                <a:solidFill>
                  <a:srgbClr val="3C3C3C"/>
                </a:solidFill>
              </a:defRPr>
            </a:pPr>
            <a:r>
              <a:rPr lang="es-ES" sz="700" b="1" kern="1200" err="1">
                <a:latin typeface="Reddit Sans"/>
                <a:ea typeface="Reddit Sans"/>
                <a:cs typeface="+mn-cs"/>
              </a:rPr>
              <a:t>Operacion</a:t>
            </a:r>
            <a:r>
              <a:rPr lang="es-ES" sz="700" b="1" kern="1200">
                <a:latin typeface="Reddit Sans"/>
                <a:ea typeface="Reddit Sans"/>
                <a:cs typeface="+mn-cs"/>
              </a:rPr>
              <a:t> actual</a:t>
            </a:r>
            <a:endParaRPr lang="es-ES" sz="700"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9D1D67-A365-B731-0ABC-A7A7C6C203BC}"/>
              </a:ext>
            </a:extLst>
          </p:cNvPr>
          <p:cNvSpPr txBox="1"/>
          <p:nvPr/>
        </p:nvSpPr>
        <p:spPr>
          <a:xfrm>
            <a:off x="555368" y="4112079"/>
            <a:ext cx="737702" cy="41549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 defTabSz="342900">
              <a:buClrTx/>
              <a:defRPr sz="1300" b="1">
                <a:solidFill>
                  <a:srgbClr val="3C3C3C"/>
                </a:solidFill>
              </a:defRPr>
            </a:pPr>
            <a:r>
              <a:rPr sz="700" b="1" kern="1200" err="1">
                <a:latin typeface="Reddit Sans"/>
                <a:ea typeface="Reddit Sans"/>
                <a:cs typeface="+mn-cs"/>
              </a:rPr>
              <a:t>Evolución</a:t>
            </a:r>
            <a:r>
              <a:rPr sz="700" b="1" kern="1200">
                <a:latin typeface="Reddit Sans"/>
                <a:ea typeface="Reddit Sans"/>
                <a:cs typeface="+mn-cs"/>
              </a:rPr>
              <a:t> </a:t>
            </a:r>
            <a:endParaRPr lang="es-ES" sz="700" b="1"/>
          </a:p>
          <a:p>
            <a:pPr algn="ctr" defTabSz="342900">
              <a:buClrTx/>
              <a:defRPr sz="1300" b="1">
                <a:solidFill>
                  <a:srgbClr val="3C3C3C"/>
                </a:solidFill>
              </a:defRPr>
            </a:pPr>
            <a:r>
              <a:rPr sz="700" b="1" kern="1200">
                <a:latin typeface="Reddit Sans"/>
                <a:ea typeface="Reddit Sans"/>
                <a:cs typeface="+mn-cs"/>
              </a:rPr>
              <a:t>Continua</a:t>
            </a:r>
            <a:r>
              <a:rPr lang="es-ES" sz="700" b="1" kern="1200">
                <a:latin typeface="Reddit Sans"/>
                <a:ea typeface="Reddit Sans"/>
                <a:cs typeface="+mn-cs"/>
              </a:rPr>
              <a:t> del </a:t>
            </a:r>
            <a:endParaRPr lang="es-ES" sz="700" b="1">
              <a:ea typeface="Reddit Sans"/>
            </a:endParaRPr>
          </a:p>
          <a:p>
            <a:pPr algn="ctr" defTabSz="342900">
              <a:buClrTx/>
              <a:defRPr sz="1300" b="1">
                <a:solidFill>
                  <a:srgbClr val="3C3C3C"/>
                </a:solidFill>
              </a:defRPr>
            </a:pPr>
            <a:r>
              <a:rPr lang="es-ES" sz="700" b="1" kern="1200">
                <a:latin typeface="Reddit Sans"/>
                <a:ea typeface="Reddit Sans"/>
                <a:cs typeface="+mn-cs"/>
              </a:rPr>
              <a:t>Servicio</a:t>
            </a:r>
            <a:endParaRPr sz="700" b="1"/>
          </a:p>
        </p:txBody>
      </p:sp>
      <p:sp>
        <p:nvSpPr>
          <p:cNvPr id="18" name="Rounded Rectangle 21">
            <a:extLst>
              <a:ext uri="{FF2B5EF4-FFF2-40B4-BE49-F238E27FC236}">
                <a16:creationId xmlns:a16="http://schemas.microsoft.com/office/drawing/2014/main" id="{87602290-382C-F064-EF7A-3172019619BC}"/>
              </a:ext>
            </a:extLst>
          </p:cNvPr>
          <p:cNvSpPr/>
          <p:nvPr/>
        </p:nvSpPr>
        <p:spPr>
          <a:xfrm>
            <a:off x="1558717" y="1863087"/>
            <a:ext cx="845983" cy="88610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8E6283EB-B92E-463D-4350-C26DBFB19BB3}"/>
              </a:ext>
            </a:extLst>
          </p:cNvPr>
          <p:cNvSpPr txBox="1"/>
          <p:nvPr/>
        </p:nvSpPr>
        <p:spPr>
          <a:xfrm>
            <a:off x="293913" y="884462"/>
            <a:ext cx="125185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1000" b="1">
                <a:solidFill>
                  <a:srgbClr val="595959"/>
                </a:solidFill>
                <a:latin typeface="Reddit Sans"/>
              </a:rPr>
              <a:t>Evolución Competitiva </a:t>
            </a:r>
            <a:endParaRPr lang="es-ES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613549EC-2702-C3B7-5164-A7E93EE6C9C7}"/>
              </a:ext>
            </a:extLst>
          </p:cNvPr>
          <p:cNvSpPr txBox="1"/>
          <p:nvPr/>
        </p:nvSpPr>
        <p:spPr>
          <a:xfrm>
            <a:off x="375556" y="1483178"/>
            <a:ext cx="1039586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1000" b="1">
                <a:solidFill>
                  <a:schemeClr val="tx1"/>
                </a:solidFill>
                <a:latin typeface="Reddit Sans"/>
              </a:rPr>
              <a:t>Fases</a:t>
            </a:r>
            <a:endParaRPr lang="es-ES">
              <a:solidFill>
                <a:schemeClr val="tx1"/>
              </a:solidFill>
            </a:endParaRPr>
          </a:p>
        </p:txBody>
      </p:sp>
      <p:sp>
        <p:nvSpPr>
          <p:cNvPr id="30" name="Rounded Rectangle 2">
            <a:extLst>
              <a:ext uri="{FF2B5EF4-FFF2-40B4-BE49-F238E27FC236}">
                <a16:creationId xmlns:a16="http://schemas.microsoft.com/office/drawing/2014/main" id="{75B2EC64-AAEB-80A0-2E7C-B337049F02B0}"/>
              </a:ext>
            </a:extLst>
          </p:cNvPr>
          <p:cNvSpPr/>
          <p:nvPr/>
        </p:nvSpPr>
        <p:spPr>
          <a:xfrm>
            <a:off x="1544782" y="943790"/>
            <a:ext cx="3134542" cy="281396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 defTabSz="342900">
              <a:defRPr sz="1500" b="1">
                <a:solidFill>
                  <a:srgbClr val="FFFFFF"/>
                </a:solidFill>
              </a:defRPr>
            </a:pPr>
            <a:r>
              <a:rPr lang="es-ES" sz="1000" b="1" kern="1200">
                <a:solidFill>
                  <a:schemeClr val="tx1"/>
                </a:solidFill>
                <a:latin typeface="Reddit Sans"/>
                <a:ea typeface="Reddit Sans"/>
              </a:rPr>
              <a:t>Reactivo y Crecimiento Automatizado</a:t>
            </a:r>
            <a:endParaRPr lang="es-ES" sz="1000">
              <a:solidFill>
                <a:schemeClr val="tx1"/>
              </a:solidFill>
              <a:cs typeface="Arial"/>
            </a:endParaRPr>
          </a:p>
        </p:txBody>
      </p:sp>
      <p:sp>
        <p:nvSpPr>
          <p:cNvPr id="31" name="Rounded Rectangle 2">
            <a:extLst>
              <a:ext uri="{FF2B5EF4-FFF2-40B4-BE49-F238E27FC236}">
                <a16:creationId xmlns:a16="http://schemas.microsoft.com/office/drawing/2014/main" id="{1BB1913D-BF6A-E67C-53B8-E57EF62C7319}"/>
              </a:ext>
            </a:extLst>
          </p:cNvPr>
          <p:cNvSpPr/>
          <p:nvPr/>
        </p:nvSpPr>
        <p:spPr>
          <a:xfrm>
            <a:off x="4679871" y="943793"/>
            <a:ext cx="2236469" cy="286838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 defTabSz="342900">
              <a:defRPr sz="1500" b="1">
                <a:solidFill>
                  <a:srgbClr val="FFFFFF"/>
                </a:solidFill>
              </a:defRPr>
            </a:pPr>
            <a:r>
              <a:rPr lang="es-ES" sz="1000" b="1" kern="1200">
                <a:solidFill>
                  <a:schemeClr val="tx1"/>
                </a:solidFill>
                <a:latin typeface="Reddit Sans"/>
                <a:ea typeface="Reddit Sans"/>
              </a:rPr>
              <a:t>Predictivo y Evolutivo</a:t>
            </a:r>
            <a:endParaRPr lang="es-ES" sz="1000">
              <a:solidFill>
                <a:schemeClr val="tx1"/>
              </a:solidFill>
            </a:endParaRPr>
          </a:p>
        </p:txBody>
      </p:sp>
      <p:sp>
        <p:nvSpPr>
          <p:cNvPr id="32" name="Rounded Rectangle 2">
            <a:extLst>
              <a:ext uri="{FF2B5EF4-FFF2-40B4-BE49-F238E27FC236}">
                <a16:creationId xmlns:a16="http://schemas.microsoft.com/office/drawing/2014/main" id="{686C6AFD-758B-AA33-CDAE-D4A668DAB4D6}"/>
              </a:ext>
            </a:extLst>
          </p:cNvPr>
          <p:cNvSpPr/>
          <p:nvPr/>
        </p:nvSpPr>
        <p:spPr>
          <a:xfrm>
            <a:off x="6938654" y="943790"/>
            <a:ext cx="1561557" cy="286839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 defTabSz="342900">
              <a:defRPr sz="1500" b="1">
                <a:solidFill>
                  <a:srgbClr val="FFFFFF"/>
                </a:solidFill>
              </a:defRPr>
            </a:pPr>
            <a:r>
              <a:rPr lang="es-ES" sz="1000" kern="1200">
                <a:solidFill>
                  <a:schemeClr val="tx1"/>
                </a:solidFill>
                <a:latin typeface="Reddit Sans"/>
                <a:ea typeface="Reddit Sans"/>
                <a:cs typeface="Arial"/>
              </a:rPr>
              <a:t>Autónomo e Inteligente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D696F69B-CBB8-EB9D-F537-957DB0B0EFC1}"/>
              </a:ext>
            </a:extLst>
          </p:cNvPr>
          <p:cNvSpPr txBox="1"/>
          <p:nvPr/>
        </p:nvSpPr>
        <p:spPr>
          <a:xfrm>
            <a:off x="5589816" y="72934"/>
            <a:ext cx="1475013" cy="2000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700"/>
              <a:t>Wave 1 : Sura + </a:t>
            </a:r>
            <a:r>
              <a:rPr lang="es-ES" sz="700" err="1"/>
              <a:t>Banc</a:t>
            </a:r>
            <a:r>
              <a:rPr lang="es-ES" sz="700"/>
              <a:t>olombia</a:t>
            </a:r>
          </a:p>
        </p:txBody>
      </p:sp>
      <p:sp>
        <p:nvSpPr>
          <p:cNvPr id="55" name="Estrella: 5 puntas 54">
            <a:extLst>
              <a:ext uri="{FF2B5EF4-FFF2-40B4-BE49-F238E27FC236}">
                <a16:creationId xmlns:a16="http://schemas.microsoft.com/office/drawing/2014/main" id="{D690B408-E977-B681-6218-CBBD9914EA14}"/>
              </a:ext>
            </a:extLst>
          </p:cNvPr>
          <p:cNvSpPr/>
          <p:nvPr/>
        </p:nvSpPr>
        <p:spPr>
          <a:xfrm>
            <a:off x="5452655" y="117565"/>
            <a:ext cx="97972" cy="114301"/>
          </a:xfrm>
          <a:prstGeom prst="star5">
            <a:avLst/>
          </a:prstGeom>
          <a:solidFill>
            <a:schemeClr val="accent6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3F5665C4-39A2-D097-D477-4A14BD58842A}"/>
              </a:ext>
            </a:extLst>
          </p:cNvPr>
          <p:cNvSpPr txBox="1"/>
          <p:nvPr/>
        </p:nvSpPr>
        <p:spPr>
          <a:xfrm>
            <a:off x="5589816" y="290645"/>
            <a:ext cx="1404255" cy="2000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700"/>
              <a:t>Wave 2 : XM, AES, Medicarte</a:t>
            </a:r>
          </a:p>
        </p:txBody>
      </p:sp>
      <p:sp>
        <p:nvSpPr>
          <p:cNvPr id="57" name="Estrella: 5 puntas 56">
            <a:extLst>
              <a:ext uri="{FF2B5EF4-FFF2-40B4-BE49-F238E27FC236}">
                <a16:creationId xmlns:a16="http://schemas.microsoft.com/office/drawing/2014/main" id="{61C4338C-4B26-C80E-5230-7A1381D384A4}"/>
              </a:ext>
            </a:extLst>
          </p:cNvPr>
          <p:cNvSpPr/>
          <p:nvPr/>
        </p:nvSpPr>
        <p:spPr>
          <a:xfrm>
            <a:off x="5452655" y="329836"/>
            <a:ext cx="97972" cy="114301"/>
          </a:xfrm>
          <a:prstGeom prst="star5">
            <a:avLst/>
          </a:prstGeom>
          <a:solidFill>
            <a:srgbClr val="7030A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1" name="Rounded Rectangle 25">
            <a:extLst>
              <a:ext uri="{FF2B5EF4-FFF2-40B4-BE49-F238E27FC236}">
                <a16:creationId xmlns:a16="http://schemas.microsoft.com/office/drawing/2014/main" id="{B1D377E7-02CC-BB00-D36D-1FAE90E89AE5}"/>
              </a:ext>
            </a:extLst>
          </p:cNvPr>
          <p:cNvSpPr/>
          <p:nvPr/>
        </p:nvSpPr>
        <p:spPr>
          <a:xfrm>
            <a:off x="4583967" y="3708216"/>
            <a:ext cx="841248" cy="9405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r>
              <a:rPr lang="es-ES" sz="600" kern="1200">
                <a:solidFill>
                  <a:srgbClr val="000000"/>
                </a:solidFill>
                <a:latin typeface="Reddit Sans"/>
                <a:ea typeface="Reddit Sans"/>
              </a:rPr>
              <a:t>Equipos comercial</a:t>
            </a:r>
          </a:p>
        </p:txBody>
      </p:sp>
      <p:sp>
        <p:nvSpPr>
          <p:cNvPr id="132" name="Rounded Rectangle 25">
            <a:extLst>
              <a:ext uri="{FF2B5EF4-FFF2-40B4-BE49-F238E27FC236}">
                <a16:creationId xmlns:a16="http://schemas.microsoft.com/office/drawing/2014/main" id="{89AA025D-ACC2-8BE3-3531-ADBA5332DDF4}"/>
              </a:ext>
            </a:extLst>
          </p:cNvPr>
          <p:cNvSpPr/>
          <p:nvPr/>
        </p:nvSpPr>
        <p:spPr>
          <a:xfrm>
            <a:off x="4676500" y="3985801"/>
            <a:ext cx="1254901" cy="9405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r>
              <a:rPr lang="es-ES" sz="600" kern="1200">
                <a:solidFill>
                  <a:srgbClr val="000000"/>
                </a:solidFill>
                <a:latin typeface="Reddit Sans"/>
                <a:ea typeface="Reddit Sans"/>
              </a:rPr>
              <a:t>Equipos de la operación wave 1</a:t>
            </a:r>
          </a:p>
        </p:txBody>
      </p:sp>
      <p:sp>
        <p:nvSpPr>
          <p:cNvPr id="140" name="OTLSHAPE_TB_00000000000000000000000000000000_ScaleContainer">
            <a:extLst>
              <a:ext uri="{FF2B5EF4-FFF2-40B4-BE49-F238E27FC236}">
                <a16:creationId xmlns:a16="http://schemas.microsoft.com/office/drawing/2014/main" id="{4D62D34E-3794-458E-ABAD-31CA8C1D18B7}"/>
              </a:ext>
            </a:extLst>
          </p:cNvPr>
          <p:cNvSpPr/>
          <p:nvPr/>
        </p:nvSpPr>
        <p:spPr>
          <a:xfrm>
            <a:off x="1534595" y="1234653"/>
            <a:ext cx="6962150" cy="183417"/>
          </a:xfrm>
          <a:prstGeom prst="roundRect">
            <a:avLst>
              <a:gd name="adj" fmla="val 16667"/>
            </a:avLst>
          </a:prstGeom>
          <a:solidFill>
            <a:srgbClr val="44546A"/>
          </a:solidFill>
          <a:ln w="12700">
            <a:miter lim="400000"/>
          </a:ln>
        </p:spPr>
        <p:txBody>
          <a:bodyPr lIns="34289" rIns="3428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 sz="1013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10B432EA-1C9F-4EC7-E4B8-D3B837082F02}"/>
              </a:ext>
            </a:extLst>
          </p:cNvPr>
          <p:cNvSpPr txBox="1"/>
          <p:nvPr/>
        </p:nvSpPr>
        <p:spPr>
          <a:xfrm>
            <a:off x="4316186" y="1232804"/>
            <a:ext cx="1039586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800" b="1">
                <a:solidFill>
                  <a:srgbClr val="FFFFFF"/>
                </a:solidFill>
                <a:latin typeface="Reddit Sans"/>
              </a:rPr>
              <a:t>Q3</a:t>
            </a:r>
            <a:endParaRPr lang="es-ES" sz="800">
              <a:solidFill>
                <a:srgbClr val="FFFFFF"/>
              </a:solidFill>
            </a:endParaRP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76EF5295-96C4-926C-84C5-95FD93FA591B}"/>
              </a:ext>
            </a:extLst>
          </p:cNvPr>
          <p:cNvSpPr txBox="1"/>
          <p:nvPr/>
        </p:nvSpPr>
        <p:spPr>
          <a:xfrm>
            <a:off x="7538356" y="1232805"/>
            <a:ext cx="1039586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800" b="1">
                <a:solidFill>
                  <a:srgbClr val="FFFFFF"/>
                </a:solidFill>
                <a:latin typeface="Reddit Sans"/>
              </a:rPr>
              <a:t>Q4</a:t>
            </a:r>
            <a:endParaRPr lang="es-ES" sz="800">
              <a:solidFill>
                <a:srgbClr val="FFFFFF"/>
              </a:solidFill>
            </a:endParaRPr>
          </a:p>
        </p:txBody>
      </p:sp>
      <p:cxnSp>
        <p:nvCxnSpPr>
          <p:cNvPr id="141" name="Conector recto de flecha 140">
            <a:extLst>
              <a:ext uri="{FF2B5EF4-FFF2-40B4-BE49-F238E27FC236}">
                <a16:creationId xmlns:a16="http://schemas.microsoft.com/office/drawing/2014/main" id="{424CC519-BBF4-FA42-F777-459CCC693C13}"/>
              </a:ext>
            </a:extLst>
          </p:cNvPr>
          <p:cNvCxnSpPr/>
          <p:nvPr/>
        </p:nvCxnSpPr>
        <p:spPr>
          <a:xfrm>
            <a:off x="6934200" y="1242333"/>
            <a:ext cx="2177" cy="171448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CuadroTexto 147">
            <a:extLst>
              <a:ext uri="{FF2B5EF4-FFF2-40B4-BE49-F238E27FC236}">
                <a16:creationId xmlns:a16="http://schemas.microsoft.com/office/drawing/2014/main" id="{4775264B-67DF-405A-6101-AE5518412D5D}"/>
              </a:ext>
            </a:extLst>
          </p:cNvPr>
          <p:cNvSpPr txBox="1"/>
          <p:nvPr/>
        </p:nvSpPr>
        <p:spPr>
          <a:xfrm>
            <a:off x="2279195" y="1416503"/>
            <a:ext cx="751115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000">
                <a:solidFill>
                  <a:schemeClr val="bg2"/>
                </a:solidFill>
              </a:rPr>
              <a:t>Julio</a:t>
            </a:r>
          </a:p>
        </p:txBody>
      </p:sp>
      <p:sp>
        <p:nvSpPr>
          <p:cNvPr id="149" name="CuadroTexto 148">
            <a:extLst>
              <a:ext uri="{FF2B5EF4-FFF2-40B4-BE49-F238E27FC236}">
                <a16:creationId xmlns:a16="http://schemas.microsoft.com/office/drawing/2014/main" id="{DB455B26-C013-533E-9B69-0018318D53BB}"/>
              </a:ext>
            </a:extLst>
          </p:cNvPr>
          <p:cNvSpPr txBox="1"/>
          <p:nvPr/>
        </p:nvSpPr>
        <p:spPr>
          <a:xfrm>
            <a:off x="4026351" y="1421946"/>
            <a:ext cx="751115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000">
                <a:solidFill>
                  <a:schemeClr val="bg2"/>
                </a:solidFill>
              </a:rPr>
              <a:t>Agosto</a:t>
            </a:r>
          </a:p>
        </p:txBody>
      </p:sp>
      <p:sp>
        <p:nvSpPr>
          <p:cNvPr id="150" name="CuadroTexto 149">
            <a:extLst>
              <a:ext uri="{FF2B5EF4-FFF2-40B4-BE49-F238E27FC236}">
                <a16:creationId xmlns:a16="http://schemas.microsoft.com/office/drawing/2014/main" id="{83127475-4A1E-FC30-8FF4-FF4CB0FE1276}"/>
              </a:ext>
            </a:extLst>
          </p:cNvPr>
          <p:cNvSpPr txBox="1"/>
          <p:nvPr/>
        </p:nvSpPr>
        <p:spPr>
          <a:xfrm>
            <a:off x="5659207" y="1416503"/>
            <a:ext cx="1094015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000">
                <a:solidFill>
                  <a:schemeClr val="bg2"/>
                </a:solidFill>
              </a:rPr>
              <a:t>Septiembre</a:t>
            </a:r>
          </a:p>
        </p:txBody>
      </p:sp>
      <p:sp>
        <p:nvSpPr>
          <p:cNvPr id="151" name="CuadroTexto 150">
            <a:extLst>
              <a:ext uri="{FF2B5EF4-FFF2-40B4-BE49-F238E27FC236}">
                <a16:creationId xmlns:a16="http://schemas.microsoft.com/office/drawing/2014/main" id="{23F92958-03E3-48E4-ABF8-B161B4E7E99D}"/>
              </a:ext>
            </a:extLst>
          </p:cNvPr>
          <p:cNvSpPr txBox="1"/>
          <p:nvPr/>
        </p:nvSpPr>
        <p:spPr>
          <a:xfrm>
            <a:off x="7439023" y="1416503"/>
            <a:ext cx="821873" cy="251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000">
                <a:solidFill>
                  <a:schemeClr val="bg2"/>
                </a:solidFill>
              </a:rPr>
              <a:t>Octubre</a:t>
            </a:r>
          </a:p>
        </p:txBody>
      </p:sp>
      <p:cxnSp>
        <p:nvCxnSpPr>
          <p:cNvPr id="152" name="Conector recto de flecha 151">
            <a:extLst>
              <a:ext uri="{FF2B5EF4-FFF2-40B4-BE49-F238E27FC236}">
                <a16:creationId xmlns:a16="http://schemas.microsoft.com/office/drawing/2014/main" id="{3DCAA23E-04B7-F20D-CDAA-8E36F3814F35}"/>
              </a:ext>
            </a:extLst>
          </p:cNvPr>
          <p:cNvCxnSpPr/>
          <p:nvPr/>
        </p:nvCxnSpPr>
        <p:spPr>
          <a:xfrm>
            <a:off x="3363686" y="1449160"/>
            <a:ext cx="7620" cy="3367767"/>
          </a:xfrm>
          <a:prstGeom prst="straightConnector1">
            <a:avLst/>
          </a:prstGeom>
          <a:ln w="12700">
            <a:solidFill>
              <a:schemeClr val="bg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ector recto de flecha 152">
            <a:extLst>
              <a:ext uri="{FF2B5EF4-FFF2-40B4-BE49-F238E27FC236}">
                <a16:creationId xmlns:a16="http://schemas.microsoft.com/office/drawing/2014/main" id="{3C4D310E-DE01-6E94-DE7F-85ED2574567E}"/>
              </a:ext>
            </a:extLst>
          </p:cNvPr>
          <p:cNvCxnSpPr>
            <a:cxnSpLocks/>
          </p:cNvCxnSpPr>
          <p:nvPr/>
        </p:nvCxnSpPr>
        <p:spPr>
          <a:xfrm>
            <a:off x="5083628" y="1416502"/>
            <a:ext cx="7620" cy="3367767"/>
          </a:xfrm>
          <a:prstGeom prst="straightConnector1">
            <a:avLst/>
          </a:prstGeom>
          <a:ln w="12700">
            <a:solidFill>
              <a:schemeClr val="bg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recto de flecha 153">
            <a:extLst>
              <a:ext uri="{FF2B5EF4-FFF2-40B4-BE49-F238E27FC236}">
                <a16:creationId xmlns:a16="http://schemas.microsoft.com/office/drawing/2014/main" id="{94C2861A-81F4-1E62-DAC6-B6325FD369D9}"/>
              </a:ext>
            </a:extLst>
          </p:cNvPr>
          <p:cNvCxnSpPr>
            <a:cxnSpLocks/>
          </p:cNvCxnSpPr>
          <p:nvPr/>
        </p:nvCxnSpPr>
        <p:spPr>
          <a:xfrm>
            <a:off x="6950529" y="1432830"/>
            <a:ext cx="7620" cy="3367767"/>
          </a:xfrm>
          <a:prstGeom prst="straightConnector1">
            <a:avLst/>
          </a:prstGeom>
          <a:ln w="12700">
            <a:solidFill>
              <a:schemeClr val="bg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ector recto de flecha 154">
            <a:extLst>
              <a:ext uri="{FF2B5EF4-FFF2-40B4-BE49-F238E27FC236}">
                <a16:creationId xmlns:a16="http://schemas.microsoft.com/office/drawing/2014/main" id="{AB892158-E68C-874C-E15B-A40E40D8E5B1}"/>
              </a:ext>
            </a:extLst>
          </p:cNvPr>
          <p:cNvCxnSpPr/>
          <p:nvPr/>
        </p:nvCxnSpPr>
        <p:spPr>
          <a:xfrm flipV="1">
            <a:off x="1523999" y="2569028"/>
            <a:ext cx="6949622" cy="31751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ector recto de flecha 155">
            <a:extLst>
              <a:ext uri="{FF2B5EF4-FFF2-40B4-BE49-F238E27FC236}">
                <a16:creationId xmlns:a16="http://schemas.microsoft.com/office/drawing/2014/main" id="{629336BF-83C6-1FDF-8604-320CB4C9F9EC}"/>
              </a:ext>
            </a:extLst>
          </p:cNvPr>
          <p:cNvCxnSpPr>
            <a:cxnSpLocks/>
          </p:cNvCxnSpPr>
          <p:nvPr/>
        </p:nvCxnSpPr>
        <p:spPr>
          <a:xfrm flipV="1">
            <a:off x="1518556" y="3086099"/>
            <a:ext cx="6949622" cy="31751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ector recto de flecha 156">
            <a:extLst>
              <a:ext uri="{FF2B5EF4-FFF2-40B4-BE49-F238E27FC236}">
                <a16:creationId xmlns:a16="http://schemas.microsoft.com/office/drawing/2014/main" id="{1E2018A3-62EE-970D-B821-D3A2DB070167}"/>
              </a:ext>
            </a:extLst>
          </p:cNvPr>
          <p:cNvCxnSpPr>
            <a:cxnSpLocks/>
          </p:cNvCxnSpPr>
          <p:nvPr/>
        </p:nvCxnSpPr>
        <p:spPr>
          <a:xfrm flipV="1">
            <a:off x="1523998" y="3586841"/>
            <a:ext cx="6949622" cy="31751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ector recto de flecha 157">
            <a:extLst>
              <a:ext uri="{FF2B5EF4-FFF2-40B4-BE49-F238E27FC236}">
                <a16:creationId xmlns:a16="http://schemas.microsoft.com/office/drawing/2014/main" id="{5D54C481-8D29-2F15-8A8C-D54259A86D14}"/>
              </a:ext>
            </a:extLst>
          </p:cNvPr>
          <p:cNvCxnSpPr>
            <a:cxnSpLocks/>
          </p:cNvCxnSpPr>
          <p:nvPr/>
        </p:nvCxnSpPr>
        <p:spPr>
          <a:xfrm flipV="1">
            <a:off x="1562098" y="4109355"/>
            <a:ext cx="6949622" cy="31751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CuadroTexto 158">
            <a:extLst>
              <a:ext uri="{FF2B5EF4-FFF2-40B4-BE49-F238E27FC236}">
                <a16:creationId xmlns:a16="http://schemas.microsoft.com/office/drawing/2014/main" id="{FDBE4934-27B3-8AF2-9806-755794E991C9}"/>
              </a:ext>
            </a:extLst>
          </p:cNvPr>
          <p:cNvSpPr txBox="1"/>
          <p:nvPr/>
        </p:nvSpPr>
        <p:spPr>
          <a:xfrm>
            <a:off x="1475014" y="1592035"/>
            <a:ext cx="126274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 b="0" i="0" u="none" strike="noStrike" baseline="0">
                <a:solidFill>
                  <a:srgbClr val="000000"/>
                </a:solidFill>
                <a:latin typeface="Reddit Sans"/>
              </a:rPr>
              <a:t>Evaluar el nivel de madurez de las mesas de servicio</a:t>
            </a:r>
            <a:r>
              <a:rPr lang="es-ES" sz="600">
                <a:latin typeface="Reddit Sans"/>
              </a:rPr>
              <a:t> (ITIL v5)</a:t>
            </a:r>
            <a:endParaRPr lang="es-ES"/>
          </a:p>
        </p:txBody>
      </p:sp>
      <p:sp>
        <p:nvSpPr>
          <p:cNvPr id="160" name="Rounded Rectangle 21">
            <a:extLst>
              <a:ext uri="{FF2B5EF4-FFF2-40B4-BE49-F238E27FC236}">
                <a16:creationId xmlns:a16="http://schemas.microsoft.com/office/drawing/2014/main" id="{4CD09477-E38C-EE17-621C-734ED54B0F30}"/>
              </a:ext>
            </a:extLst>
          </p:cNvPr>
          <p:cNvSpPr/>
          <p:nvPr/>
        </p:nvSpPr>
        <p:spPr>
          <a:xfrm>
            <a:off x="1683903" y="2189658"/>
            <a:ext cx="845983" cy="88610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61" name="CuadroTexto 160">
            <a:extLst>
              <a:ext uri="{FF2B5EF4-FFF2-40B4-BE49-F238E27FC236}">
                <a16:creationId xmlns:a16="http://schemas.microsoft.com/office/drawing/2014/main" id="{23CEA72B-8F42-C6E5-CC5E-7DDBE220B673}"/>
              </a:ext>
            </a:extLst>
          </p:cNvPr>
          <p:cNvSpPr txBox="1"/>
          <p:nvPr/>
        </p:nvSpPr>
        <p:spPr>
          <a:xfrm>
            <a:off x="1485898" y="1918607"/>
            <a:ext cx="132261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</a:rPr>
              <a:t>Caracterizar las mesas de servicio (Tools, ANS, FTE, ...)</a:t>
            </a:r>
          </a:p>
        </p:txBody>
      </p:sp>
      <p:sp>
        <p:nvSpPr>
          <p:cNvPr id="162" name="Rounded Rectangle 21">
            <a:extLst>
              <a:ext uri="{FF2B5EF4-FFF2-40B4-BE49-F238E27FC236}">
                <a16:creationId xmlns:a16="http://schemas.microsoft.com/office/drawing/2014/main" id="{F5625070-A44A-26FA-CB75-DFA50D0F1E47}"/>
              </a:ext>
            </a:extLst>
          </p:cNvPr>
          <p:cNvSpPr/>
          <p:nvPr/>
        </p:nvSpPr>
        <p:spPr>
          <a:xfrm>
            <a:off x="1760102" y="2489015"/>
            <a:ext cx="845983" cy="88610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63" name="CuadroTexto 162">
            <a:extLst>
              <a:ext uri="{FF2B5EF4-FFF2-40B4-BE49-F238E27FC236}">
                <a16:creationId xmlns:a16="http://schemas.microsoft.com/office/drawing/2014/main" id="{A379B0E7-4465-0A6B-A743-F2DF6B6596A7}"/>
              </a:ext>
            </a:extLst>
          </p:cNvPr>
          <p:cNvSpPr txBox="1"/>
          <p:nvPr/>
        </p:nvSpPr>
        <p:spPr>
          <a:xfrm>
            <a:off x="1589314" y="2256063"/>
            <a:ext cx="1747157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</a:rPr>
              <a:t>Identificar costos actuales de la operación y costos de transición al servicio estandarizado</a:t>
            </a:r>
            <a:endParaRPr lang="es-ES" err="1"/>
          </a:p>
        </p:txBody>
      </p:sp>
      <p:sp>
        <p:nvSpPr>
          <p:cNvPr id="164" name="Rounded Rectangle 21">
            <a:extLst>
              <a:ext uri="{FF2B5EF4-FFF2-40B4-BE49-F238E27FC236}">
                <a16:creationId xmlns:a16="http://schemas.microsoft.com/office/drawing/2014/main" id="{AB6E717F-283D-DA6F-377A-7BA7C716D90D}"/>
              </a:ext>
            </a:extLst>
          </p:cNvPr>
          <p:cNvSpPr/>
          <p:nvPr/>
        </p:nvSpPr>
        <p:spPr>
          <a:xfrm>
            <a:off x="2685388" y="1922958"/>
            <a:ext cx="845983" cy="88610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65" name="CuadroTexto 164">
            <a:extLst>
              <a:ext uri="{FF2B5EF4-FFF2-40B4-BE49-F238E27FC236}">
                <a16:creationId xmlns:a16="http://schemas.microsoft.com/office/drawing/2014/main" id="{72F19235-8B32-8B77-8033-22BE696285D4}"/>
              </a:ext>
            </a:extLst>
          </p:cNvPr>
          <p:cNvSpPr txBox="1"/>
          <p:nvPr/>
        </p:nvSpPr>
        <p:spPr>
          <a:xfrm>
            <a:off x="2601685" y="1651906"/>
            <a:ext cx="126274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</a:rPr>
              <a:t>Definición </a:t>
            </a:r>
            <a:r>
              <a:rPr lang="es-ES" sz="600" err="1">
                <a:latin typeface="Reddit Sans"/>
              </a:rPr>
              <a:t>ini</a:t>
            </a:r>
            <a:r>
              <a:rPr lang="es-ES" sz="600">
                <a:latin typeface="Reddit Sans"/>
              </a:rPr>
              <a:t>cial del servicio estandarizado</a:t>
            </a:r>
            <a:endParaRPr lang="es-ES"/>
          </a:p>
        </p:txBody>
      </p:sp>
      <p:sp>
        <p:nvSpPr>
          <p:cNvPr id="166" name="Estrella: 5 puntas 165">
            <a:extLst>
              <a:ext uri="{FF2B5EF4-FFF2-40B4-BE49-F238E27FC236}">
                <a16:creationId xmlns:a16="http://schemas.microsoft.com/office/drawing/2014/main" id="{38A9D9DB-644D-7476-7D22-74E9613711EE}"/>
              </a:ext>
            </a:extLst>
          </p:cNvPr>
          <p:cNvSpPr/>
          <p:nvPr/>
        </p:nvSpPr>
        <p:spPr>
          <a:xfrm>
            <a:off x="2186940" y="1478279"/>
            <a:ext cx="97972" cy="114301"/>
          </a:xfrm>
          <a:prstGeom prst="star5">
            <a:avLst/>
          </a:prstGeom>
          <a:solidFill>
            <a:schemeClr val="accent6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7" name="Rounded Rectangle 21">
            <a:extLst>
              <a:ext uri="{FF2B5EF4-FFF2-40B4-BE49-F238E27FC236}">
                <a16:creationId xmlns:a16="http://schemas.microsoft.com/office/drawing/2014/main" id="{FE77458F-06C0-A05A-663F-A2913ABCE4CE}"/>
              </a:ext>
            </a:extLst>
          </p:cNvPr>
          <p:cNvSpPr/>
          <p:nvPr/>
        </p:nvSpPr>
        <p:spPr>
          <a:xfrm>
            <a:off x="2952089" y="2728499"/>
            <a:ext cx="2315552" cy="77726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68" name="CuadroTexto 167">
            <a:extLst>
              <a:ext uri="{FF2B5EF4-FFF2-40B4-BE49-F238E27FC236}">
                <a16:creationId xmlns:a16="http://schemas.microsoft.com/office/drawing/2014/main" id="{BC194BDD-543E-DE19-1B1B-F57E384A6594}"/>
              </a:ext>
            </a:extLst>
          </p:cNvPr>
          <p:cNvSpPr txBox="1"/>
          <p:nvPr/>
        </p:nvSpPr>
        <p:spPr>
          <a:xfrm>
            <a:off x="2939141" y="2462891"/>
            <a:ext cx="1937658" cy="27699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</a:rPr>
              <a:t>Rediseño y estandarización del servicio de mesas de servicios operación actual y nuevos clientes</a:t>
            </a:r>
            <a:endParaRPr lang="es-ES"/>
          </a:p>
        </p:txBody>
      </p:sp>
      <p:sp>
        <p:nvSpPr>
          <p:cNvPr id="171" name="Rounded Rectangle 21">
            <a:extLst>
              <a:ext uri="{FF2B5EF4-FFF2-40B4-BE49-F238E27FC236}">
                <a16:creationId xmlns:a16="http://schemas.microsoft.com/office/drawing/2014/main" id="{5AA448EF-F0A3-4DD8-5DCE-B892C81C46D9}"/>
              </a:ext>
            </a:extLst>
          </p:cNvPr>
          <p:cNvSpPr/>
          <p:nvPr/>
        </p:nvSpPr>
        <p:spPr>
          <a:xfrm>
            <a:off x="4133189" y="2984315"/>
            <a:ext cx="3137426" cy="83169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72" name="CuadroTexto 171">
            <a:extLst>
              <a:ext uri="{FF2B5EF4-FFF2-40B4-BE49-F238E27FC236}">
                <a16:creationId xmlns:a16="http://schemas.microsoft.com/office/drawing/2014/main" id="{E9FE6999-A6A7-E2E8-7379-1C52E53878E7}"/>
              </a:ext>
            </a:extLst>
          </p:cNvPr>
          <p:cNvSpPr txBox="1"/>
          <p:nvPr/>
        </p:nvSpPr>
        <p:spPr>
          <a:xfrm>
            <a:off x="4076697" y="2838446"/>
            <a:ext cx="3167744" cy="18466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</a:rPr>
              <a:t>Piloto herramientas/agentes </a:t>
            </a:r>
            <a:r>
              <a:rPr lang="es-ES" sz="600" err="1">
                <a:latin typeface="Reddit Sans"/>
              </a:rPr>
              <a:t>pa</a:t>
            </a:r>
            <a:r>
              <a:rPr lang="es-ES" sz="600">
                <a:latin typeface="Reddit Sans"/>
              </a:rPr>
              <a:t>ra las mesas de servicio (</a:t>
            </a:r>
            <a:r>
              <a:rPr lang="es-ES" sz="600" err="1">
                <a:latin typeface="Reddit Sans"/>
              </a:rPr>
              <a:t>reuso</a:t>
            </a:r>
            <a:r>
              <a:rPr lang="es-ES" sz="600">
                <a:latin typeface="Reddit Sans"/>
              </a:rPr>
              <a:t> o construcción nuevas)</a:t>
            </a:r>
            <a:endParaRPr lang="es-ES"/>
          </a:p>
        </p:txBody>
      </p:sp>
      <p:sp>
        <p:nvSpPr>
          <p:cNvPr id="173" name="Rounded Rectangle 21">
            <a:extLst>
              <a:ext uri="{FF2B5EF4-FFF2-40B4-BE49-F238E27FC236}">
                <a16:creationId xmlns:a16="http://schemas.microsoft.com/office/drawing/2014/main" id="{891BC76A-4C2F-3071-5AD9-7A5D38D13446}"/>
              </a:ext>
            </a:extLst>
          </p:cNvPr>
          <p:cNvSpPr/>
          <p:nvPr/>
        </p:nvSpPr>
        <p:spPr>
          <a:xfrm>
            <a:off x="5346944" y="2630530"/>
            <a:ext cx="1145341" cy="88610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74" name="Rounded Rectangle 21">
            <a:extLst>
              <a:ext uri="{FF2B5EF4-FFF2-40B4-BE49-F238E27FC236}">
                <a16:creationId xmlns:a16="http://schemas.microsoft.com/office/drawing/2014/main" id="{40BC8697-7EC2-FDD0-5975-6A6E6FED0E64}"/>
              </a:ext>
            </a:extLst>
          </p:cNvPr>
          <p:cNvSpPr/>
          <p:nvPr/>
        </p:nvSpPr>
        <p:spPr>
          <a:xfrm>
            <a:off x="7126762" y="159472"/>
            <a:ext cx="1390266" cy="104941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r>
              <a:rPr lang="es-ES" sz="600" kern="1200">
                <a:solidFill>
                  <a:srgbClr val="000000"/>
                </a:solidFill>
                <a:latin typeface="Reddit Sans"/>
                <a:ea typeface="Reddit Sans"/>
              </a:rPr>
              <a:t>Historias de Usuario (alto nivel)</a:t>
            </a:r>
            <a:endParaRPr lang="es-ES"/>
          </a:p>
        </p:txBody>
      </p:sp>
      <p:sp>
        <p:nvSpPr>
          <p:cNvPr id="175" name="CuadroTexto 174">
            <a:extLst>
              <a:ext uri="{FF2B5EF4-FFF2-40B4-BE49-F238E27FC236}">
                <a16:creationId xmlns:a16="http://schemas.microsoft.com/office/drawing/2014/main" id="{510278FA-4908-7510-D203-73B1B75C3C60}"/>
              </a:ext>
            </a:extLst>
          </p:cNvPr>
          <p:cNvSpPr txBox="1"/>
          <p:nvPr/>
        </p:nvSpPr>
        <p:spPr>
          <a:xfrm>
            <a:off x="5268685" y="2397576"/>
            <a:ext cx="1431473" cy="27699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</a:rPr>
              <a:t>Piloto </a:t>
            </a:r>
            <a:r>
              <a:rPr lang="es-ES" sz="600" err="1">
                <a:latin typeface="Reddit Sans"/>
              </a:rPr>
              <a:t>dashboards</a:t>
            </a:r>
            <a:r>
              <a:rPr lang="es-ES" sz="600">
                <a:latin typeface="Reddit Sans"/>
              </a:rPr>
              <a:t> ejecutivos internos PersonalSoft</a:t>
            </a:r>
            <a:endParaRPr lang="es-ES" err="1"/>
          </a:p>
        </p:txBody>
      </p:sp>
      <p:sp>
        <p:nvSpPr>
          <p:cNvPr id="177" name="TextBox 14">
            <a:extLst>
              <a:ext uri="{FF2B5EF4-FFF2-40B4-BE49-F238E27FC236}">
                <a16:creationId xmlns:a16="http://schemas.microsoft.com/office/drawing/2014/main" id="{DB9A8AC7-82C2-010D-642A-05795CD26E1F}"/>
              </a:ext>
            </a:extLst>
          </p:cNvPr>
          <p:cNvSpPr txBox="1"/>
          <p:nvPr/>
        </p:nvSpPr>
        <p:spPr>
          <a:xfrm>
            <a:off x="8078392" y="1528900"/>
            <a:ext cx="709065" cy="3286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342900">
              <a:buClrTx/>
              <a:defRPr sz="1000">
                <a:solidFill>
                  <a:srgbClr val="005DAA"/>
                </a:solidFill>
              </a:defRPr>
            </a:pPr>
            <a:r>
              <a:rPr sz="750" kern="1200">
                <a:solidFill>
                  <a:srgbClr val="005DAA"/>
                </a:solidFill>
                <a:latin typeface="Reddit Sans"/>
                <a:ea typeface="Reddit Sans"/>
                <a:cs typeface="+mn-cs"/>
              </a:rPr>
              <a:t>◆ </a:t>
            </a:r>
            <a:r>
              <a:rPr lang="es-ES" sz="750" kern="1200">
                <a:solidFill>
                  <a:srgbClr val="005DAA"/>
                </a:solidFill>
                <a:latin typeface="Reddit Sans"/>
                <a:ea typeface="Reddit Sans"/>
                <a:cs typeface="+mn-cs"/>
              </a:rPr>
              <a:t>Wave 2ª</a:t>
            </a:r>
            <a:r>
              <a:rPr sz="750" kern="1200">
                <a:solidFill>
                  <a:srgbClr val="005DAA"/>
                </a:solidFill>
                <a:latin typeface="Reddit Sans"/>
                <a:ea typeface="Reddit Sans"/>
                <a:cs typeface="+mn-cs"/>
              </a:rPr>
              <a:t> Transición</a:t>
            </a:r>
            <a:endParaRPr lang="es-ES" sz="750" kern="1200">
              <a:solidFill>
                <a:srgbClr val="005DAA"/>
              </a:solidFill>
              <a:latin typeface="Reddit Sans"/>
              <a:ea typeface="Reddit Sans"/>
              <a:cs typeface="+mn-cs"/>
            </a:endParaRPr>
          </a:p>
        </p:txBody>
      </p:sp>
      <p:sp>
        <p:nvSpPr>
          <p:cNvPr id="178" name="Rounded Rectangle 21">
            <a:extLst>
              <a:ext uri="{FF2B5EF4-FFF2-40B4-BE49-F238E27FC236}">
                <a16:creationId xmlns:a16="http://schemas.microsoft.com/office/drawing/2014/main" id="{E2AA5A9D-22D0-3A10-B9C4-093CEFEACE2B}"/>
              </a:ext>
            </a:extLst>
          </p:cNvPr>
          <p:cNvSpPr/>
          <p:nvPr/>
        </p:nvSpPr>
        <p:spPr>
          <a:xfrm>
            <a:off x="3409288" y="3729986"/>
            <a:ext cx="437769" cy="83168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80" name="CuadroTexto 179">
            <a:extLst>
              <a:ext uri="{FF2B5EF4-FFF2-40B4-BE49-F238E27FC236}">
                <a16:creationId xmlns:a16="http://schemas.microsoft.com/office/drawing/2014/main" id="{E451BAF3-B5C4-E221-DC3C-F6D781574CA8}"/>
              </a:ext>
            </a:extLst>
          </p:cNvPr>
          <p:cNvSpPr txBox="1"/>
          <p:nvPr/>
        </p:nvSpPr>
        <p:spPr>
          <a:xfrm>
            <a:off x="3336471" y="3567791"/>
            <a:ext cx="58782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</a:rPr>
              <a:t>Priorizar las mesas</a:t>
            </a:r>
          </a:p>
        </p:txBody>
      </p:sp>
      <p:sp>
        <p:nvSpPr>
          <p:cNvPr id="181" name="Rounded Rectangle 21">
            <a:extLst>
              <a:ext uri="{FF2B5EF4-FFF2-40B4-BE49-F238E27FC236}">
                <a16:creationId xmlns:a16="http://schemas.microsoft.com/office/drawing/2014/main" id="{15FA741A-E940-6E97-15B5-7C4C823EEF99}"/>
              </a:ext>
            </a:extLst>
          </p:cNvPr>
          <p:cNvSpPr/>
          <p:nvPr/>
        </p:nvSpPr>
        <p:spPr>
          <a:xfrm>
            <a:off x="3910029" y="3729986"/>
            <a:ext cx="437769" cy="83168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82" name="CuadroTexto 181">
            <a:extLst>
              <a:ext uri="{FF2B5EF4-FFF2-40B4-BE49-F238E27FC236}">
                <a16:creationId xmlns:a16="http://schemas.microsoft.com/office/drawing/2014/main" id="{DC2B6ADF-0848-643D-DBF6-0201E25A007D}"/>
              </a:ext>
            </a:extLst>
          </p:cNvPr>
          <p:cNvSpPr txBox="1"/>
          <p:nvPr/>
        </p:nvSpPr>
        <p:spPr>
          <a:xfrm>
            <a:off x="3848098" y="3567792"/>
            <a:ext cx="102870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</a:rPr>
              <a:t>Crear Plan de Transición mesas actuales</a:t>
            </a:r>
            <a:endParaRPr lang="es-ES"/>
          </a:p>
        </p:txBody>
      </p:sp>
      <p:sp>
        <p:nvSpPr>
          <p:cNvPr id="185" name="Rounded Rectangle 25">
            <a:extLst>
              <a:ext uri="{FF2B5EF4-FFF2-40B4-BE49-F238E27FC236}">
                <a16:creationId xmlns:a16="http://schemas.microsoft.com/office/drawing/2014/main" id="{32B49168-0274-3E40-263F-6ECCBD77DB41}"/>
              </a:ext>
            </a:extLst>
          </p:cNvPr>
          <p:cNvSpPr/>
          <p:nvPr/>
        </p:nvSpPr>
        <p:spPr>
          <a:xfrm>
            <a:off x="3631467" y="3985801"/>
            <a:ext cx="1048077" cy="831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7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86" name="Rounded Rectangle 21">
            <a:extLst>
              <a:ext uri="{FF2B5EF4-FFF2-40B4-BE49-F238E27FC236}">
                <a16:creationId xmlns:a16="http://schemas.microsoft.com/office/drawing/2014/main" id="{C2B6B279-8305-CE42-86A5-4A577DCCAD64}"/>
              </a:ext>
            </a:extLst>
          </p:cNvPr>
          <p:cNvSpPr/>
          <p:nvPr/>
        </p:nvSpPr>
        <p:spPr>
          <a:xfrm>
            <a:off x="7121319" y="311873"/>
            <a:ext cx="1395709" cy="10494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r>
              <a:rPr lang="es-ES" sz="600" kern="1200">
                <a:solidFill>
                  <a:srgbClr val="000000"/>
                </a:solidFill>
                <a:latin typeface="Reddit Sans"/>
                <a:ea typeface="Reddit Sans"/>
              </a:rPr>
              <a:t>Validación y </a:t>
            </a:r>
            <a:r>
              <a:rPr lang="es-ES" sz="600" kern="1200" err="1">
                <a:solidFill>
                  <a:srgbClr val="000000"/>
                </a:solidFill>
                <a:latin typeface="Reddit Sans"/>
                <a:ea typeface="Reddit Sans"/>
              </a:rPr>
              <a:t>feedback</a:t>
            </a:r>
            <a:r>
              <a:rPr lang="es-ES" sz="600" kern="1200">
                <a:solidFill>
                  <a:srgbClr val="000000"/>
                </a:solidFill>
                <a:latin typeface="Reddit Sans"/>
                <a:ea typeface="Reddit Sans"/>
              </a:rPr>
              <a:t> del </a:t>
            </a:r>
            <a:r>
              <a:rPr lang="es-ES" sz="600" kern="1200" err="1">
                <a:solidFill>
                  <a:srgbClr val="000000"/>
                </a:solidFill>
                <a:latin typeface="Reddit Sans"/>
                <a:ea typeface="Reddit Sans"/>
              </a:rPr>
              <a:t>serv</a:t>
            </a:r>
            <a:r>
              <a:rPr lang="es-ES" sz="600" kern="1200">
                <a:solidFill>
                  <a:srgbClr val="000000"/>
                </a:solidFill>
                <a:latin typeface="Reddit Sans"/>
                <a:ea typeface="Reddit Sans"/>
              </a:rPr>
              <a:t>icio</a:t>
            </a:r>
            <a:endParaRPr lang="es-ES"/>
          </a:p>
        </p:txBody>
      </p:sp>
      <p:sp>
        <p:nvSpPr>
          <p:cNvPr id="187" name="Rounded Rectangle 21">
            <a:extLst>
              <a:ext uri="{FF2B5EF4-FFF2-40B4-BE49-F238E27FC236}">
                <a16:creationId xmlns:a16="http://schemas.microsoft.com/office/drawing/2014/main" id="{D5B128C5-B672-C7F9-4B8C-6FB231567AE3}"/>
              </a:ext>
            </a:extLst>
          </p:cNvPr>
          <p:cNvSpPr/>
          <p:nvPr/>
        </p:nvSpPr>
        <p:spPr>
          <a:xfrm>
            <a:off x="7132205" y="475158"/>
            <a:ext cx="1390265" cy="10494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r>
              <a:rPr lang="es-ES" sz="600" kern="1200">
                <a:solidFill>
                  <a:srgbClr val="000000"/>
                </a:solidFill>
                <a:latin typeface="Reddit Sans"/>
                <a:ea typeface="Reddit Sans"/>
              </a:rPr>
              <a:t>Habilitaciones equipos</a:t>
            </a:r>
          </a:p>
        </p:txBody>
      </p:sp>
      <p:sp>
        <p:nvSpPr>
          <p:cNvPr id="188" name="Estrella: 5 puntas 187">
            <a:extLst>
              <a:ext uri="{FF2B5EF4-FFF2-40B4-BE49-F238E27FC236}">
                <a16:creationId xmlns:a16="http://schemas.microsoft.com/office/drawing/2014/main" id="{F8F76A08-F447-06F6-00FD-A17E3DF374CA}"/>
              </a:ext>
            </a:extLst>
          </p:cNvPr>
          <p:cNvSpPr/>
          <p:nvPr/>
        </p:nvSpPr>
        <p:spPr>
          <a:xfrm>
            <a:off x="7074626" y="1478279"/>
            <a:ext cx="97972" cy="114301"/>
          </a:xfrm>
          <a:prstGeom prst="star5">
            <a:avLst/>
          </a:prstGeom>
          <a:solidFill>
            <a:srgbClr val="7030A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9" name="CuadroTexto 188">
            <a:extLst>
              <a:ext uri="{FF2B5EF4-FFF2-40B4-BE49-F238E27FC236}">
                <a16:creationId xmlns:a16="http://schemas.microsoft.com/office/drawing/2014/main" id="{DA53FA94-1164-92A0-D3E8-C53C805AA8AD}"/>
              </a:ext>
            </a:extLst>
          </p:cNvPr>
          <p:cNvSpPr txBox="1"/>
          <p:nvPr/>
        </p:nvSpPr>
        <p:spPr>
          <a:xfrm>
            <a:off x="3488870" y="3801836"/>
            <a:ext cx="130628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</a:rPr>
              <a:t>Validación y </a:t>
            </a:r>
            <a:r>
              <a:rPr lang="es-ES" sz="600" err="1">
                <a:latin typeface="Reddit Sans"/>
              </a:rPr>
              <a:t>feedback</a:t>
            </a:r>
            <a:r>
              <a:rPr lang="es-ES" sz="600">
                <a:latin typeface="Reddit Sans"/>
              </a:rPr>
              <a:t> del servicio con comercial y la operación</a:t>
            </a:r>
            <a:endParaRPr lang="es-ES"/>
          </a:p>
        </p:txBody>
      </p:sp>
      <p:sp>
        <p:nvSpPr>
          <p:cNvPr id="191" name="Rounded Rectangle 25">
            <a:extLst>
              <a:ext uri="{FF2B5EF4-FFF2-40B4-BE49-F238E27FC236}">
                <a16:creationId xmlns:a16="http://schemas.microsoft.com/office/drawing/2014/main" id="{66139D7D-2607-7644-D34B-609C0AF5FBAD}"/>
              </a:ext>
            </a:extLst>
          </p:cNvPr>
          <p:cNvSpPr/>
          <p:nvPr/>
        </p:nvSpPr>
        <p:spPr>
          <a:xfrm>
            <a:off x="4681941" y="3838845"/>
            <a:ext cx="1009976" cy="9405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r>
              <a:rPr lang="es-ES" sz="600" kern="1200">
                <a:solidFill>
                  <a:srgbClr val="000000"/>
                </a:solidFill>
                <a:latin typeface="Reddit Sans"/>
                <a:ea typeface="Reddit Sans"/>
              </a:rPr>
              <a:t>Equipos cliente wave 1</a:t>
            </a:r>
          </a:p>
        </p:txBody>
      </p:sp>
      <p:sp>
        <p:nvSpPr>
          <p:cNvPr id="192" name="Rounded Rectangle 21">
            <a:extLst>
              <a:ext uri="{FF2B5EF4-FFF2-40B4-BE49-F238E27FC236}">
                <a16:creationId xmlns:a16="http://schemas.microsoft.com/office/drawing/2014/main" id="{1FC565A4-3505-DA58-C84A-9AD58B006C87}"/>
              </a:ext>
            </a:extLst>
          </p:cNvPr>
          <p:cNvSpPr/>
          <p:nvPr/>
        </p:nvSpPr>
        <p:spPr>
          <a:xfrm>
            <a:off x="5118344" y="3294557"/>
            <a:ext cx="818769" cy="77726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93" name="CuadroTexto 192">
            <a:extLst>
              <a:ext uri="{FF2B5EF4-FFF2-40B4-BE49-F238E27FC236}">
                <a16:creationId xmlns:a16="http://schemas.microsoft.com/office/drawing/2014/main" id="{69C0F964-3CFE-1B90-9F50-042CB36139F4}"/>
              </a:ext>
            </a:extLst>
          </p:cNvPr>
          <p:cNvSpPr txBox="1"/>
          <p:nvPr/>
        </p:nvSpPr>
        <p:spPr>
          <a:xfrm>
            <a:off x="5034641" y="3126916"/>
            <a:ext cx="1208316" cy="27699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</a:rPr>
              <a:t>Seleccionar herramientas (</a:t>
            </a:r>
            <a:r>
              <a:rPr lang="es-ES" sz="600" err="1">
                <a:latin typeface="Reddit Sans"/>
              </a:rPr>
              <a:t>helpdesk</a:t>
            </a:r>
            <a:r>
              <a:rPr lang="es-ES" sz="600">
                <a:latin typeface="Reddit Sans"/>
              </a:rPr>
              <a:t> y operación)</a:t>
            </a:r>
            <a:endParaRPr lang="es-ES"/>
          </a:p>
        </p:txBody>
      </p:sp>
      <p:sp>
        <p:nvSpPr>
          <p:cNvPr id="194" name="Rounded Rectangle 21">
            <a:extLst>
              <a:ext uri="{FF2B5EF4-FFF2-40B4-BE49-F238E27FC236}">
                <a16:creationId xmlns:a16="http://schemas.microsoft.com/office/drawing/2014/main" id="{DAA21406-89E2-459A-4A5A-DDECF6872EE9}"/>
              </a:ext>
            </a:extLst>
          </p:cNvPr>
          <p:cNvSpPr/>
          <p:nvPr/>
        </p:nvSpPr>
        <p:spPr>
          <a:xfrm>
            <a:off x="5112901" y="3534041"/>
            <a:ext cx="1798482" cy="77726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95" name="CuadroTexto 194">
            <a:extLst>
              <a:ext uri="{FF2B5EF4-FFF2-40B4-BE49-F238E27FC236}">
                <a16:creationId xmlns:a16="http://schemas.microsoft.com/office/drawing/2014/main" id="{08D72159-319B-C816-9563-22D50CE9EB72}"/>
              </a:ext>
            </a:extLst>
          </p:cNvPr>
          <p:cNvSpPr txBox="1"/>
          <p:nvPr/>
        </p:nvSpPr>
        <p:spPr>
          <a:xfrm>
            <a:off x="5034641" y="3399063"/>
            <a:ext cx="1741715" cy="28788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</a:rPr>
              <a:t>Diseñarla calculadora del servicio (plantilla de estimación)</a:t>
            </a:r>
          </a:p>
        </p:txBody>
      </p:sp>
      <p:sp>
        <p:nvSpPr>
          <p:cNvPr id="196" name="Estrella: 5 puntas 195">
            <a:extLst>
              <a:ext uri="{FF2B5EF4-FFF2-40B4-BE49-F238E27FC236}">
                <a16:creationId xmlns:a16="http://schemas.microsoft.com/office/drawing/2014/main" id="{345742A8-1631-D27D-8C78-D70987FD74A9}"/>
              </a:ext>
            </a:extLst>
          </p:cNvPr>
          <p:cNvSpPr/>
          <p:nvPr/>
        </p:nvSpPr>
        <p:spPr>
          <a:xfrm>
            <a:off x="8310155" y="1434736"/>
            <a:ext cx="97972" cy="114301"/>
          </a:xfrm>
          <a:prstGeom prst="star5">
            <a:avLst/>
          </a:prstGeom>
          <a:solidFill>
            <a:srgbClr val="92D05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7" name="Estrella: 5 puntas 196">
            <a:extLst>
              <a:ext uri="{FF2B5EF4-FFF2-40B4-BE49-F238E27FC236}">
                <a16:creationId xmlns:a16="http://schemas.microsoft.com/office/drawing/2014/main" id="{8CA14C9F-39C7-1063-9EFF-6685956A8DE9}"/>
              </a:ext>
            </a:extLst>
          </p:cNvPr>
          <p:cNvSpPr/>
          <p:nvPr/>
        </p:nvSpPr>
        <p:spPr>
          <a:xfrm>
            <a:off x="5458097" y="536664"/>
            <a:ext cx="97972" cy="114301"/>
          </a:xfrm>
          <a:prstGeom prst="star5">
            <a:avLst/>
          </a:prstGeom>
          <a:solidFill>
            <a:srgbClr val="92D05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8" name="CuadroTexto 197">
            <a:extLst>
              <a:ext uri="{FF2B5EF4-FFF2-40B4-BE49-F238E27FC236}">
                <a16:creationId xmlns:a16="http://schemas.microsoft.com/office/drawing/2014/main" id="{78FAB60E-601B-0A3C-2095-2B4DD2724FB6}"/>
              </a:ext>
            </a:extLst>
          </p:cNvPr>
          <p:cNvSpPr txBox="1"/>
          <p:nvPr/>
        </p:nvSpPr>
        <p:spPr>
          <a:xfrm>
            <a:off x="5589816" y="481146"/>
            <a:ext cx="1605640" cy="2000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700"/>
              <a:t>Lanzamiento diferencial del servicio</a:t>
            </a:r>
          </a:p>
        </p:txBody>
      </p:sp>
      <p:sp>
        <p:nvSpPr>
          <p:cNvPr id="199" name="Rounded Rectangle 21">
            <a:extLst>
              <a:ext uri="{FF2B5EF4-FFF2-40B4-BE49-F238E27FC236}">
                <a16:creationId xmlns:a16="http://schemas.microsoft.com/office/drawing/2014/main" id="{48978DE4-B3E0-0B34-EF8D-C00F491B9C54}"/>
              </a:ext>
            </a:extLst>
          </p:cNvPr>
          <p:cNvSpPr/>
          <p:nvPr/>
        </p:nvSpPr>
        <p:spPr>
          <a:xfrm>
            <a:off x="6038187" y="3147603"/>
            <a:ext cx="2462509" cy="83169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200" name="CuadroTexto 199">
            <a:extLst>
              <a:ext uri="{FF2B5EF4-FFF2-40B4-BE49-F238E27FC236}">
                <a16:creationId xmlns:a16="http://schemas.microsoft.com/office/drawing/2014/main" id="{B6201EDC-CC68-5DD5-5D2C-5382B78A97E6}"/>
              </a:ext>
            </a:extLst>
          </p:cNvPr>
          <p:cNvSpPr txBox="1"/>
          <p:nvPr/>
        </p:nvSpPr>
        <p:spPr>
          <a:xfrm>
            <a:off x="5987139" y="3023501"/>
            <a:ext cx="1779816" cy="27699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</a:rPr>
              <a:t>Crear colaterales nuevo para el equipo comercial</a:t>
            </a:r>
            <a:endParaRPr lang="es-ES"/>
          </a:p>
        </p:txBody>
      </p:sp>
      <p:sp>
        <p:nvSpPr>
          <p:cNvPr id="204" name="Rounded Rectangle 21">
            <a:extLst>
              <a:ext uri="{FF2B5EF4-FFF2-40B4-BE49-F238E27FC236}">
                <a16:creationId xmlns:a16="http://schemas.microsoft.com/office/drawing/2014/main" id="{A5943974-5799-F84A-1E6E-4C5D982EC9A5}"/>
              </a:ext>
            </a:extLst>
          </p:cNvPr>
          <p:cNvSpPr/>
          <p:nvPr/>
        </p:nvSpPr>
        <p:spPr>
          <a:xfrm>
            <a:off x="7066890" y="4252501"/>
            <a:ext cx="1450137" cy="8861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r>
              <a:rPr lang="es-ES" sz="600" kern="1200">
                <a:solidFill>
                  <a:srgbClr val="000000"/>
                </a:solidFill>
                <a:latin typeface="Reddit Sans"/>
                <a:ea typeface="Reddit Sans"/>
              </a:rPr>
              <a:t>Validación y  evolución del servicio</a:t>
            </a:r>
            <a:endParaRPr lang="es-ES"/>
          </a:p>
        </p:txBody>
      </p:sp>
      <p:sp>
        <p:nvSpPr>
          <p:cNvPr id="205" name="Rounded Rectangle 21">
            <a:extLst>
              <a:ext uri="{FF2B5EF4-FFF2-40B4-BE49-F238E27FC236}">
                <a16:creationId xmlns:a16="http://schemas.microsoft.com/office/drawing/2014/main" id="{B9738A09-EF12-CD41-21D1-CC5398A921D7}"/>
              </a:ext>
            </a:extLst>
          </p:cNvPr>
          <p:cNvSpPr/>
          <p:nvPr/>
        </p:nvSpPr>
        <p:spPr>
          <a:xfrm>
            <a:off x="6299444" y="3365312"/>
            <a:ext cx="2174039" cy="77725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206" name="CuadroTexto 205">
            <a:extLst>
              <a:ext uri="{FF2B5EF4-FFF2-40B4-BE49-F238E27FC236}">
                <a16:creationId xmlns:a16="http://schemas.microsoft.com/office/drawing/2014/main" id="{EAB8AC16-1A75-B07B-67E5-8D9032D8199F}"/>
              </a:ext>
            </a:extLst>
          </p:cNvPr>
          <p:cNvSpPr txBox="1"/>
          <p:nvPr/>
        </p:nvSpPr>
        <p:spPr>
          <a:xfrm>
            <a:off x="6264726" y="3214003"/>
            <a:ext cx="2046516" cy="27699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</a:rPr>
              <a:t>Crear colaterales nuevos para el equipo de la operación</a:t>
            </a:r>
            <a:endParaRPr lang="es-ES"/>
          </a:p>
        </p:txBody>
      </p:sp>
      <p:sp>
        <p:nvSpPr>
          <p:cNvPr id="207" name="Rounded Rectangle 21">
            <a:extLst>
              <a:ext uri="{FF2B5EF4-FFF2-40B4-BE49-F238E27FC236}">
                <a16:creationId xmlns:a16="http://schemas.microsoft.com/office/drawing/2014/main" id="{9EC06F50-C9B0-C182-6C30-B084237CFC3F}"/>
              </a:ext>
            </a:extLst>
          </p:cNvPr>
          <p:cNvSpPr/>
          <p:nvPr/>
        </p:nvSpPr>
        <p:spPr>
          <a:xfrm>
            <a:off x="7611172" y="3512268"/>
            <a:ext cx="911297" cy="88612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BD3B7044-81A8-6135-06D6-F5AE7632D3C3}"/>
              </a:ext>
            </a:extLst>
          </p:cNvPr>
          <p:cNvSpPr txBox="1"/>
          <p:nvPr/>
        </p:nvSpPr>
        <p:spPr>
          <a:xfrm>
            <a:off x="7603671" y="3366401"/>
            <a:ext cx="1540327" cy="28788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</a:rPr>
              <a:t>Inicio actualización del servicio en la herramienta de procesos</a:t>
            </a:r>
            <a:endParaRPr lang="es-ES" err="1"/>
          </a:p>
        </p:txBody>
      </p:sp>
      <p:sp>
        <p:nvSpPr>
          <p:cNvPr id="210" name="Rounded Rectangle 25">
            <a:extLst>
              <a:ext uri="{FF2B5EF4-FFF2-40B4-BE49-F238E27FC236}">
                <a16:creationId xmlns:a16="http://schemas.microsoft.com/office/drawing/2014/main" id="{48BA21B8-BFDD-F15E-4383-2279F41541CA}"/>
              </a:ext>
            </a:extLst>
          </p:cNvPr>
          <p:cNvSpPr/>
          <p:nvPr/>
        </p:nvSpPr>
        <p:spPr>
          <a:xfrm>
            <a:off x="7093126" y="3838845"/>
            <a:ext cx="1009976" cy="9405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r>
              <a:rPr lang="es-ES" sz="600" kern="1200">
                <a:solidFill>
                  <a:srgbClr val="000000"/>
                </a:solidFill>
                <a:latin typeface="Reddit Sans"/>
                <a:ea typeface="Reddit Sans"/>
              </a:rPr>
              <a:t>Equipos cliente wave 2</a:t>
            </a:r>
          </a:p>
        </p:txBody>
      </p:sp>
      <p:sp>
        <p:nvSpPr>
          <p:cNvPr id="211" name="Rounded Rectangle 25">
            <a:extLst>
              <a:ext uri="{FF2B5EF4-FFF2-40B4-BE49-F238E27FC236}">
                <a16:creationId xmlns:a16="http://schemas.microsoft.com/office/drawing/2014/main" id="{1B6AE260-61CA-AA80-3B00-3F546B8BF826}"/>
              </a:ext>
            </a:extLst>
          </p:cNvPr>
          <p:cNvSpPr/>
          <p:nvPr/>
        </p:nvSpPr>
        <p:spPr>
          <a:xfrm>
            <a:off x="7060470" y="3985800"/>
            <a:ext cx="1293001" cy="9405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r>
              <a:rPr lang="es-ES" sz="600" kern="1200">
                <a:solidFill>
                  <a:srgbClr val="000000"/>
                </a:solidFill>
                <a:latin typeface="Reddit Sans"/>
                <a:ea typeface="Reddit Sans"/>
              </a:rPr>
              <a:t>Equipos de la operación wave 2</a:t>
            </a:r>
          </a:p>
        </p:txBody>
      </p:sp>
      <p:sp>
        <p:nvSpPr>
          <p:cNvPr id="3" name="Estrella: 5 puntas 2">
            <a:extLst>
              <a:ext uri="{FF2B5EF4-FFF2-40B4-BE49-F238E27FC236}">
                <a16:creationId xmlns:a16="http://schemas.microsoft.com/office/drawing/2014/main" id="{DB14376C-3161-23CF-ACD5-56D60B8F507C}"/>
              </a:ext>
            </a:extLst>
          </p:cNvPr>
          <p:cNvSpPr/>
          <p:nvPr/>
        </p:nvSpPr>
        <p:spPr>
          <a:xfrm>
            <a:off x="4919253" y="1451064"/>
            <a:ext cx="97972" cy="114301"/>
          </a:xfrm>
          <a:prstGeom prst="star5">
            <a:avLst/>
          </a:prstGeom>
          <a:solidFill>
            <a:srgbClr val="92D05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Estrella: 5 puntas 3">
            <a:extLst>
              <a:ext uri="{FF2B5EF4-FFF2-40B4-BE49-F238E27FC236}">
                <a16:creationId xmlns:a16="http://schemas.microsoft.com/office/drawing/2014/main" id="{99DF5D9D-28AF-64CF-DE50-4E59BB2DBA3A}"/>
              </a:ext>
            </a:extLst>
          </p:cNvPr>
          <p:cNvSpPr/>
          <p:nvPr/>
        </p:nvSpPr>
        <p:spPr>
          <a:xfrm>
            <a:off x="6780710" y="1451064"/>
            <a:ext cx="97972" cy="114301"/>
          </a:xfrm>
          <a:prstGeom prst="star5">
            <a:avLst/>
          </a:prstGeom>
          <a:solidFill>
            <a:srgbClr val="92D05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5F327D-4348-70E7-13D6-32A2BAE2F8BE}"/>
              </a:ext>
            </a:extLst>
          </p:cNvPr>
          <p:cNvSpPr txBox="1"/>
          <p:nvPr/>
        </p:nvSpPr>
        <p:spPr>
          <a:xfrm>
            <a:off x="332015" y="884464"/>
            <a:ext cx="4572000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600" b="1" i="0" u="none" strike="noStrike" baseline="0">
                <a:solidFill>
                  <a:srgbClr val="0E337C"/>
                </a:solidFill>
                <a:latin typeface="Reddit Sans"/>
              </a:rPr>
              <a:t>Entregables</a:t>
            </a:r>
            <a:endParaRPr lang="es-ES"/>
          </a:p>
          <a:p>
            <a:pPr algn="ctr"/>
            <a:endParaRPr lang="es-ES"/>
          </a:p>
        </p:txBody>
      </p:sp>
      <p:cxnSp>
        <p:nvCxnSpPr>
          <p:cNvPr id="7" name="Google Shape;179;g3657f5ba65c_1_33">
            <a:extLst>
              <a:ext uri="{FF2B5EF4-FFF2-40B4-BE49-F238E27FC236}">
                <a16:creationId xmlns:a16="http://schemas.microsoft.com/office/drawing/2014/main" id="{F4156A76-728E-D91D-CFF1-BF69AF932F73}"/>
              </a:ext>
            </a:extLst>
          </p:cNvPr>
          <p:cNvCxnSpPr/>
          <p:nvPr/>
        </p:nvCxnSpPr>
        <p:spPr>
          <a:xfrm rot="10800000" flipH="1">
            <a:off x="394425" y="824004"/>
            <a:ext cx="8103300" cy="28800"/>
          </a:xfrm>
          <a:prstGeom prst="straightConnector1">
            <a:avLst/>
          </a:prstGeom>
          <a:noFill/>
          <a:ln w="19050" cap="flat" cmpd="sng">
            <a:solidFill>
              <a:srgbClr val="0E33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76;g3657f5ba65c_1_33">
            <a:extLst>
              <a:ext uri="{FF2B5EF4-FFF2-40B4-BE49-F238E27FC236}">
                <a16:creationId xmlns:a16="http://schemas.microsoft.com/office/drawing/2014/main" id="{E1A0AA3D-88E5-3D13-D465-B35D6F9C45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9690" y="156554"/>
            <a:ext cx="5554885" cy="6162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s-ES"/>
              <a:t>Roadmap Mesa de Servicios de Nueva Generación</a:t>
            </a:r>
            <a:br>
              <a:rPr lang="es-ES"/>
            </a:br>
            <a:r>
              <a:rPr lang="es-ES" sz="1400" b="0"/>
              <a:t>Modelos de Transición</a:t>
            </a:r>
            <a:endParaRPr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3FA27DD-8793-A77E-F267-901278F387A3}"/>
              </a:ext>
            </a:extLst>
          </p:cNvPr>
          <p:cNvSpPr txBox="1"/>
          <p:nvPr/>
        </p:nvSpPr>
        <p:spPr>
          <a:xfrm>
            <a:off x="283027" y="1183819"/>
            <a:ext cx="919845" cy="40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1000" b="1">
                <a:solidFill>
                  <a:srgbClr val="595959"/>
                </a:solidFill>
                <a:latin typeface="Reddit Sans"/>
              </a:rPr>
              <a:t>Modelos</a:t>
            </a:r>
            <a:r>
              <a:rPr lang="es-ES" sz="1000" b="1" u="none" strike="noStrike" baseline="0">
                <a:solidFill>
                  <a:srgbClr val="595959"/>
                </a:solidFill>
                <a:latin typeface="Reddit Sans"/>
              </a:rPr>
              <a:t> </a:t>
            </a:r>
            <a:r>
              <a:rPr lang="es-ES" sz="1000" b="1">
                <a:solidFill>
                  <a:srgbClr val="595959"/>
                </a:solidFill>
                <a:latin typeface="Reddit Sans"/>
              </a:rPr>
              <a:t>de operación</a:t>
            </a:r>
            <a:endParaRPr lang="es-ES" b="1">
              <a:solidFill>
                <a:srgbClr val="595959"/>
              </a:solidFill>
              <a:ea typeface="Reddit Sans"/>
            </a:endParaRPr>
          </a:p>
        </p:txBody>
      </p:sp>
      <p:sp>
        <p:nvSpPr>
          <p:cNvPr id="23" name="Rounded Rectangle 2">
            <a:extLst>
              <a:ext uri="{FF2B5EF4-FFF2-40B4-BE49-F238E27FC236}">
                <a16:creationId xmlns:a16="http://schemas.microsoft.com/office/drawing/2014/main" id="{E9408C5F-E950-AF15-64CE-64E635604BF3}"/>
              </a:ext>
            </a:extLst>
          </p:cNvPr>
          <p:cNvSpPr/>
          <p:nvPr/>
        </p:nvSpPr>
        <p:spPr>
          <a:xfrm>
            <a:off x="1229096" y="1194161"/>
            <a:ext cx="3134542" cy="281396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 defTabSz="342900">
              <a:defRPr sz="1500" b="1">
                <a:solidFill>
                  <a:srgbClr val="FFFFFF"/>
                </a:solidFill>
              </a:defRPr>
            </a:pPr>
            <a:r>
              <a:rPr lang="es-ES" sz="900" b="1" kern="1200">
                <a:solidFill>
                  <a:schemeClr val="tx1"/>
                </a:solidFill>
                <a:latin typeface="Reddit Sans"/>
                <a:ea typeface="Reddit Sans"/>
              </a:rPr>
              <a:t>Reactivo y Crecimiento Automatizado</a:t>
            </a:r>
            <a:endParaRPr lang="es-ES" sz="900">
              <a:solidFill>
                <a:schemeClr val="tx1"/>
              </a:solidFill>
              <a:cs typeface="Arial"/>
            </a:endParaRPr>
          </a:p>
        </p:txBody>
      </p:sp>
      <p:sp>
        <p:nvSpPr>
          <p:cNvPr id="25" name="Rounded Rectangle 2">
            <a:extLst>
              <a:ext uri="{FF2B5EF4-FFF2-40B4-BE49-F238E27FC236}">
                <a16:creationId xmlns:a16="http://schemas.microsoft.com/office/drawing/2014/main" id="{3A53E36D-15CA-5D71-2B69-A70F4DDB6310}"/>
              </a:ext>
            </a:extLst>
          </p:cNvPr>
          <p:cNvSpPr/>
          <p:nvPr/>
        </p:nvSpPr>
        <p:spPr>
          <a:xfrm>
            <a:off x="4364185" y="1194164"/>
            <a:ext cx="2236469" cy="286838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 defTabSz="342900">
              <a:defRPr sz="1500" b="1">
                <a:solidFill>
                  <a:srgbClr val="FFFFFF"/>
                </a:solidFill>
              </a:defRPr>
            </a:pPr>
            <a:r>
              <a:rPr lang="es-ES" sz="900" b="1" kern="1200">
                <a:solidFill>
                  <a:schemeClr val="tx1"/>
                </a:solidFill>
                <a:latin typeface="Reddit Sans"/>
                <a:ea typeface="Reddit Sans"/>
              </a:rPr>
              <a:t>Predictivo y Evolutivo</a:t>
            </a:r>
            <a:endParaRPr lang="es-ES" sz="900">
              <a:solidFill>
                <a:schemeClr val="tx1"/>
              </a:solidFill>
            </a:endParaRPr>
          </a:p>
        </p:txBody>
      </p:sp>
      <p:sp>
        <p:nvSpPr>
          <p:cNvPr id="27" name="Rounded Rectangle 2">
            <a:extLst>
              <a:ext uri="{FF2B5EF4-FFF2-40B4-BE49-F238E27FC236}">
                <a16:creationId xmlns:a16="http://schemas.microsoft.com/office/drawing/2014/main" id="{E414F6A8-1018-D7BC-1DD7-6692C22AEF41}"/>
              </a:ext>
            </a:extLst>
          </p:cNvPr>
          <p:cNvSpPr/>
          <p:nvPr/>
        </p:nvSpPr>
        <p:spPr>
          <a:xfrm>
            <a:off x="6622968" y="1199604"/>
            <a:ext cx="1871799" cy="286840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 defTabSz="342900">
              <a:defRPr sz="1500" b="1">
                <a:solidFill>
                  <a:srgbClr val="FFFFFF"/>
                </a:solidFill>
              </a:defRPr>
            </a:pPr>
            <a:r>
              <a:rPr lang="es-ES" sz="900" kern="1200">
                <a:solidFill>
                  <a:schemeClr val="tx1"/>
                </a:solidFill>
                <a:latin typeface="Reddit Sans"/>
                <a:ea typeface="Reddit Sans"/>
                <a:cs typeface="Arial"/>
              </a:rPr>
              <a:t>Autónomo e Inteligente</a:t>
            </a:r>
          </a:p>
        </p:txBody>
      </p:sp>
      <p:sp>
        <p:nvSpPr>
          <p:cNvPr id="29" name="OTLSHAPE_TB_00000000000000000000000000000000_ScaleContainer">
            <a:extLst>
              <a:ext uri="{FF2B5EF4-FFF2-40B4-BE49-F238E27FC236}">
                <a16:creationId xmlns:a16="http://schemas.microsoft.com/office/drawing/2014/main" id="{9633E68C-6E3F-DB3B-22B6-05B421634494}"/>
              </a:ext>
            </a:extLst>
          </p:cNvPr>
          <p:cNvSpPr/>
          <p:nvPr/>
        </p:nvSpPr>
        <p:spPr>
          <a:xfrm>
            <a:off x="1224351" y="1485024"/>
            <a:ext cx="7272393" cy="172532"/>
          </a:xfrm>
          <a:prstGeom prst="roundRect">
            <a:avLst>
              <a:gd name="adj" fmla="val 16667"/>
            </a:avLst>
          </a:prstGeom>
          <a:solidFill>
            <a:srgbClr val="44546A"/>
          </a:solidFill>
          <a:ln w="12700">
            <a:miter lim="400000"/>
          </a:ln>
        </p:spPr>
        <p:txBody>
          <a:bodyPr lIns="34289" rIns="3428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 sz="1013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4B050ACB-3FB6-E019-C71A-4572E0D00025}"/>
              </a:ext>
            </a:extLst>
          </p:cNvPr>
          <p:cNvSpPr txBox="1"/>
          <p:nvPr/>
        </p:nvSpPr>
        <p:spPr>
          <a:xfrm>
            <a:off x="4000500" y="1483175"/>
            <a:ext cx="1039586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800" b="1">
                <a:solidFill>
                  <a:srgbClr val="FFFFFF"/>
                </a:solidFill>
                <a:latin typeface="Reddit Sans"/>
              </a:rPr>
              <a:t>Q3</a:t>
            </a:r>
            <a:endParaRPr lang="es-ES" sz="800">
              <a:solidFill>
                <a:srgbClr val="FFFFFF"/>
              </a:solidFill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A9723865-5A41-F725-C91B-0057835821BF}"/>
              </a:ext>
            </a:extLst>
          </p:cNvPr>
          <p:cNvSpPr txBox="1"/>
          <p:nvPr/>
        </p:nvSpPr>
        <p:spPr>
          <a:xfrm>
            <a:off x="7222670" y="1483176"/>
            <a:ext cx="1039586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800" b="1">
                <a:solidFill>
                  <a:srgbClr val="FFFFFF"/>
                </a:solidFill>
                <a:latin typeface="Reddit Sans"/>
              </a:rPr>
              <a:t>Q4</a:t>
            </a:r>
            <a:endParaRPr lang="es-ES" sz="800">
              <a:solidFill>
                <a:srgbClr val="FFFFFF"/>
              </a:solidFill>
            </a:endParaRPr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0CD3CD7E-9620-69A8-67EC-DED704E8E1E1}"/>
              </a:ext>
            </a:extLst>
          </p:cNvPr>
          <p:cNvCxnSpPr/>
          <p:nvPr/>
        </p:nvCxnSpPr>
        <p:spPr>
          <a:xfrm>
            <a:off x="6574971" y="1492704"/>
            <a:ext cx="2177" cy="171448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36">
            <a:extLst>
              <a:ext uri="{FF2B5EF4-FFF2-40B4-BE49-F238E27FC236}">
                <a16:creationId xmlns:a16="http://schemas.microsoft.com/office/drawing/2014/main" id="{EE04F3D4-2E69-CCF8-C888-FC89A4983DD7}"/>
              </a:ext>
            </a:extLst>
          </p:cNvPr>
          <p:cNvSpPr txBox="1"/>
          <p:nvPr/>
        </p:nvSpPr>
        <p:spPr>
          <a:xfrm>
            <a:off x="1963509" y="1666874"/>
            <a:ext cx="751115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000">
                <a:solidFill>
                  <a:schemeClr val="bg2"/>
                </a:solidFill>
              </a:rPr>
              <a:t>Julio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B4970034-3526-F52C-92F3-D759F2021FAF}"/>
              </a:ext>
            </a:extLst>
          </p:cNvPr>
          <p:cNvSpPr txBox="1"/>
          <p:nvPr/>
        </p:nvSpPr>
        <p:spPr>
          <a:xfrm>
            <a:off x="3710665" y="1672317"/>
            <a:ext cx="751115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000">
                <a:solidFill>
                  <a:schemeClr val="bg2"/>
                </a:solidFill>
              </a:rPr>
              <a:t>Agosto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F8A3F251-7D3F-1B69-7AB5-392781C71481}"/>
              </a:ext>
            </a:extLst>
          </p:cNvPr>
          <p:cNvSpPr txBox="1"/>
          <p:nvPr/>
        </p:nvSpPr>
        <p:spPr>
          <a:xfrm>
            <a:off x="5343521" y="1666874"/>
            <a:ext cx="1094015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000">
                <a:solidFill>
                  <a:schemeClr val="bg2"/>
                </a:solidFill>
              </a:rPr>
              <a:t>Septiembre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BE015285-C0C4-0359-3C2B-226C613353D8}"/>
              </a:ext>
            </a:extLst>
          </p:cNvPr>
          <p:cNvSpPr txBox="1"/>
          <p:nvPr/>
        </p:nvSpPr>
        <p:spPr>
          <a:xfrm>
            <a:off x="7123337" y="1666874"/>
            <a:ext cx="821873" cy="251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000">
                <a:solidFill>
                  <a:schemeClr val="bg2"/>
                </a:solidFill>
              </a:rPr>
              <a:t>Octubre</a:t>
            </a:r>
          </a:p>
        </p:txBody>
      </p: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45014E92-E35F-0381-2BD8-5CDA490D1AB8}"/>
              </a:ext>
            </a:extLst>
          </p:cNvPr>
          <p:cNvCxnSpPr/>
          <p:nvPr/>
        </p:nvCxnSpPr>
        <p:spPr>
          <a:xfrm>
            <a:off x="2955472" y="1699531"/>
            <a:ext cx="18504" cy="2567667"/>
          </a:xfrm>
          <a:prstGeom prst="straightConnector1">
            <a:avLst/>
          </a:prstGeom>
          <a:ln w="12700">
            <a:solidFill>
              <a:schemeClr val="bg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93F2F33F-D377-1629-4288-1ADCDA614014}"/>
              </a:ext>
            </a:extLst>
          </p:cNvPr>
          <p:cNvCxnSpPr>
            <a:cxnSpLocks/>
          </p:cNvCxnSpPr>
          <p:nvPr/>
        </p:nvCxnSpPr>
        <p:spPr>
          <a:xfrm>
            <a:off x="4800600" y="1672316"/>
            <a:ext cx="13062" cy="2605767"/>
          </a:xfrm>
          <a:prstGeom prst="straightConnector1">
            <a:avLst/>
          </a:prstGeom>
          <a:ln w="12700">
            <a:solidFill>
              <a:schemeClr val="bg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F5C5A59F-D40D-E871-B46E-4447C66ED326}"/>
              </a:ext>
            </a:extLst>
          </p:cNvPr>
          <p:cNvCxnSpPr>
            <a:cxnSpLocks/>
          </p:cNvCxnSpPr>
          <p:nvPr/>
        </p:nvCxnSpPr>
        <p:spPr>
          <a:xfrm>
            <a:off x="6569528" y="1677759"/>
            <a:ext cx="34835" cy="2589439"/>
          </a:xfrm>
          <a:prstGeom prst="straightConnector1">
            <a:avLst/>
          </a:prstGeom>
          <a:ln w="12700">
            <a:solidFill>
              <a:schemeClr val="bg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uadroTexto 52">
            <a:extLst>
              <a:ext uri="{FF2B5EF4-FFF2-40B4-BE49-F238E27FC236}">
                <a16:creationId xmlns:a16="http://schemas.microsoft.com/office/drawing/2014/main" id="{DC991B8E-021B-EC77-E034-CBEA633B4016}"/>
              </a:ext>
            </a:extLst>
          </p:cNvPr>
          <p:cNvSpPr txBox="1"/>
          <p:nvPr/>
        </p:nvSpPr>
        <p:spPr>
          <a:xfrm>
            <a:off x="1202869" y="2168977"/>
            <a:ext cx="1850572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Char char="•"/>
            </a:pPr>
            <a:r>
              <a:rPr lang="es-ES" sz="700">
                <a:latin typeface="Reddit Sans"/>
              </a:rPr>
              <a:t>Nivel de madurez mesas actuales</a:t>
            </a:r>
            <a:endParaRPr lang="es-ES" sz="700"/>
          </a:p>
          <a:p>
            <a:pPr marL="171450" indent="-171450">
              <a:buChar char="•"/>
            </a:pPr>
            <a:endParaRPr lang="es-ES" sz="700">
              <a:latin typeface="Reddit Sans"/>
            </a:endParaRPr>
          </a:p>
          <a:p>
            <a:pPr marL="171450" indent="-171450">
              <a:buChar char="•"/>
            </a:pPr>
            <a:r>
              <a:rPr lang="es-ES" sz="700">
                <a:latin typeface="Reddit Sans"/>
              </a:rPr>
              <a:t>Dolores de la operación - Pain </a:t>
            </a:r>
            <a:r>
              <a:rPr lang="es-ES" sz="700" err="1">
                <a:latin typeface="Reddit Sans"/>
              </a:rPr>
              <a:t>point</a:t>
            </a:r>
            <a:endParaRPr lang="es-ES" sz="700">
              <a:latin typeface="Reddit Sans"/>
            </a:endParaRPr>
          </a:p>
          <a:p>
            <a:pPr marL="171450" indent="-171450">
              <a:buChar char="•"/>
            </a:pPr>
            <a:endParaRPr lang="es-ES" sz="700">
              <a:latin typeface="Reddit Sans"/>
            </a:endParaRPr>
          </a:p>
          <a:p>
            <a:pPr marL="171450" indent="-171450">
              <a:buChar char="•"/>
            </a:pPr>
            <a:r>
              <a:rPr lang="es-ES" sz="700">
                <a:latin typeface="Reddit Sans"/>
              </a:rPr>
              <a:t>Oferta de valor</a:t>
            </a:r>
          </a:p>
          <a:p>
            <a:pPr marL="171450" indent="-171450">
              <a:buChar char="•"/>
            </a:pPr>
            <a:endParaRPr lang="es-ES" sz="700">
              <a:latin typeface="Reddit Sans"/>
            </a:endParaRPr>
          </a:p>
          <a:p>
            <a:pPr marL="171450" indent="-171450">
              <a:buChar char="•"/>
            </a:pPr>
            <a:r>
              <a:rPr lang="es-ES" sz="700">
                <a:latin typeface="Reddit Sans"/>
              </a:rPr>
              <a:t>Esquema general del servicio – Business Service Blue Print</a:t>
            </a:r>
          </a:p>
          <a:p>
            <a:pPr marL="171450" indent="-171450">
              <a:buChar char="•"/>
            </a:pPr>
            <a:endParaRPr lang="es-ES" sz="700">
              <a:latin typeface="Reddit Sans"/>
            </a:endParaRPr>
          </a:p>
          <a:p>
            <a:pPr marL="171450" indent="-171450">
              <a:buChar char="•"/>
            </a:pPr>
            <a:endParaRPr lang="es-ES" sz="700">
              <a:latin typeface="Reddit Sans"/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BFC94FAC-A03D-2BBF-4601-BBD72FF20A2A}"/>
              </a:ext>
            </a:extLst>
          </p:cNvPr>
          <p:cNvSpPr txBox="1"/>
          <p:nvPr/>
        </p:nvSpPr>
        <p:spPr>
          <a:xfrm>
            <a:off x="3009897" y="2141763"/>
            <a:ext cx="1850572" cy="256993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Char char="•"/>
            </a:pPr>
            <a:r>
              <a:rPr lang="es-ES" sz="700">
                <a:latin typeface="Reddit Sans"/>
              </a:rPr>
              <a:t>Slide </a:t>
            </a:r>
            <a:r>
              <a:rPr lang="es-ES" sz="700" err="1">
                <a:latin typeface="Reddit Sans"/>
              </a:rPr>
              <a:t>deck</a:t>
            </a:r>
            <a:r>
              <a:rPr lang="es-ES" sz="700">
                <a:latin typeface="Reddit Sans"/>
              </a:rPr>
              <a:t> para comercial transición del servicio</a:t>
            </a:r>
            <a:endParaRPr lang="es-ES" sz="700"/>
          </a:p>
          <a:p>
            <a:pPr marL="171450" indent="-171450">
              <a:buChar char="•"/>
            </a:pPr>
            <a:endParaRPr lang="es-ES" sz="700">
              <a:latin typeface="Reddit Sans"/>
            </a:endParaRPr>
          </a:p>
          <a:p>
            <a:pPr marL="171450" indent="-171450">
              <a:buChar char="•"/>
            </a:pPr>
            <a:r>
              <a:rPr lang="es-ES" sz="700">
                <a:latin typeface="Reddit Sans"/>
              </a:rPr>
              <a:t>Slide </a:t>
            </a:r>
            <a:r>
              <a:rPr lang="es-ES" sz="700" err="1">
                <a:latin typeface="Reddit Sans"/>
              </a:rPr>
              <a:t>deck</a:t>
            </a:r>
            <a:r>
              <a:rPr lang="es-ES" sz="700">
                <a:latin typeface="Reddit Sans"/>
              </a:rPr>
              <a:t> para operación transición del servicio</a:t>
            </a:r>
          </a:p>
          <a:p>
            <a:pPr marL="171450" indent="-171450">
              <a:buChar char="•"/>
            </a:pPr>
            <a:endParaRPr lang="es-ES" sz="700">
              <a:latin typeface="Reddit Sans"/>
            </a:endParaRPr>
          </a:p>
          <a:p>
            <a:pPr marL="171450" indent="-171450">
              <a:buChar char="•"/>
            </a:pPr>
            <a:r>
              <a:rPr lang="es-ES" sz="700">
                <a:latin typeface="Reddit Sans"/>
              </a:rPr>
              <a:t>Validación estandarización del servicio con comercial</a:t>
            </a:r>
          </a:p>
          <a:p>
            <a:pPr marL="171450" indent="-171450">
              <a:buChar char="•"/>
            </a:pPr>
            <a:endParaRPr lang="es-ES" sz="700">
              <a:latin typeface="Reddit Sans"/>
            </a:endParaRPr>
          </a:p>
          <a:p>
            <a:pPr marL="171450" indent="-171450">
              <a:buChar char="•"/>
            </a:pPr>
            <a:r>
              <a:rPr lang="es-ES" sz="700">
                <a:latin typeface="Reddit Sans"/>
              </a:rPr>
              <a:t>Diseñar plan de transición operación actual</a:t>
            </a:r>
          </a:p>
          <a:p>
            <a:pPr marL="171450" indent="-171450">
              <a:buChar char="•"/>
            </a:pPr>
            <a:endParaRPr lang="es-ES" sz="700">
              <a:latin typeface="Reddit Sans"/>
            </a:endParaRPr>
          </a:p>
          <a:p>
            <a:pPr marL="171450" indent="-171450">
              <a:buChar char="•"/>
            </a:pPr>
            <a:r>
              <a:rPr lang="es-ES" sz="700">
                <a:latin typeface="Reddit Sans"/>
              </a:rPr>
              <a:t>Habilitación equipo comercial</a:t>
            </a:r>
          </a:p>
          <a:p>
            <a:pPr marL="171450" indent="-171450">
              <a:buChar char="•"/>
            </a:pPr>
            <a:endParaRPr lang="es-ES" sz="700">
              <a:latin typeface="Reddit Sans"/>
            </a:endParaRPr>
          </a:p>
          <a:p>
            <a:pPr marL="171450" indent="-171450">
              <a:buChar char="•"/>
            </a:pPr>
            <a:r>
              <a:rPr lang="es-ES" sz="700">
                <a:latin typeface="Reddit Sans"/>
              </a:rPr>
              <a:t>Habilitación equipo de la operación wave 1</a:t>
            </a:r>
          </a:p>
          <a:p>
            <a:pPr marL="171450" indent="-171450">
              <a:buChar char="•"/>
            </a:pPr>
            <a:endParaRPr lang="es-ES" sz="700">
              <a:latin typeface="Reddit Sans"/>
            </a:endParaRPr>
          </a:p>
          <a:p>
            <a:pPr marL="171450" indent="-171450">
              <a:buChar char="•"/>
            </a:pPr>
            <a:r>
              <a:rPr lang="es-ES" sz="700">
                <a:latin typeface="Reddit Sans"/>
                <a:ea typeface="Reddit Sans"/>
              </a:rPr>
              <a:t>Lanzamiento diferencial del servicio estandarizado de mesas de servicio de próxima generación</a:t>
            </a:r>
            <a:endParaRPr lang="es-ES" sz="700">
              <a:latin typeface="Reddit Sans"/>
            </a:endParaRPr>
          </a:p>
          <a:p>
            <a:pPr marL="171450" indent="-171450">
              <a:buChar char="•"/>
            </a:pPr>
            <a:endParaRPr lang="es-ES" sz="700">
              <a:latin typeface="Reddit Sans"/>
            </a:endParaRPr>
          </a:p>
          <a:p>
            <a:pPr marL="171450" indent="-171450">
              <a:buChar char="•"/>
            </a:pPr>
            <a:endParaRPr lang="es-ES" sz="700">
              <a:latin typeface="Reddit Sans"/>
            </a:endParaRPr>
          </a:p>
          <a:p>
            <a:pPr marL="171450" indent="-171450">
              <a:buChar char="•"/>
            </a:pPr>
            <a:endParaRPr lang="es-ES" sz="700">
              <a:latin typeface="Reddit Sans"/>
            </a:endParaRP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4D67D610-C9FA-B84E-1049-D4AA7C737DDC}"/>
              </a:ext>
            </a:extLst>
          </p:cNvPr>
          <p:cNvSpPr txBox="1"/>
          <p:nvPr/>
        </p:nvSpPr>
        <p:spPr>
          <a:xfrm>
            <a:off x="4795155" y="2141763"/>
            <a:ext cx="1850572" cy="23544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Char char="•"/>
            </a:pPr>
            <a:r>
              <a:rPr lang="es-ES" sz="700">
                <a:latin typeface="Reddit Sans"/>
              </a:rPr>
              <a:t>Habilitación cliente sobre la evolución del servicio wave 1</a:t>
            </a:r>
          </a:p>
          <a:p>
            <a:pPr marL="171450" indent="-171450">
              <a:buFont typeface="Arial"/>
              <a:buChar char="•"/>
            </a:pPr>
            <a:endParaRPr lang="es-ES" sz="700">
              <a:latin typeface="Reddit Sans"/>
              <a:ea typeface="Reddit Sans"/>
            </a:endParaRPr>
          </a:p>
          <a:p>
            <a:pPr marL="171450" indent="-171450">
              <a:buFont typeface="Arial,Sans-Serif"/>
              <a:buChar char="•"/>
            </a:pPr>
            <a:r>
              <a:rPr lang="es-ES" sz="700">
                <a:latin typeface="Reddit Sans"/>
                <a:ea typeface="Reddit Sans"/>
              </a:rPr>
              <a:t>Ejecutar plan de transición para los clientes de la wave 1</a:t>
            </a:r>
          </a:p>
          <a:p>
            <a:pPr marL="171450" indent="-171450">
              <a:buFont typeface="Arial,Sans-Serif"/>
              <a:buChar char="•"/>
            </a:pPr>
            <a:endParaRPr lang="es-ES" sz="700">
              <a:latin typeface="Reddit Sans"/>
              <a:ea typeface="Reddit Sans"/>
            </a:endParaRPr>
          </a:p>
          <a:p>
            <a:pPr marL="171450" indent="-171450">
              <a:buFont typeface="Arial,Sans-Serif"/>
              <a:buChar char="•"/>
            </a:pPr>
            <a:r>
              <a:rPr lang="es-ES" sz="700">
                <a:latin typeface="Reddit Sans"/>
                <a:ea typeface="Reddit Sans"/>
              </a:rPr>
              <a:t>Calculadora del servicio (plantilla de estimación)</a:t>
            </a:r>
          </a:p>
          <a:p>
            <a:pPr marL="171450" indent="-171450">
              <a:buFont typeface="Arial,Sans-Serif"/>
              <a:buChar char="•"/>
            </a:pPr>
            <a:endParaRPr lang="es-ES" sz="700">
              <a:latin typeface="Reddit Sans"/>
              <a:ea typeface="Reddit Sans"/>
            </a:endParaRPr>
          </a:p>
          <a:p>
            <a:pPr marL="171450" indent="-171450">
              <a:buFont typeface="Arial,Sans-Serif"/>
              <a:buChar char="•"/>
            </a:pPr>
            <a:r>
              <a:rPr lang="es-ES" sz="700">
                <a:latin typeface="Reddit Sans"/>
                <a:ea typeface="Reddit Sans"/>
              </a:rPr>
              <a:t>Inicio creación colaterales equipos comercial (propuestas, contratos, ...) del servicio nuevo</a:t>
            </a:r>
          </a:p>
          <a:p>
            <a:pPr marL="171450" indent="-171450">
              <a:buFont typeface="Arial,Sans-Serif"/>
              <a:buChar char="•"/>
            </a:pPr>
            <a:endParaRPr lang="es-ES" sz="700">
              <a:latin typeface="Reddit Sans"/>
              <a:ea typeface="Reddit Sans"/>
            </a:endParaRPr>
          </a:p>
          <a:p>
            <a:pPr marL="171450" indent="-171450">
              <a:buFont typeface="Arial,Sans-Serif"/>
              <a:buChar char="•"/>
            </a:pPr>
            <a:r>
              <a:rPr lang="es-ES" sz="700">
                <a:latin typeface="Reddit Sans"/>
                <a:ea typeface="Reddit Sans"/>
              </a:rPr>
              <a:t>Inicio creación colaterales equipos de la operación del servicio nuevo</a:t>
            </a:r>
            <a:endParaRPr lang="es-ES" sz="700"/>
          </a:p>
          <a:p>
            <a:pPr marL="171450" indent="-171450">
              <a:buFont typeface="Arial,Sans-Serif"/>
              <a:buChar char="•"/>
            </a:pPr>
            <a:endParaRPr lang="es-ES" sz="700">
              <a:latin typeface="Reddit Sans"/>
              <a:ea typeface="Reddit Sans"/>
            </a:endParaRPr>
          </a:p>
          <a:p>
            <a:pPr marL="171450" indent="-171450">
              <a:buFont typeface="Arial,Sans-Serif"/>
              <a:buChar char="•"/>
            </a:pPr>
            <a:r>
              <a:rPr lang="es-ES" sz="700">
                <a:latin typeface="Reddit Sans"/>
                <a:ea typeface="Reddit Sans"/>
              </a:rPr>
              <a:t>Lanzamiento diferencial del servicio estandarizado de mesas de servicio de próxima generación</a:t>
            </a:r>
          </a:p>
          <a:p>
            <a:pPr marL="171450" indent="-171450">
              <a:buFont typeface="Arial,Sans-Serif"/>
              <a:buChar char="•"/>
            </a:pPr>
            <a:endParaRPr lang="es-ES" sz="700">
              <a:latin typeface="Reddit Sans"/>
              <a:ea typeface="Reddit Sans"/>
            </a:endParaRPr>
          </a:p>
          <a:p>
            <a:pPr marL="171450" indent="-171450">
              <a:buChar char="•"/>
            </a:pPr>
            <a:endParaRPr lang="es-ES" sz="700">
              <a:latin typeface="Reddit Sans"/>
            </a:endParaRPr>
          </a:p>
        </p:txBody>
      </p:sp>
      <p:sp>
        <p:nvSpPr>
          <p:cNvPr id="67" name="Estrella: 5 puntas 66">
            <a:extLst>
              <a:ext uri="{FF2B5EF4-FFF2-40B4-BE49-F238E27FC236}">
                <a16:creationId xmlns:a16="http://schemas.microsoft.com/office/drawing/2014/main" id="{FE56A9FC-4DA0-EA9E-B693-65DC3D0DFD1C}"/>
              </a:ext>
            </a:extLst>
          </p:cNvPr>
          <p:cNvSpPr/>
          <p:nvPr/>
        </p:nvSpPr>
        <p:spPr>
          <a:xfrm>
            <a:off x="1865811" y="1712322"/>
            <a:ext cx="97972" cy="114301"/>
          </a:xfrm>
          <a:prstGeom prst="star5">
            <a:avLst/>
          </a:prstGeom>
          <a:solidFill>
            <a:schemeClr val="accent6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9" name="Estrella: 5 puntas 68">
            <a:extLst>
              <a:ext uri="{FF2B5EF4-FFF2-40B4-BE49-F238E27FC236}">
                <a16:creationId xmlns:a16="http://schemas.microsoft.com/office/drawing/2014/main" id="{6A96B953-3EAE-34E6-E7AB-9509AE1EB014}"/>
              </a:ext>
            </a:extLst>
          </p:cNvPr>
          <p:cNvSpPr/>
          <p:nvPr/>
        </p:nvSpPr>
        <p:spPr>
          <a:xfrm>
            <a:off x="6954883" y="1739536"/>
            <a:ext cx="97972" cy="114301"/>
          </a:xfrm>
          <a:prstGeom prst="star5">
            <a:avLst/>
          </a:prstGeom>
          <a:solidFill>
            <a:srgbClr val="7030A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1" name="TextBox 14">
            <a:extLst>
              <a:ext uri="{FF2B5EF4-FFF2-40B4-BE49-F238E27FC236}">
                <a16:creationId xmlns:a16="http://schemas.microsoft.com/office/drawing/2014/main" id="{CE1FE641-FA41-1611-A826-E22AF35DB61D}"/>
              </a:ext>
            </a:extLst>
          </p:cNvPr>
          <p:cNvSpPr txBox="1"/>
          <p:nvPr/>
        </p:nvSpPr>
        <p:spPr>
          <a:xfrm>
            <a:off x="4975963" y="1768387"/>
            <a:ext cx="925474" cy="3231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342900">
              <a:buClrTx/>
              <a:defRPr sz="1000">
                <a:solidFill>
                  <a:srgbClr val="005DAA"/>
                </a:solidFill>
              </a:defRPr>
            </a:pPr>
            <a:r>
              <a:rPr sz="750" kern="1200">
                <a:solidFill>
                  <a:srgbClr val="005DAA"/>
                </a:solidFill>
                <a:latin typeface="Reddit Sans"/>
                <a:ea typeface="Reddit Sans"/>
                <a:cs typeface="+mn-cs"/>
              </a:rPr>
              <a:t>◆ </a:t>
            </a:r>
            <a:r>
              <a:rPr lang="es-ES" sz="750" kern="1200">
                <a:solidFill>
                  <a:srgbClr val="005DAA"/>
                </a:solidFill>
                <a:latin typeface="Reddit Sans"/>
                <a:ea typeface="Reddit Sans"/>
                <a:cs typeface="+mn-cs"/>
              </a:rPr>
              <a:t>Wave 1ª</a:t>
            </a:r>
            <a:r>
              <a:rPr sz="750" kern="1200">
                <a:solidFill>
                  <a:srgbClr val="005DAA"/>
                </a:solidFill>
                <a:latin typeface="Reddit Sans"/>
                <a:ea typeface="Reddit Sans"/>
                <a:cs typeface="+mn-cs"/>
              </a:rPr>
              <a:t> Transición</a:t>
            </a:r>
            <a:endParaRPr lang="es-ES" sz="750" kern="1200">
              <a:solidFill>
                <a:srgbClr val="005DAA"/>
              </a:solidFill>
              <a:latin typeface="Reddit Sans"/>
              <a:ea typeface="Reddit Sans"/>
              <a:cs typeface="+mn-cs"/>
            </a:endParaRPr>
          </a:p>
        </p:txBody>
      </p:sp>
      <p:sp>
        <p:nvSpPr>
          <p:cNvPr id="73" name="TextBox 14">
            <a:extLst>
              <a:ext uri="{FF2B5EF4-FFF2-40B4-BE49-F238E27FC236}">
                <a16:creationId xmlns:a16="http://schemas.microsoft.com/office/drawing/2014/main" id="{8CE9423A-756E-9604-472D-001E3E81D468}"/>
              </a:ext>
            </a:extLst>
          </p:cNvPr>
          <p:cNvSpPr txBox="1"/>
          <p:nvPr/>
        </p:nvSpPr>
        <p:spPr>
          <a:xfrm>
            <a:off x="7893335" y="1713957"/>
            <a:ext cx="709065" cy="3286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342900">
              <a:buClrTx/>
              <a:defRPr sz="1000">
                <a:solidFill>
                  <a:srgbClr val="005DAA"/>
                </a:solidFill>
              </a:defRPr>
            </a:pPr>
            <a:r>
              <a:rPr sz="750" kern="1200">
                <a:solidFill>
                  <a:srgbClr val="005DAA"/>
                </a:solidFill>
                <a:latin typeface="Reddit Sans"/>
                <a:ea typeface="Reddit Sans"/>
                <a:cs typeface="+mn-cs"/>
              </a:rPr>
              <a:t>◆ </a:t>
            </a:r>
            <a:r>
              <a:rPr lang="es-ES" sz="750" kern="1200">
                <a:solidFill>
                  <a:srgbClr val="005DAA"/>
                </a:solidFill>
                <a:latin typeface="Reddit Sans"/>
                <a:ea typeface="Reddit Sans"/>
                <a:cs typeface="+mn-cs"/>
              </a:rPr>
              <a:t>Wave 2ª</a:t>
            </a:r>
            <a:r>
              <a:rPr sz="750" kern="1200">
                <a:solidFill>
                  <a:srgbClr val="005DAA"/>
                </a:solidFill>
                <a:latin typeface="Reddit Sans"/>
                <a:ea typeface="Reddit Sans"/>
                <a:cs typeface="+mn-cs"/>
              </a:rPr>
              <a:t> Transición</a:t>
            </a:r>
            <a:endParaRPr lang="es-ES" sz="750" kern="1200">
              <a:solidFill>
                <a:srgbClr val="005DAA"/>
              </a:solidFill>
              <a:latin typeface="Reddit Sans"/>
              <a:ea typeface="Reddit Sans"/>
              <a:cs typeface="+mn-cs"/>
            </a:endParaRPr>
          </a:p>
        </p:txBody>
      </p:sp>
      <p:sp>
        <p:nvSpPr>
          <p:cNvPr id="75" name="Estrella: 5 puntas 74">
            <a:extLst>
              <a:ext uri="{FF2B5EF4-FFF2-40B4-BE49-F238E27FC236}">
                <a16:creationId xmlns:a16="http://schemas.microsoft.com/office/drawing/2014/main" id="{81F313C5-5B53-A963-0933-5D3806C604DB}"/>
              </a:ext>
            </a:extLst>
          </p:cNvPr>
          <p:cNvSpPr/>
          <p:nvPr/>
        </p:nvSpPr>
        <p:spPr>
          <a:xfrm>
            <a:off x="7744097" y="1739535"/>
            <a:ext cx="97972" cy="114301"/>
          </a:xfrm>
          <a:prstGeom prst="star5">
            <a:avLst/>
          </a:prstGeom>
          <a:solidFill>
            <a:srgbClr val="92D05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A242F2B6-8686-2AA1-C6E7-A7C77DB8EC93}"/>
              </a:ext>
            </a:extLst>
          </p:cNvPr>
          <p:cNvSpPr txBox="1"/>
          <p:nvPr/>
        </p:nvSpPr>
        <p:spPr>
          <a:xfrm>
            <a:off x="6928759" y="56605"/>
            <a:ext cx="1475013" cy="2000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700"/>
              <a:t>Wave 1 : Sura + </a:t>
            </a:r>
            <a:r>
              <a:rPr lang="es-ES" sz="700" err="1"/>
              <a:t>Banc</a:t>
            </a:r>
            <a:r>
              <a:rPr lang="es-ES" sz="700"/>
              <a:t>olombia</a:t>
            </a:r>
          </a:p>
        </p:txBody>
      </p:sp>
      <p:sp>
        <p:nvSpPr>
          <p:cNvPr id="79" name="Estrella: 5 puntas 78">
            <a:extLst>
              <a:ext uri="{FF2B5EF4-FFF2-40B4-BE49-F238E27FC236}">
                <a16:creationId xmlns:a16="http://schemas.microsoft.com/office/drawing/2014/main" id="{4D253D2B-D6F0-01C7-B0A6-6ABFEA98A181}"/>
              </a:ext>
            </a:extLst>
          </p:cNvPr>
          <p:cNvSpPr/>
          <p:nvPr/>
        </p:nvSpPr>
        <p:spPr>
          <a:xfrm>
            <a:off x="6791598" y="101236"/>
            <a:ext cx="97972" cy="114301"/>
          </a:xfrm>
          <a:prstGeom prst="star5">
            <a:avLst/>
          </a:prstGeom>
          <a:solidFill>
            <a:schemeClr val="accent6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77344D26-50FF-1B85-A155-2B5D83898AD9}"/>
              </a:ext>
            </a:extLst>
          </p:cNvPr>
          <p:cNvSpPr txBox="1"/>
          <p:nvPr/>
        </p:nvSpPr>
        <p:spPr>
          <a:xfrm>
            <a:off x="6928759" y="274316"/>
            <a:ext cx="1404255" cy="2000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700"/>
              <a:t>Wave 2 : XM, AWS, Medicarte</a:t>
            </a:r>
          </a:p>
        </p:txBody>
      </p:sp>
      <p:sp>
        <p:nvSpPr>
          <p:cNvPr id="83" name="Estrella: 5 puntas 82">
            <a:extLst>
              <a:ext uri="{FF2B5EF4-FFF2-40B4-BE49-F238E27FC236}">
                <a16:creationId xmlns:a16="http://schemas.microsoft.com/office/drawing/2014/main" id="{D30AAF17-737D-3CBC-3FDD-0324F5E06EAF}"/>
              </a:ext>
            </a:extLst>
          </p:cNvPr>
          <p:cNvSpPr/>
          <p:nvPr/>
        </p:nvSpPr>
        <p:spPr>
          <a:xfrm>
            <a:off x="6791598" y="313507"/>
            <a:ext cx="97972" cy="114301"/>
          </a:xfrm>
          <a:prstGeom prst="star5">
            <a:avLst/>
          </a:prstGeom>
          <a:solidFill>
            <a:srgbClr val="7030A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5" name="Estrella: 5 puntas 84">
            <a:extLst>
              <a:ext uri="{FF2B5EF4-FFF2-40B4-BE49-F238E27FC236}">
                <a16:creationId xmlns:a16="http://schemas.microsoft.com/office/drawing/2014/main" id="{D96B36E2-EE26-D336-A4A4-5DA35E386A50}"/>
              </a:ext>
            </a:extLst>
          </p:cNvPr>
          <p:cNvSpPr/>
          <p:nvPr/>
        </p:nvSpPr>
        <p:spPr>
          <a:xfrm>
            <a:off x="6797040" y="520335"/>
            <a:ext cx="97972" cy="114301"/>
          </a:xfrm>
          <a:prstGeom prst="star5">
            <a:avLst/>
          </a:prstGeom>
          <a:solidFill>
            <a:srgbClr val="92D05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7C692534-F65E-5138-FDEF-C0B07CBF6B31}"/>
              </a:ext>
            </a:extLst>
          </p:cNvPr>
          <p:cNvSpPr txBox="1"/>
          <p:nvPr/>
        </p:nvSpPr>
        <p:spPr>
          <a:xfrm>
            <a:off x="6906988" y="464817"/>
            <a:ext cx="1605640" cy="2000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700"/>
              <a:t>Lanzamiento diferencial del servicio</a:t>
            </a: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3C497DDC-BF2A-0C01-A11A-988B41A22048}"/>
              </a:ext>
            </a:extLst>
          </p:cNvPr>
          <p:cNvSpPr txBox="1"/>
          <p:nvPr/>
        </p:nvSpPr>
        <p:spPr>
          <a:xfrm>
            <a:off x="6629397" y="2038347"/>
            <a:ext cx="2035629" cy="256993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Arial,Sans-Serif"/>
              <a:buChar char="•"/>
            </a:pPr>
            <a:r>
              <a:rPr lang="es-ES" sz="700">
                <a:latin typeface="Reddit Sans"/>
                <a:ea typeface="Reddit Sans"/>
              </a:rPr>
              <a:t>Entregar colaterales nuevos equipos comercial (propuestas, contratos, ...)</a:t>
            </a:r>
          </a:p>
          <a:p>
            <a:pPr marL="171450" indent="-171450">
              <a:buFont typeface="Arial,Sans-Serif"/>
              <a:buChar char="•"/>
            </a:pPr>
            <a:endParaRPr lang="es-ES" sz="700">
              <a:latin typeface="Reddit Sans"/>
              <a:ea typeface="Reddit Sans"/>
            </a:endParaRPr>
          </a:p>
          <a:p>
            <a:pPr marL="171450" indent="-171450">
              <a:buFont typeface="Arial,Sans-Serif"/>
              <a:buChar char="•"/>
            </a:pPr>
            <a:r>
              <a:rPr lang="es-ES" sz="700">
                <a:latin typeface="Reddit Sans"/>
                <a:ea typeface="Reddit Sans"/>
              </a:rPr>
              <a:t>Entregar colaterales nuevos equipos de la operación</a:t>
            </a:r>
          </a:p>
          <a:p>
            <a:pPr marL="171450" indent="-171450">
              <a:buFont typeface="Arial,Sans-Serif"/>
              <a:buChar char="•"/>
            </a:pPr>
            <a:endParaRPr lang="es-ES" sz="700">
              <a:latin typeface="Reddit Sans"/>
              <a:ea typeface="Reddit Sans"/>
            </a:endParaRPr>
          </a:p>
          <a:p>
            <a:pPr marL="171450" indent="-171450">
              <a:buChar char="•"/>
            </a:pPr>
            <a:r>
              <a:rPr lang="es-ES" sz="700">
                <a:latin typeface="Reddit Sans"/>
              </a:rPr>
              <a:t>Actualización del servicio en la herramienta de procesos</a:t>
            </a:r>
            <a:endParaRPr lang="es-ES" sz="700"/>
          </a:p>
          <a:p>
            <a:pPr marL="171450" indent="-171450">
              <a:buChar char="•"/>
            </a:pPr>
            <a:endParaRPr lang="es-ES" sz="700">
              <a:latin typeface="Reddit Sans"/>
            </a:endParaRPr>
          </a:p>
          <a:p>
            <a:pPr marL="171450" indent="-171450">
              <a:buChar char="•"/>
            </a:pPr>
            <a:r>
              <a:rPr lang="es-ES" sz="700">
                <a:latin typeface="Reddit Sans"/>
              </a:rPr>
              <a:t>Lanzamiento diferencial del servicio estandarizado de mesas de servicio de próxima generación</a:t>
            </a:r>
          </a:p>
          <a:p>
            <a:pPr marL="171450" indent="-171450">
              <a:buChar char="•"/>
            </a:pPr>
            <a:endParaRPr lang="es-ES" sz="700">
              <a:latin typeface="Reddit Sans"/>
            </a:endParaRPr>
          </a:p>
          <a:p>
            <a:pPr marL="171450" indent="-171450">
              <a:buChar char="•"/>
            </a:pPr>
            <a:r>
              <a:rPr lang="es-ES" sz="700">
                <a:latin typeface="Reddit Sans"/>
              </a:rPr>
              <a:t>Identificar automatizaciones y evolución continua del servicio</a:t>
            </a:r>
          </a:p>
          <a:p>
            <a:pPr marL="171450" indent="-171450">
              <a:buChar char="•"/>
            </a:pPr>
            <a:endParaRPr lang="es-ES" sz="700">
              <a:latin typeface="Reddit Sans"/>
            </a:endParaRPr>
          </a:p>
          <a:p>
            <a:pPr marL="171450" indent="-171450">
              <a:buChar char="•"/>
            </a:pPr>
            <a:r>
              <a:rPr lang="es-ES" sz="700">
                <a:latin typeface="Reddit Sans"/>
                <a:ea typeface="Reddit Sans"/>
              </a:rPr>
              <a:t>Habilitación equipo de la operación wave 2</a:t>
            </a:r>
            <a:endParaRPr lang="es-ES" sz="700">
              <a:ea typeface="Reddit Sans"/>
            </a:endParaRPr>
          </a:p>
          <a:p>
            <a:pPr marL="171450" indent="-171450">
              <a:buChar char="•"/>
            </a:pPr>
            <a:endParaRPr lang="es-ES" sz="700">
              <a:latin typeface="Reddit Sans"/>
              <a:ea typeface="Reddit Sans"/>
            </a:endParaRPr>
          </a:p>
          <a:p>
            <a:pPr marL="171450" indent="-171450">
              <a:buFont typeface="Arial,Sans-Serif"/>
              <a:buChar char="•"/>
            </a:pPr>
            <a:r>
              <a:rPr lang="es-ES" sz="700">
                <a:latin typeface="Reddit Sans"/>
                <a:ea typeface="Reddit Sans"/>
              </a:rPr>
              <a:t>Habilitación cliente sobre la evolución del servicio wave 2</a:t>
            </a:r>
          </a:p>
          <a:p>
            <a:pPr marL="171450" indent="-171450">
              <a:buFont typeface="Arial,Sans-Serif"/>
              <a:buChar char="•"/>
            </a:pPr>
            <a:endParaRPr lang="es-ES" sz="700">
              <a:latin typeface="Reddit Sans"/>
              <a:ea typeface="Reddit Sans"/>
            </a:endParaRPr>
          </a:p>
          <a:p>
            <a:pPr marL="171450" indent="-171450">
              <a:buFont typeface="Arial,Sans-Serif"/>
              <a:buChar char="•"/>
            </a:pPr>
            <a:r>
              <a:rPr lang="es-ES" sz="700">
                <a:latin typeface="Reddit Sans"/>
                <a:ea typeface="Reddit Sans"/>
              </a:rPr>
              <a:t>Planes de evolución del servicio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57C66A2-0B02-7C63-4168-3B103B675062}"/>
              </a:ext>
            </a:extLst>
          </p:cNvPr>
          <p:cNvSpPr txBox="1"/>
          <p:nvPr/>
        </p:nvSpPr>
        <p:spPr>
          <a:xfrm>
            <a:off x="6851468" y="4614455"/>
            <a:ext cx="1094015" cy="21544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800">
                <a:hlinkClick r:id="rId2"/>
              </a:rPr>
              <a:t>Planning detallado</a:t>
            </a:r>
            <a:endParaRPr lang="es-ES" sz="800"/>
          </a:p>
        </p:txBody>
      </p:sp>
      <p:sp>
        <p:nvSpPr>
          <p:cNvPr id="3" name="Estrella: 5 puntas 2">
            <a:extLst>
              <a:ext uri="{FF2B5EF4-FFF2-40B4-BE49-F238E27FC236}">
                <a16:creationId xmlns:a16="http://schemas.microsoft.com/office/drawing/2014/main" id="{512CA054-7A64-622B-A6F1-CFDD5230A1E8}"/>
              </a:ext>
            </a:extLst>
          </p:cNvPr>
          <p:cNvSpPr/>
          <p:nvPr/>
        </p:nvSpPr>
        <p:spPr>
          <a:xfrm>
            <a:off x="4674325" y="1712320"/>
            <a:ext cx="97972" cy="114301"/>
          </a:xfrm>
          <a:prstGeom prst="star5">
            <a:avLst/>
          </a:prstGeom>
          <a:solidFill>
            <a:srgbClr val="92D05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Estrella: 5 puntas 3">
            <a:extLst>
              <a:ext uri="{FF2B5EF4-FFF2-40B4-BE49-F238E27FC236}">
                <a16:creationId xmlns:a16="http://schemas.microsoft.com/office/drawing/2014/main" id="{0B845369-57A4-D81E-9C0F-4456A20CFD6A}"/>
              </a:ext>
            </a:extLst>
          </p:cNvPr>
          <p:cNvSpPr/>
          <p:nvPr/>
        </p:nvSpPr>
        <p:spPr>
          <a:xfrm>
            <a:off x="6339839" y="1761306"/>
            <a:ext cx="97972" cy="114301"/>
          </a:xfrm>
          <a:prstGeom prst="star5">
            <a:avLst/>
          </a:prstGeom>
          <a:solidFill>
            <a:srgbClr val="92D05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1293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 txBox="1">
            <a:spLocks noGrp="1"/>
          </p:cNvSpPr>
          <p:nvPr>
            <p:ph type="title"/>
          </p:nvPr>
        </p:nvSpPr>
        <p:spPr>
          <a:xfrm>
            <a:off x="4087108" y="4327063"/>
            <a:ext cx="45489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We make it happen</a:t>
            </a:r>
            <a:endParaRPr/>
          </a:p>
        </p:txBody>
      </p:sp>
      <p:sp>
        <p:nvSpPr>
          <p:cNvPr id="189" name="Google Shape;189;p6"/>
          <p:cNvSpPr txBox="1">
            <a:spLocks noGrp="1"/>
          </p:cNvSpPr>
          <p:nvPr>
            <p:ph type="ctrTitle" idx="2"/>
          </p:nvPr>
        </p:nvSpPr>
        <p:spPr>
          <a:xfrm>
            <a:off x="450000" y="1827750"/>
            <a:ext cx="8100000" cy="159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¡Gracias!</a:t>
            </a:r>
            <a:endParaRPr/>
          </a:p>
        </p:txBody>
      </p:sp>
      <p:sp>
        <p:nvSpPr>
          <p:cNvPr id="190" name="Google Shape;190;p6"/>
          <p:cNvSpPr txBox="1">
            <a:spLocks noGrp="1"/>
          </p:cNvSpPr>
          <p:nvPr>
            <p:ph type="title" idx="3"/>
          </p:nvPr>
        </p:nvSpPr>
        <p:spPr>
          <a:xfrm>
            <a:off x="4087108" y="446138"/>
            <a:ext cx="45489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Centro Empresarial Ciudad del Río C2, Cra. 48 #20-114, Oficina 1026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+57 324 549 77 70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Presentación en pantalla (16:9)</PresentationFormat>
  <Slides>11</Slides>
  <Notes>10</Notes>
  <HiddenSlides>1</HiddenSlide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diapositiva</vt:lpstr>
      </vt:variant>
      <vt:variant>
        <vt:i4>11</vt:i4>
      </vt:variant>
    </vt:vector>
  </HeadingPairs>
  <TitlesOfParts>
    <vt:vector size="13" baseType="lpstr">
      <vt:lpstr>Simple Light</vt:lpstr>
      <vt:lpstr>Tema de Office</vt:lpstr>
      <vt:lpstr>Mesa de Servicio de Nueva Generación</vt:lpstr>
      <vt:lpstr>Valor del Servicio</vt:lpstr>
      <vt:lpstr>Algunos dolores de la operación actual de las Mesas de Servicio</vt:lpstr>
      <vt:lpstr>Mesas de Servicio Actuales</vt:lpstr>
      <vt:lpstr>Roadmap 2026</vt:lpstr>
      <vt:lpstr>Nivel de Madurez de las Mesas de Servicio – A dónde queremos llegar</vt:lpstr>
      <vt:lpstr>Presentación de PowerPoint</vt:lpstr>
      <vt:lpstr>Roadmap Mesa de Servicios de Nueva Generación Modelos de Transición</vt:lpstr>
      <vt:lpstr>Roadmap Mesa de Servicios de Nueva Generación Modelos de Transición</vt:lpstr>
      <vt:lpstr>Presentación de PowerPoint</vt:lpstr>
      <vt:lpstr>We make it happen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288</cp:revision>
  <dcterms:modified xsi:type="dcterms:W3CDTF">2026-07-09T13:52:32Z</dcterms:modified>
</cp:coreProperties>
</file>